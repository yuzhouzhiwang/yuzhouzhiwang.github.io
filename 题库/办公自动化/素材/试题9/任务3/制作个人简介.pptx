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81" r:id="rId2"/>
    <p:sldId id="257" r:id="rId3"/>
    <p:sldId id="258" r:id="rId4"/>
    <p:sldId id="282" r:id="rId5"/>
    <p:sldId id="261" r:id="rId6"/>
    <p:sldId id="269" r:id="rId7"/>
    <p:sldId id="274" r:id="rId8"/>
    <p:sldId id="307" r:id="rId9"/>
    <p:sldId id="267" r:id="rId10"/>
    <p:sldId id="283" r:id="rId11"/>
    <p:sldId id="270" r:id="rId12"/>
    <p:sldId id="306" r:id="rId13"/>
    <p:sldId id="268" r:id="rId14"/>
    <p:sldId id="280" r:id="rId1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6103"/>
    <a:srgbClr val="E99C3A"/>
    <a:srgbClr val="0094A3"/>
    <a:srgbClr val="00A2B3"/>
    <a:srgbClr val="D95A03"/>
    <a:srgbClr val="0099A9"/>
    <a:srgbClr val="EA5E66"/>
    <a:srgbClr val="F7636B"/>
    <a:srgbClr val="FFAB3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32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108"/>
      </p:cViewPr>
      <p:guideLst>
        <p:guide orient="horz" pos="160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F8A8E-1E5E-4C69-8C59-1A06A080FAE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FBBF95A-D9D0-4F55-9E72-0F62C30B7637}">
      <dgm:prSet phldrT="[文本]" custT="1"/>
      <dgm:spPr>
        <a:solidFill>
          <a:srgbClr val="E99C3A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校园大使主席</a:t>
          </a:r>
          <a:r>
            <a: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在校期间担任熊猫有限公司校园大使主席</a:t>
          </a:r>
          <a:endParaRPr lang="zh-CN" altLang="en-US" sz="2000" dirty="0">
            <a:solidFill>
              <a:schemeClr val="bg1"/>
            </a:solidFill>
          </a:endParaRPr>
        </a:p>
      </dgm:t>
    </dgm:pt>
    <dgm:pt modelId="{FA8407C9-62A4-46C8-8146-786D2AD5E2BB}" type="parTrans" cxnId="{70454AB8-71A4-4710-A934-E943C81EE0D0}">
      <dgm:prSet/>
      <dgm:spPr/>
      <dgm:t>
        <a:bodyPr/>
        <a:lstStyle/>
        <a:p>
          <a:endParaRPr lang="zh-CN" altLang="en-US"/>
        </a:p>
      </dgm:t>
    </dgm:pt>
    <dgm:pt modelId="{953F4689-32EC-4837-A464-19BEF0EA1907}" type="sibTrans" cxnId="{70454AB8-71A4-4710-A934-E943C81EE0D0}">
      <dgm:prSet/>
      <dgm:spPr/>
      <dgm:t>
        <a:bodyPr/>
        <a:lstStyle/>
        <a:p>
          <a:endParaRPr lang="zh-CN" altLang="en-US"/>
        </a:p>
      </dgm:t>
    </dgm:pt>
    <dgm:pt modelId="{67D802F6-52AB-4954-9F5A-D87183BBDD68}">
      <dgm:prSet phldrT="[文本]" custT="1"/>
      <dgm:spPr>
        <a:solidFill>
          <a:srgbClr val="0094A3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学生会干部</a:t>
          </a:r>
          <a:endParaRPr lang="zh-CN" altLang="en-US" sz="2000" dirty="0">
            <a:solidFill>
              <a:schemeClr val="bg1"/>
            </a:solidFill>
          </a:endParaRPr>
        </a:p>
      </dgm:t>
    </dgm:pt>
    <dgm:pt modelId="{C1B4242D-61DD-448C-8266-FC602BED7249}" type="parTrans" cxnId="{38CAD7CA-7A87-4983-A536-E87DE7C0F0E7}">
      <dgm:prSet/>
      <dgm:spPr/>
      <dgm:t>
        <a:bodyPr/>
        <a:lstStyle/>
        <a:p>
          <a:endParaRPr lang="zh-CN" altLang="en-US"/>
        </a:p>
      </dgm:t>
    </dgm:pt>
    <dgm:pt modelId="{7868862E-D951-49E9-83C7-75B24EB70B9B}" type="sibTrans" cxnId="{38CAD7CA-7A87-4983-A536-E87DE7C0F0E7}">
      <dgm:prSet/>
      <dgm:spPr/>
      <dgm:t>
        <a:bodyPr/>
        <a:lstStyle/>
        <a:p>
          <a:endParaRPr lang="zh-CN" altLang="en-US"/>
        </a:p>
      </dgm:t>
    </dgm:pt>
    <dgm:pt modelId="{B10A8020-1143-4909-BB1C-2B9CCCD0152B}">
      <dgm:prSet phldrT="[文本]" custT="1"/>
      <dgm:spPr>
        <a:solidFill>
          <a:srgbClr val="0094A3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曾担任多个部门的学生会干部</a:t>
          </a:r>
          <a:endParaRPr lang="zh-CN" altLang="en-US" sz="1600" dirty="0">
            <a:solidFill>
              <a:schemeClr val="bg1"/>
            </a:solidFill>
          </a:endParaRPr>
        </a:p>
      </dgm:t>
    </dgm:pt>
    <dgm:pt modelId="{167D96C0-E4F2-4A26-B446-9E614A3A5B9A}" type="parTrans" cxnId="{E404915A-640E-4026-AC20-7825FEE664A2}">
      <dgm:prSet/>
      <dgm:spPr/>
      <dgm:t>
        <a:bodyPr/>
        <a:lstStyle/>
        <a:p>
          <a:endParaRPr lang="zh-CN" altLang="en-US"/>
        </a:p>
      </dgm:t>
    </dgm:pt>
    <dgm:pt modelId="{6B43153E-5DBB-421B-8675-1B152C093C6F}" type="sibTrans" cxnId="{E404915A-640E-4026-AC20-7825FEE664A2}">
      <dgm:prSet/>
      <dgm:spPr/>
      <dgm:t>
        <a:bodyPr/>
        <a:lstStyle/>
        <a:p>
          <a:endParaRPr lang="zh-CN" altLang="en-US"/>
        </a:p>
      </dgm:t>
    </dgm:pt>
    <dgm:pt modelId="{4DAE7DC7-C7BE-4372-8C4C-ACD29A22054D}">
      <dgm:prSet phldrT="[文本]" custT="1"/>
      <dgm:spPr>
        <a:solidFill>
          <a:srgbClr val="0094A3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担任学生会干部，获得优秀干事称号</a:t>
          </a:r>
          <a:endParaRPr lang="zh-CN" altLang="en-US" sz="1600" dirty="0">
            <a:solidFill>
              <a:schemeClr val="bg1"/>
            </a:solidFill>
          </a:endParaRPr>
        </a:p>
      </dgm:t>
    </dgm:pt>
    <dgm:pt modelId="{E658DF64-71CD-4B16-82C4-1C50A0186F30}" type="parTrans" cxnId="{DCA75875-95DA-4063-B767-8866AED7B844}">
      <dgm:prSet/>
      <dgm:spPr/>
      <dgm:t>
        <a:bodyPr/>
        <a:lstStyle/>
        <a:p>
          <a:endParaRPr lang="zh-CN" altLang="en-US"/>
        </a:p>
      </dgm:t>
    </dgm:pt>
    <dgm:pt modelId="{499C59B9-E531-4A08-AE4D-0E37703DD290}" type="sibTrans" cxnId="{DCA75875-95DA-4063-B767-8866AED7B844}">
      <dgm:prSet/>
      <dgm:spPr/>
      <dgm:t>
        <a:bodyPr/>
        <a:lstStyle/>
        <a:p>
          <a:endParaRPr lang="zh-CN" altLang="en-US"/>
        </a:p>
      </dgm:t>
    </dgm:pt>
    <dgm:pt modelId="{3C703BFA-3B32-40CB-BBBE-E83A4402CC4E}">
      <dgm:prSet phldrT="[文本]" custT="1"/>
      <dgm:spPr>
        <a:solidFill>
          <a:srgbClr val="C00000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品学兼优</a:t>
          </a:r>
          <a:endParaRPr lang="zh-CN" altLang="en-US" sz="2000" dirty="0">
            <a:solidFill>
              <a:schemeClr val="bg1"/>
            </a:solidFill>
          </a:endParaRPr>
        </a:p>
      </dgm:t>
    </dgm:pt>
    <dgm:pt modelId="{5F2A72B0-9C16-4601-B826-CF6BB56F2AB3}" type="parTrans" cxnId="{40B58FFE-C8DA-4C7E-84DD-48E501CB3011}">
      <dgm:prSet/>
      <dgm:spPr/>
      <dgm:t>
        <a:bodyPr/>
        <a:lstStyle/>
        <a:p>
          <a:endParaRPr lang="zh-CN" altLang="en-US"/>
        </a:p>
      </dgm:t>
    </dgm:pt>
    <dgm:pt modelId="{598CA76D-93AC-4746-B403-83530D7D5186}" type="sibTrans" cxnId="{40B58FFE-C8DA-4C7E-84DD-48E501CB3011}">
      <dgm:prSet/>
      <dgm:spPr/>
      <dgm:t>
        <a:bodyPr/>
        <a:lstStyle/>
        <a:p>
          <a:endParaRPr lang="zh-CN" altLang="en-US"/>
        </a:p>
      </dgm:t>
    </dgm:pt>
    <dgm:pt modelId="{0873CF9C-FE78-4E4A-B3BD-08BB6A897198}">
      <dgm:prSet phldrT="[文本]" custT="1"/>
      <dgm:spPr>
        <a:solidFill>
          <a:srgbClr val="C00000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连续三年获学院奖学金</a:t>
          </a:r>
          <a:endParaRPr lang="zh-CN" altLang="en-US" sz="1600" dirty="0">
            <a:solidFill>
              <a:schemeClr val="bg1"/>
            </a:solidFill>
          </a:endParaRPr>
        </a:p>
      </dgm:t>
    </dgm:pt>
    <dgm:pt modelId="{2B0179AE-93DB-4D93-B1D2-B16D6BC17341}" type="parTrans" cxnId="{E327A082-4D14-4B85-B0AE-A307CB9E03E5}">
      <dgm:prSet/>
      <dgm:spPr/>
      <dgm:t>
        <a:bodyPr/>
        <a:lstStyle/>
        <a:p>
          <a:endParaRPr lang="zh-CN" altLang="en-US"/>
        </a:p>
      </dgm:t>
    </dgm:pt>
    <dgm:pt modelId="{6A994969-6175-4912-8302-B5D8B7E46B9F}" type="sibTrans" cxnId="{E327A082-4D14-4B85-B0AE-A307CB9E03E5}">
      <dgm:prSet/>
      <dgm:spPr/>
      <dgm:t>
        <a:bodyPr/>
        <a:lstStyle/>
        <a:p>
          <a:endParaRPr lang="zh-CN" altLang="en-US"/>
        </a:p>
      </dgm:t>
    </dgm:pt>
    <dgm:pt modelId="{7B91E25F-F35D-4E44-859E-55F6563909E7}">
      <dgm:prSet phldrT="[文本]" custT="1"/>
      <dgm:spPr>
        <a:solidFill>
          <a:srgbClr val="C00000"/>
        </a:solidFill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r>
            <a: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三年都积极参与社会实践，做过市场营销员、软件工程师</a:t>
          </a:r>
          <a:endParaRPr lang="zh-CN" altLang="en-US" sz="1600" dirty="0">
            <a:solidFill>
              <a:schemeClr val="bg1"/>
            </a:solidFill>
          </a:endParaRPr>
        </a:p>
      </dgm:t>
    </dgm:pt>
    <dgm:pt modelId="{AB645453-8833-448B-8A0E-D6163F8E1579}" type="parTrans" cxnId="{AD5F03E1-A38F-4845-A4E1-D3ECFE8C984B}">
      <dgm:prSet/>
      <dgm:spPr/>
      <dgm:t>
        <a:bodyPr/>
        <a:lstStyle/>
        <a:p>
          <a:endParaRPr lang="zh-CN" altLang="en-US"/>
        </a:p>
      </dgm:t>
    </dgm:pt>
    <dgm:pt modelId="{1C27F136-4180-4333-8E04-60A7B515F486}" type="sibTrans" cxnId="{AD5F03E1-A38F-4845-A4E1-D3ECFE8C984B}">
      <dgm:prSet/>
      <dgm:spPr/>
      <dgm:t>
        <a:bodyPr/>
        <a:lstStyle/>
        <a:p>
          <a:endParaRPr lang="zh-CN" altLang="en-US"/>
        </a:p>
      </dgm:t>
    </dgm:pt>
    <dgm:pt modelId="{8071B69A-AA3D-44ED-8E33-BBF755F5B2AB}" type="pres">
      <dgm:prSet presAssocID="{C65F8A8E-1E5E-4C69-8C59-1A06A080FAE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F25997F-B008-4BFA-B118-CA5F366D8D83}" type="pres">
      <dgm:prSet presAssocID="{BFBBF95A-D9D0-4F55-9E72-0F62C30B763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24CF8B-CD6C-4FCC-BEC0-E17A1BF80B14}" type="pres">
      <dgm:prSet presAssocID="{953F4689-32EC-4837-A464-19BEF0EA1907}" presName="sibTrans" presStyleCnt="0"/>
      <dgm:spPr/>
    </dgm:pt>
    <dgm:pt modelId="{BA985147-B2B7-4029-8A03-CCD2872FCDFB}" type="pres">
      <dgm:prSet presAssocID="{67D802F6-52AB-4954-9F5A-D87183BBDD68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73F1036-7D82-413A-B991-DC4A5F66435A}" type="pres">
      <dgm:prSet presAssocID="{7868862E-D951-49E9-83C7-75B24EB70B9B}" presName="sibTrans" presStyleCnt="0"/>
      <dgm:spPr/>
    </dgm:pt>
    <dgm:pt modelId="{4EC2FA6F-559E-4146-86D8-37B3D1594686}" type="pres">
      <dgm:prSet presAssocID="{3C703BFA-3B32-40CB-BBBE-E83A4402CC4E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BF1B80-B8DF-4DB6-9BB3-5F89CD025E56}" type="presOf" srcId="{67D802F6-52AB-4954-9F5A-D87183BBDD68}" destId="{BA985147-B2B7-4029-8A03-CCD2872FCDFB}" srcOrd="0" destOrd="0" presId="urn:microsoft.com/office/officeart/2005/8/layout/hList6"/>
    <dgm:cxn modelId="{38CAD7CA-7A87-4983-A536-E87DE7C0F0E7}" srcId="{C65F8A8E-1E5E-4C69-8C59-1A06A080FAEA}" destId="{67D802F6-52AB-4954-9F5A-D87183BBDD68}" srcOrd="1" destOrd="0" parTransId="{C1B4242D-61DD-448C-8266-FC602BED7249}" sibTransId="{7868862E-D951-49E9-83C7-75B24EB70B9B}"/>
    <dgm:cxn modelId="{7C34675D-2685-41C2-9981-2C9FCA5429D4}" type="presOf" srcId="{4DAE7DC7-C7BE-4372-8C4C-ACD29A22054D}" destId="{BA985147-B2B7-4029-8A03-CCD2872FCDFB}" srcOrd="0" destOrd="2" presId="urn:microsoft.com/office/officeart/2005/8/layout/hList6"/>
    <dgm:cxn modelId="{40B58FFE-C8DA-4C7E-84DD-48E501CB3011}" srcId="{C65F8A8E-1E5E-4C69-8C59-1A06A080FAEA}" destId="{3C703BFA-3B32-40CB-BBBE-E83A4402CC4E}" srcOrd="2" destOrd="0" parTransId="{5F2A72B0-9C16-4601-B826-CF6BB56F2AB3}" sibTransId="{598CA76D-93AC-4746-B403-83530D7D5186}"/>
    <dgm:cxn modelId="{DCA75875-95DA-4063-B767-8866AED7B844}" srcId="{67D802F6-52AB-4954-9F5A-D87183BBDD68}" destId="{4DAE7DC7-C7BE-4372-8C4C-ACD29A22054D}" srcOrd="1" destOrd="0" parTransId="{E658DF64-71CD-4B16-82C4-1C50A0186F30}" sibTransId="{499C59B9-E531-4A08-AE4D-0E37703DD290}"/>
    <dgm:cxn modelId="{E404915A-640E-4026-AC20-7825FEE664A2}" srcId="{67D802F6-52AB-4954-9F5A-D87183BBDD68}" destId="{B10A8020-1143-4909-BB1C-2B9CCCD0152B}" srcOrd="0" destOrd="0" parTransId="{167D96C0-E4F2-4A26-B446-9E614A3A5B9A}" sibTransId="{6B43153E-5DBB-421B-8675-1B152C093C6F}"/>
    <dgm:cxn modelId="{C27AC537-666B-4F7E-8195-C22BF29E0DEC}" type="presOf" srcId="{BFBBF95A-D9D0-4F55-9E72-0F62C30B7637}" destId="{EF25997F-B008-4BFA-B118-CA5F366D8D83}" srcOrd="0" destOrd="0" presId="urn:microsoft.com/office/officeart/2005/8/layout/hList6"/>
    <dgm:cxn modelId="{70454AB8-71A4-4710-A934-E943C81EE0D0}" srcId="{C65F8A8E-1E5E-4C69-8C59-1A06A080FAEA}" destId="{BFBBF95A-D9D0-4F55-9E72-0F62C30B7637}" srcOrd="0" destOrd="0" parTransId="{FA8407C9-62A4-46C8-8146-786D2AD5E2BB}" sibTransId="{953F4689-32EC-4837-A464-19BEF0EA1907}"/>
    <dgm:cxn modelId="{2FCEE217-E654-45BB-A016-7989E6C19812}" type="presOf" srcId="{B10A8020-1143-4909-BB1C-2B9CCCD0152B}" destId="{BA985147-B2B7-4029-8A03-CCD2872FCDFB}" srcOrd="0" destOrd="1" presId="urn:microsoft.com/office/officeart/2005/8/layout/hList6"/>
    <dgm:cxn modelId="{DEEC9D8E-7B31-4B78-8174-3B52CBCC3E73}" type="presOf" srcId="{3C703BFA-3B32-40CB-BBBE-E83A4402CC4E}" destId="{4EC2FA6F-559E-4146-86D8-37B3D1594686}" srcOrd="0" destOrd="0" presId="urn:microsoft.com/office/officeart/2005/8/layout/hList6"/>
    <dgm:cxn modelId="{AD5F03E1-A38F-4845-A4E1-D3ECFE8C984B}" srcId="{3C703BFA-3B32-40CB-BBBE-E83A4402CC4E}" destId="{7B91E25F-F35D-4E44-859E-55F6563909E7}" srcOrd="1" destOrd="0" parTransId="{AB645453-8833-448B-8A0E-D6163F8E1579}" sibTransId="{1C27F136-4180-4333-8E04-60A7B515F486}"/>
    <dgm:cxn modelId="{CEA80926-0BF0-4F2F-B4A5-C3C33E8B16EF}" type="presOf" srcId="{7B91E25F-F35D-4E44-859E-55F6563909E7}" destId="{4EC2FA6F-559E-4146-86D8-37B3D1594686}" srcOrd="0" destOrd="2" presId="urn:microsoft.com/office/officeart/2005/8/layout/hList6"/>
    <dgm:cxn modelId="{51DBEE43-8DED-4A82-9059-EFA9DCB80B6B}" type="presOf" srcId="{0873CF9C-FE78-4E4A-B3BD-08BB6A897198}" destId="{4EC2FA6F-559E-4146-86D8-37B3D1594686}" srcOrd="0" destOrd="1" presId="urn:microsoft.com/office/officeart/2005/8/layout/hList6"/>
    <dgm:cxn modelId="{C47D61E4-840B-4853-AA0F-8FFFAFB9C540}" type="presOf" srcId="{C65F8A8E-1E5E-4C69-8C59-1A06A080FAEA}" destId="{8071B69A-AA3D-44ED-8E33-BBF755F5B2AB}" srcOrd="0" destOrd="0" presId="urn:microsoft.com/office/officeart/2005/8/layout/hList6"/>
    <dgm:cxn modelId="{E327A082-4D14-4B85-B0AE-A307CB9E03E5}" srcId="{3C703BFA-3B32-40CB-BBBE-E83A4402CC4E}" destId="{0873CF9C-FE78-4E4A-B3BD-08BB6A897198}" srcOrd="0" destOrd="0" parTransId="{2B0179AE-93DB-4D93-B1D2-B16D6BC17341}" sibTransId="{6A994969-6175-4912-8302-B5D8B7E46B9F}"/>
    <dgm:cxn modelId="{1E21D18A-8C5F-41F7-A73C-4E53690ADC3B}" type="presParOf" srcId="{8071B69A-AA3D-44ED-8E33-BBF755F5B2AB}" destId="{EF25997F-B008-4BFA-B118-CA5F366D8D83}" srcOrd="0" destOrd="0" presId="urn:microsoft.com/office/officeart/2005/8/layout/hList6"/>
    <dgm:cxn modelId="{E813EA94-799D-40B5-ABFC-BB4911CD8CCA}" type="presParOf" srcId="{8071B69A-AA3D-44ED-8E33-BBF755F5B2AB}" destId="{5224CF8B-CD6C-4FCC-BEC0-E17A1BF80B14}" srcOrd="1" destOrd="0" presId="urn:microsoft.com/office/officeart/2005/8/layout/hList6"/>
    <dgm:cxn modelId="{469F3ABE-6436-4731-B9B1-6E874EFE0A38}" type="presParOf" srcId="{8071B69A-AA3D-44ED-8E33-BBF755F5B2AB}" destId="{BA985147-B2B7-4029-8A03-CCD2872FCDFB}" srcOrd="2" destOrd="0" presId="urn:microsoft.com/office/officeart/2005/8/layout/hList6"/>
    <dgm:cxn modelId="{50B0BC94-AA0B-4F03-AB81-E1D6FF424AB3}" type="presParOf" srcId="{8071B69A-AA3D-44ED-8E33-BBF755F5B2AB}" destId="{473F1036-7D82-413A-B991-DC4A5F66435A}" srcOrd="3" destOrd="0" presId="urn:microsoft.com/office/officeart/2005/8/layout/hList6"/>
    <dgm:cxn modelId="{9BA6E402-A9AF-4E27-8011-8FFC935E26FE}" type="presParOf" srcId="{8071B69A-AA3D-44ED-8E33-BBF755F5B2AB}" destId="{4EC2FA6F-559E-4146-86D8-37B3D159468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5997F-B008-4BFA-B118-CA5F366D8D83}">
      <dsp:nvSpPr>
        <dsp:cNvPr id="0" name=""/>
        <dsp:cNvSpPr/>
      </dsp:nvSpPr>
      <dsp:spPr>
        <a:xfrm rot="16200000">
          <a:off x="-908314" y="909034"/>
          <a:ext cx="3689350" cy="1871281"/>
        </a:xfrm>
        <a:prstGeom prst="flowChartManualOperation">
          <a:avLst/>
        </a:prstGeom>
        <a:solidFill>
          <a:srgbClr val="E99C3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校园大使主席</a:t>
          </a:r>
          <a:r>
            <a:rPr lang="zh-CN" altLang="en-US" sz="16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在校期间担任熊猫有限公司校园大使主席</a:t>
          </a:r>
          <a:endParaRPr lang="zh-CN" altLang="en-US" sz="2000" kern="1200" dirty="0">
            <a:solidFill>
              <a:schemeClr val="bg1"/>
            </a:solidFill>
          </a:endParaRPr>
        </a:p>
      </dsp:txBody>
      <dsp:txXfrm rot="5400000">
        <a:off x="720" y="737870"/>
        <a:ext cx="1871281" cy="2213610"/>
      </dsp:txXfrm>
    </dsp:sp>
    <dsp:sp modelId="{BA985147-B2B7-4029-8A03-CCD2872FCDFB}">
      <dsp:nvSpPr>
        <dsp:cNvPr id="0" name=""/>
        <dsp:cNvSpPr/>
      </dsp:nvSpPr>
      <dsp:spPr>
        <a:xfrm rot="16200000">
          <a:off x="1103312" y="909034"/>
          <a:ext cx="3689350" cy="1871281"/>
        </a:xfrm>
        <a:prstGeom prst="flowChartManualOperation">
          <a:avLst/>
        </a:prstGeom>
        <a:solidFill>
          <a:srgbClr val="0094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学生会干部</a:t>
          </a:r>
          <a:endParaRPr lang="zh-CN" altLang="en-US" sz="2000" kern="1200" dirty="0">
            <a:solidFill>
              <a:schemeClr val="bg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曾担任多个部门的学生会干部</a:t>
          </a:r>
          <a:endParaRPr lang="zh-CN" altLang="en-US" sz="1600" kern="1200" dirty="0">
            <a:solidFill>
              <a:schemeClr val="bg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担任学生会干部，获得优秀干事称号</a:t>
          </a:r>
          <a:endParaRPr lang="zh-CN" altLang="en-US" sz="1600" kern="1200" dirty="0">
            <a:solidFill>
              <a:schemeClr val="bg1"/>
            </a:solidFill>
          </a:endParaRPr>
        </a:p>
      </dsp:txBody>
      <dsp:txXfrm rot="5400000">
        <a:off x="2012346" y="737870"/>
        <a:ext cx="1871281" cy="2213610"/>
      </dsp:txXfrm>
    </dsp:sp>
    <dsp:sp modelId="{4EC2FA6F-559E-4146-86D8-37B3D1594686}">
      <dsp:nvSpPr>
        <dsp:cNvPr id="0" name=""/>
        <dsp:cNvSpPr/>
      </dsp:nvSpPr>
      <dsp:spPr>
        <a:xfrm rot="16200000">
          <a:off x="3114939" y="909034"/>
          <a:ext cx="3689350" cy="1871281"/>
        </a:xfrm>
        <a:prstGeom prst="flowChartManualOperation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品学兼优</a:t>
          </a:r>
          <a:endParaRPr lang="zh-CN" altLang="en-US" sz="2000" kern="1200" dirty="0">
            <a:solidFill>
              <a:schemeClr val="bg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连续三年获学院奖学金</a:t>
          </a:r>
          <a:endParaRPr lang="zh-CN" altLang="en-US" sz="1600" kern="1200" dirty="0">
            <a:solidFill>
              <a:schemeClr val="bg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rPr>
            <a:t>三年都积极参与社会实践，做过市场营销员、软件工程师</a:t>
          </a:r>
          <a:endParaRPr lang="zh-CN" altLang="en-US" sz="1600" kern="1200" dirty="0">
            <a:solidFill>
              <a:schemeClr val="bg1"/>
            </a:solidFill>
          </a:endParaRPr>
        </a:p>
      </dsp:txBody>
      <dsp:txXfrm rot="5400000">
        <a:off x="4023973" y="737870"/>
        <a:ext cx="1871281" cy="2213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A0C4B-B445-43FE-954D-760A33048E71}" type="datetimeFigureOut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71FAE-F02B-4105-9FB8-6BE5C8896E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70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71FAE-F02B-4105-9FB8-6BE5C8896EA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9143999" cy="51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7550092" y="4898179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ea typeface="宋体" panose="02010600030101010101" pitchFamily="2" charset="-122"/>
              </a:rPr>
              <a:t>      </a:t>
            </a:r>
            <a:endParaRPr lang="en-US" altLang="zh-CN" sz="100" dirty="0">
              <a:solidFill>
                <a:prstClr val="white"/>
              </a:solidFill>
              <a:ea typeface="宋体" panose="02010600030101010101" pitchFamily="2" charset="-122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ea typeface="宋体" panose="02010600030101010101" pitchFamily="2" charset="-122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0"/>
            <a:ext cx="9143999" cy="514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165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7970" indent="-267335" algn="l" defTabSz="685165" rtl="0" eaLnBrk="1" latinLnBrk="0" hangingPunct="1">
        <a:lnSpc>
          <a:spcPct val="110000"/>
        </a:lnSpc>
        <a:spcBef>
          <a:spcPts val="1350"/>
        </a:spcBef>
        <a:buClr>
          <a:schemeClr val="accent2"/>
        </a:buClr>
        <a:buSzPct val="100000"/>
        <a:buFont typeface="Webdings" panose="05030102010509060703" pitchFamily="18" charset="2"/>
        <a:buChar char=""/>
        <a:defRPr sz="15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267970" indent="-267335" algn="l" defTabSz="685165" rtl="0" eaLnBrk="1" latinLnBrk="0" hangingPunct="1">
        <a:lnSpc>
          <a:spcPct val="130000"/>
        </a:lnSpc>
        <a:spcBef>
          <a:spcPts val="375"/>
        </a:spcBef>
        <a:buFont typeface="Calibri" panose="020F0502020204030204" pitchFamily="34" charset="0"/>
        <a:buChar char=" "/>
        <a:defRPr sz="1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857250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1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4124024" y="3406493"/>
            <a:ext cx="1192530" cy="3352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>
                <a:uFillTx/>
              </a:defRPr>
            </a:pPr>
            <a:r>
              <a:rPr lang="zh-CN" altLang="en-US" sz="1585" b="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sym typeface="Bebas Neue"/>
              </a:rPr>
              <a:t>玉玉的简历</a:t>
            </a:r>
          </a:p>
        </p:txBody>
      </p:sp>
      <p:sp>
        <p:nvSpPr>
          <p:cNvPr id="40" name="矩形 39"/>
          <p:cNvSpPr/>
          <p:nvPr/>
        </p:nvSpPr>
        <p:spPr>
          <a:xfrm>
            <a:off x="3390232" y="2231999"/>
            <a:ext cx="2627643" cy="8248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>
                <a:uFillTx/>
              </a:defRPr>
            </a:pPr>
            <a:r>
              <a:rPr lang="zh-CN" altLang="en-US" sz="4760" b="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sym typeface="Bebas Neue"/>
              </a:rPr>
              <a:t>个人简历</a:t>
            </a:r>
          </a:p>
        </p:txBody>
      </p:sp>
      <p:sp>
        <p:nvSpPr>
          <p:cNvPr id="41" name="矩形 40"/>
          <p:cNvSpPr/>
          <p:nvPr/>
        </p:nvSpPr>
        <p:spPr>
          <a:xfrm>
            <a:off x="3874950" y="2871029"/>
            <a:ext cx="1607185" cy="58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>
                <a:uFillTx/>
              </a:defRPr>
            </a:pPr>
            <a:r>
              <a:rPr lang="en-US" altLang="zh-CN" sz="3175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RESUME</a:t>
            </a:r>
            <a:endParaRPr lang="en-US" altLang="zh-CN" sz="3175" b="1" dirty="0" smtClean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sym typeface="Bebas Neue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-12065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776" y="288212"/>
            <a:ext cx="2021025" cy="1887920"/>
          </a:xfrm>
          <a:prstGeom prst="flowChartConnector">
            <a:avLst/>
          </a:prstGeom>
          <a:ln w="28575">
            <a:solidFill>
              <a:schemeClr val="bg1"/>
            </a:solidFill>
            <a:prstDash val="dashDot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/>
          <p:nvPr/>
        </p:nvGrpSpPr>
        <p:grpSpPr>
          <a:xfrm>
            <a:off x="1339252" y="1329308"/>
            <a:ext cx="6554462" cy="3214568"/>
            <a:chOff x="1785669" y="1086010"/>
            <a:chExt cx="8739282" cy="4286090"/>
          </a:xfrm>
        </p:grpSpPr>
        <p:sp>
          <p:nvSpPr>
            <p:cNvPr id="18" name="圆角矩形 17"/>
            <p:cNvSpPr/>
            <p:nvPr/>
          </p:nvSpPr>
          <p:spPr>
            <a:xfrm>
              <a:off x="1785669" y="1086010"/>
              <a:ext cx="8739282" cy="4286090"/>
            </a:xfrm>
            <a:prstGeom prst="roundRect">
              <a:avLst>
                <a:gd name="adj" fmla="val 3595"/>
              </a:avLst>
            </a:prstGeom>
            <a:gradFill>
              <a:gsLst>
                <a:gs pos="100000">
                  <a:schemeClr val="bg1">
                    <a:lumMod val="96000"/>
                  </a:schemeClr>
                </a:gs>
                <a:gs pos="0">
                  <a:schemeClr val="bg1">
                    <a:lumMod val="88000"/>
                  </a:schemeClr>
                </a:gs>
              </a:gsLst>
              <a:lin ang="5400000" scaled="0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127000" dist="50800" dir="27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1845680" y="1165721"/>
              <a:ext cx="8603245" cy="4120654"/>
            </a:xfrm>
            <a:prstGeom prst="roundRect">
              <a:avLst>
                <a:gd name="adj" fmla="val 3359"/>
              </a:avLst>
            </a:prstGeom>
            <a:solidFill>
              <a:srgbClr val="EA6103"/>
            </a:solidFill>
            <a:ln w="222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889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895680" y="2147661"/>
            <a:ext cx="5441606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bg1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     本人</a:t>
            </a:r>
            <a:r>
              <a:rPr lang="zh-CN" altLang="en-US" sz="1050" dirty="0">
                <a:solidFill>
                  <a:schemeClr val="bg1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性格热情开朗，待人友好，为人诚实谦虚。工作勤奋，认真负责，能吃苦耐劳，尽职尽责，有耐心。具有亲和力，平易近人，善于与人沟通。 学习刻苦认真，成绩优秀，名列前茅。品学兼优，连续三年获得学院奖学金。 曾担任系学生会外联部干部、系团总支组织部副部长、班级生活委员等，在学生工作和外出拉赞助与商家联系的过程中，大大提高了自己的办事和处事能力。此外，还积极参加课外文体活动，各种社会实践活动和兼职工作等，以增加自己的阅历，提高自己的能力。在工作中体会办事方式，锻炼口才和人际交往能力。曾连续两年获得学院“暑期社会实践积极分子”，“学生会优秀干事”等荣誉称号。 </a:t>
            </a:r>
            <a:endParaRPr lang="zh-CN" altLang="en-US" sz="1050" dirty="0">
              <a:solidFill>
                <a:schemeClr val="bg1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  <a:cs typeface="方正兰亭细黑_GBK_M" panose="02010600010101010101" pitchFamily="2" charset="2"/>
            </a:endParaRPr>
          </a:p>
        </p:txBody>
      </p:sp>
      <p:grpSp>
        <p:nvGrpSpPr>
          <p:cNvPr id="43" name="组合 42"/>
          <p:cNvGrpSpPr/>
          <p:nvPr/>
        </p:nvGrpSpPr>
        <p:grpSpPr>
          <a:xfrm flipH="1">
            <a:off x="3926354" y="570261"/>
            <a:ext cx="1380257" cy="1380257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0"/>
            </a:p>
          </p:txBody>
        </p:sp>
        <p:sp>
          <p:nvSpPr>
            <p:cNvPr id="46" name="椭圆 45"/>
            <p:cNvSpPr/>
            <p:nvPr/>
          </p:nvSpPr>
          <p:spPr>
            <a:xfrm>
              <a:off x="2936814" y="1948725"/>
              <a:ext cx="3630123" cy="363012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5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-6350" y="843"/>
            <a:ext cx="4952999" cy="175668"/>
            <a:chOff x="0" y="-1"/>
            <a:chExt cx="9985800" cy="287760"/>
          </a:xfrm>
        </p:grpSpPr>
        <p:sp>
          <p:nvSpPr>
            <p:cNvPr id="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91" y="688896"/>
            <a:ext cx="1179605" cy="1179605"/>
          </a:xfrm>
          <a:prstGeom prst="flowChartConnector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2092608" y="974331"/>
            <a:ext cx="3565255" cy="1051256"/>
            <a:chOff x="3666426" y="621540"/>
            <a:chExt cx="4753673" cy="1401675"/>
          </a:xfrm>
        </p:grpSpPr>
        <p:sp>
          <p:nvSpPr>
            <p:cNvPr id="89" name="圆角矩形 88"/>
            <p:cNvSpPr/>
            <p:nvPr/>
          </p:nvSpPr>
          <p:spPr>
            <a:xfrm>
              <a:off x="4367263" y="962123"/>
              <a:ext cx="4052836" cy="740805"/>
            </a:xfrm>
            <a:prstGeom prst="roundRect">
              <a:avLst>
                <a:gd name="adj" fmla="val 26862"/>
              </a:avLst>
            </a:prstGeom>
            <a:solidFill>
              <a:srgbClr val="EA6103"/>
            </a:solidFill>
            <a:ln w="15875">
              <a:gradFill flip="none" rotWithShape="1">
                <a:gsLst>
                  <a:gs pos="0">
                    <a:srgbClr val="C9C9C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889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3666426" y="621540"/>
              <a:ext cx="1401675" cy="1401675"/>
              <a:chOff x="1990026" y="2085035"/>
              <a:chExt cx="1821716" cy="1821716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990026" y="2085035"/>
                <a:ext cx="1821716" cy="1821716"/>
                <a:chOff x="475814" y="349985"/>
                <a:chExt cx="1821716" cy="1821716"/>
              </a:xfrm>
            </p:grpSpPr>
            <p:sp>
              <p:nvSpPr>
                <p:cNvPr id="6" name="椭圆 5"/>
                <p:cNvSpPr/>
                <p:nvPr/>
              </p:nvSpPr>
              <p:spPr>
                <a:xfrm>
                  <a:off x="475814" y="349985"/>
                  <a:ext cx="1821716" cy="182171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ln w="22225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292100" dist="1397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584988" y="459157"/>
                  <a:ext cx="1603372" cy="1603369"/>
                  <a:chOff x="2706464" y="2004333"/>
                  <a:chExt cx="2228852" cy="2228849"/>
                </a:xfrm>
                <a:effectLst/>
              </p:grpSpPr>
              <p:sp>
                <p:nvSpPr>
                  <p:cNvPr id="8" name="椭圆 7"/>
                  <p:cNvSpPr/>
                  <p:nvPr/>
                </p:nvSpPr>
                <p:spPr>
                  <a:xfrm>
                    <a:off x="2706464" y="2004333"/>
                    <a:ext cx="2228852" cy="2228849"/>
                  </a:xfrm>
                  <a:prstGeom prst="ellipse">
                    <a:avLst/>
                  </a:prstGeom>
                  <a:solidFill>
                    <a:srgbClr val="EA610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9" name="椭圆 8"/>
                  <p:cNvSpPr/>
                  <p:nvPr/>
                </p:nvSpPr>
                <p:spPr>
                  <a:xfrm>
                    <a:off x="2819402" y="2117274"/>
                    <a:ext cx="2002967" cy="200296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D5D5D5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10" name="椭圆 9"/>
                  <p:cNvSpPr/>
                  <p:nvPr/>
                </p:nvSpPr>
                <p:spPr>
                  <a:xfrm>
                    <a:off x="2977245" y="2275115"/>
                    <a:ext cx="1687284" cy="1687284"/>
                  </a:xfrm>
                  <a:prstGeom prst="ellipse">
                    <a:avLst/>
                  </a:prstGeom>
                  <a:solidFill>
                    <a:srgbClr val="EA6103"/>
                  </a:solidFill>
                  <a:ln w="38100">
                    <a:gradFill flip="none" rotWithShape="1">
                      <a:gsLst>
                        <a:gs pos="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1"/>
                      <a:tileRect/>
                    </a:gradFill>
                  </a:ln>
                  <a:effectLst>
                    <a:innerShdw blurRad="177800" dist="762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</p:grpSp>
          </p:grpSp>
          <p:sp>
            <p:nvSpPr>
              <p:cNvPr id="58" name="KSO_Shape"/>
              <p:cNvSpPr/>
              <p:nvPr/>
            </p:nvSpPr>
            <p:spPr bwMode="auto">
              <a:xfrm>
                <a:off x="2747908" y="2689944"/>
                <a:ext cx="319140" cy="638281"/>
              </a:xfrm>
              <a:custGeom>
                <a:avLst/>
                <a:gdLst/>
                <a:ahLst/>
                <a:cxnLst/>
                <a:rect l="0" t="0" r="r" b="b"/>
                <a:pathLst>
                  <a:path w="725488" h="1450976">
                    <a:moveTo>
                      <a:pt x="180975" y="543686"/>
                    </a:moveTo>
                    <a:lnTo>
                      <a:pt x="544513" y="543686"/>
                    </a:lnTo>
                    <a:lnTo>
                      <a:pt x="544513" y="785648"/>
                    </a:lnTo>
                    <a:lnTo>
                      <a:pt x="544248" y="794903"/>
                    </a:lnTo>
                    <a:lnTo>
                      <a:pt x="543187" y="804158"/>
                    </a:lnTo>
                    <a:lnTo>
                      <a:pt x="542392" y="813149"/>
                    </a:lnTo>
                    <a:lnTo>
                      <a:pt x="540536" y="822140"/>
                    </a:lnTo>
                    <a:lnTo>
                      <a:pt x="538679" y="830867"/>
                    </a:lnTo>
                    <a:lnTo>
                      <a:pt x="536293" y="839329"/>
                    </a:lnTo>
                    <a:lnTo>
                      <a:pt x="533111" y="847791"/>
                    </a:lnTo>
                    <a:lnTo>
                      <a:pt x="530194" y="856253"/>
                    </a:lnTo>
                    <a:lnTo>
                      <a:pt x="526482" y="864186"/>
                    </a:lnTo>
                    <a:lnTo>
                      <a:pt x="522504" y="871855"/>
                    </a:lnTo>
                    <a:lnTo>
                      <a:pt x="517997" y="879523"/>
                    </a:lnTo>
                    <a:lnTo>
                      <a:pt x="513224" y="886928"/>
                    </a:lnTo>
                    <a:lnTo>
                      <a:pt x="508186" y="893803"/>
                    </a:lnTo>
                    <a:lnTo>
                      <a:pt x="502882" y="900943"/>
                    </a:lnTo>
                    <a:lnTo>
                      <a:pt x="497049" y="907290"/>
                    </a:lnTo>
                    <a:lnTo>
                      <a:pt x="490950" y="913636"/>
                    </a:lnTo>
                    <a:lnTo>
                      <a:pt x="484851" y="919718"/>
                    </a:lnTo>
                    <a:lnTo>
                      <a:pt x="478222" y="925271"/>
                    </a:lnTo>
                    <a:lnTo>
                      <a:pt x="471328" y="930825"/>
                    </a:lnTo>
                    <a:lnTo>
                      <a:pt x="464169" y="935849"/>
                    </a:lnTo>
                    <a:lnTo>
                      <a:pt x="456744" y="940609"/>
                    </a:lnTo>
                    <a:lnTo>
                      <a:pt x="449054" y="944840"/>
                    </a:lnTo>
                    <a:lnTo>
                      <a:pt x="441630" y="949071"/>
                    </a:lnTo>
                    <a:lnTo>
                      <a:pt x="433145" y="952773"/>
                    </a:lnTo>
                    <a:lnTo>
                      <a:pt x="424925" y="955682"/>
                    </a:lnTo>
                    <a:lnTo>
                      <a:pt x="416705" y="958855"/>
                    </a:lnTo>
                    <a:lnTo>
                      <a:pt x="407954" y="961235"/>
                    </a:lnTo>
                    <a:lnTo>
                      <a:pt x="399204" y="963086"/>
                    </a:lnTo>
                    <a:lnTo>
                      <a:pt x="390188" y="964673"/>
                    </a:lnTo>
                    <a:lnTo>
                      <a:pt x="380908" y="965730"/>
                    </a:lnTo>
                    <a:lnTo>
                      <a:pt x="371892" y="966788"/>
                    </a:lnTo>
                    <a:lnTo>
                      <a:pt x="362612" y="966788"/>
                    </a:lnTo>
                    <a:lnTo>
                      <a:pt x="353331" y="966788"/>
                    </a:lnTo>
                    <a:lnTo>
                      <a:pt x="344050" y="965730"/>
                    </a:lnTo>
                    <a:lnTo>
                      <a:pt x="334770" y="964673"/>
                    </a:lnTo>
                    <a:lnTo>
                      <a:pt x="326019" y="963086"/>
                    </a:lnTo>
                    <a:lnTo>
                      <a:pt x="317269" y="961235"/>
                    </a:lnTo>
                    <a:lnTo>
                      <a:pt x="308518" y="958855"/>
                    </a:lnTo>
                    <a:lnTo>
                      <a:pt x="300033" y="955682"/>
                    </a:lnTo>
                    <a:lnTo>
                      <a:pt x="291813" y="952773"/>
                    </a:lnTo>
                    <a:lnTo>
                      <a:pt x="283858" y="949071"/>
                    </a:lnTo>
                    <a:lnTo>
                      <a:pt x="275903" y="944840"/>
                    </a:lnTo>
                    <a:lnTo>
                      <a:pt x="268214" y="940609"/>
                    </a:lnTo>
                    <a:lnTo>
                      <a:pt x="261054" y="935849"/>
                    </a:lnTo>
                    <a:lnTo>
                      <a:pt x="253895" y="930825"/>
                    </a:lnTo>
                    <a:lnTo>
                      <a:pt x="247001" y="925271"/>
                    </a:lnTo>
                    <a:lnTo>
                      <a:pt x="240372" y="919718"/>
                    </a:lnTo>
                    <a:lnTo>
                      <a:pt x="234008" y="913636"/>
                    </a:lnTo>
                    <a:lnTo>
                      <a:pt x="228174" y="907290"/>
                    </a:lnTo>
                    <a:lnTo>
                      <a:pt x="222341" y="900943"/>
                    </a:lnTo>
                    <a:lnTo>
                      <a:pt x="217037" y="893803"/>
                    </a:lnTo>
                    <a:lnTo>
                      <a:pt x="211999" y="886928"/>
                    </a:lnTo>
                    <a:lnTo>
                      <a:pt x="207226" y="879523"/>
                    </a:lnTo>
                    <a:lnTo>
                      <a:pt x="202984" y="871855"/>
                    </a:lnTo>
                    <a:lnTo>
                      <a:pt x="199006" y="864186"/>
                    </a:lnTo>
                    <a:lnTo>
                      <a:pt x="195294" y="856253"/>
                    </a:lnTo>
                    <a:lnTo>
                      <a:pt x="191847" y="847791"/>
                    </a:lnTo>
                    <a:lnTo>
                      <a:pt x="189195" y="839329"/>
                    </a:lnTo>
                    <a:lnTo>
                      <a:pt x="186809" y="830867"/>
                    </a:lnTo>
                    <a:lnTo>
                      <a:pt x="184422" y="822140"/>
                    </a:lnTo>
                    <a:lnTo>
                      <a:pt x="183097" y="813149"/>
                    </a:lnTo>
                    <a:lnTo>
                      <a:pt x="181771" y="804158"/>
                    </a:lnTo>
                    <a:lnTo>
                      <a:pt x="181240" y="794903"/>
                    </a:lnTo>
                    <a:lnTo>
                      <a:pt x="180975" y="785648"/>
                    </a:lnTo>
                    <a:lnTo>
                      <a:pt x="180975" y="543686"/>
                    </a:lnTo>
                    <a:close/>
                    <a:moveTo>
                      <a:pt x="60589" y="484188"/>
                    </a:moveTo>
                    <a:lnTo>
                      <a:pt x="66675" y="484453"/>
                    </a:lnTo>
                    <a:lnTo>
                      <a:pt x="72760" y="485510"/>
                    </a:lnTo>
                    <a:lnTo>
                      <a:pt x="78581" y="487096"/>
                    </a:lnTo>
                    <a:lnTo>
                      <a:pt x="84137" y="488947"/>
                    </a:lnTo>
                    <a:lnTo>
                      <a:pt x="89429" y="491591"/>
                    </a:lnTo>
                    <a:lnTo>
                      <a:pt x="94191" y="494499"/>
                    </a:lnTo>
                    <a:lnTo>
                      <a:pt x="99219" y="497935"/>
                    </a:lnTo>
                    <a:lnTo>
                      <a:pt x="103452" y="501901"/>
                    </a:lnTo>
                    <a:lnTo>
                      <a:pt x="107421" y="506131"/>
                    </a:lnTo>
                    <a:lnTo>
                      <a:pt x="110596" y="510889"/>
                    </a:lnTo>
                    <a:lnTo>
                      <a:pt x="113771" y="515912"/>
                    </a:lnTo>
                    <a:lnTo>
                      <a:pt x="116152" y="521200"/>
                    </a:lnTo>
                    <a:lnTo>
                      <a:pt x="118269" y="526487"/>
                    </a:lnTo>
                    <a:lnTo>
                      <a:pt x="119856" y="532303"/>
                    </a:lnTo>
                    <a:lnTo>
                      <a:pt x="120650" y="538383"/>
                    </a:lnTo>
                    <a:lnTo>
                      <a:pt x="121179" y="544464"/>
                    </a:lnTo>
                    <a:lnTo>
                      <a:pt x="121179" y="786095"/>
                    </a:lnTo>
                    <a:lnTo>
                      <a:pt x="121179" y="793233"/>
                    </a:lnTo>
                    <a:lnTo>
                      <a:pt x="121973" y="803807"/>
                    </a:lnTo>
                    <a:lnTo>
                      <a:pt x="123560" y="817554"/>
                    </a:lnTo>
                    <a:lnTo>
                      <a:pt x="124619" y="825750"/>
                    </a:lnTo>
                    <a:lnTo>
                      <a:pt x="126206" y="834209"/>
                    </a:lnTo>
                    <a:lnTo>
                      <a:pt x="128058" y="843462"/>
                    </a:lnTo>
                    <a:lnTo>
                      <a:pt x="130175" y="853244"/>
                    </a:lnTo>
                    <a:lnTo>
                      <a:pt x="132821" y="863290"/>
                    </a:lnTo>
                    <a:lnTo>
                      <a:pt x="136260" y="873600"/>
                    </a:lnTo>
                    <a:lnTo>
                      <a:pt x="139964" y="883910"/>
                    </a:lnTo>
                    <a:lnTo>
                      <a:pt x="144198" y="894485"/>
                    </a:lnTo>
                    <a:lnTo>
                      <a:pt x="149225" y="905588"/>
                    </a:lnTo>
                    <a:lnTo>
                      <a:pt x="154517" y="916163"/>
                    </a:lnTo>
                    <a:lnTo>
                      <a:pt x="160867" y="927002"/>
                    </a:lnTo>
                    <a:lnTo>
                      <a:pt x="164306" y="932289"/>
                    </a:lnTo>
                    <a:lnTo>
                      <a:pt x="167746" y="937577"/>
                    </a:lnTo>
                    <a:lnTo>
                      <a:pt x="171714" y="942864"/>
                    </a:lnTo>
                    <a:lnTo>
                      <a:pt x="175683" y="947887"/>
                    </a:lnTo>
                    <a:lnTo>
                      <a:pt x="179652" y="953174"/>
                    </a:lnTo>
                    <a:lnTo>
                      <a:pt x="184150" y="957933"/>
                    </a:lnTo>
                    <a:lnTo>
                      <a:pt x="188384" y="962956"/>
                    </a:lnTo>
                    <a:lnTo>
                      <a:pt x="193411" y="967714"/>
                    </a:lnTo>
                    <a:lnTo>
                      <a:pt x="198438" y="972209"/>
                    </a:lnTo>
                    <a:lnTo>
                      <a:pt x="203730" y="976967"/>
                    </a:lnTo>
                    <a:lnTo>
                      <a:pt x="209286" y="981197"/>
                    </a:lnTo>
                    <a:lnTo>
                      <a:pt x="214577" y="985427"/>
                    </a:lnTo>
                    <a:lnTo>
                      <a:pt x="220663" y="989657"/>
                    </a:lnTo>
                    <a:lnTo>
                      <a:pt x="226748" y="993622"/>
                    </a:lnTo>
                    <a:lnTo>
                      <a:pt x="233363" y="997323"/>
                    </a:lnTo>
                    <a:lnTo>
                      <a:pt x="239977" y="1001025"/>
                    </a:lnTo>
                    <a:lnTo>
                      <a:pt x="246857" y="1004461"/>
                    </a:lnTo>
                    <a:lnTo>
                      <a:pt x="254000" y="1007634"/>
                    </a:lnTo>
                    <a:lnTo>
                      <a:pt x="261673" y="1010542"/>
                    </a:lnTo>
                    <a:lnTo>
                      <a:pt x="269346" y="1013714"/>
                    </a:lnTo>
                    <a:lnTo>
                      <a:pt x="277019" y="1016093"/>
                    </a:lnTo>
                    <a:lnTo>
                      <a:pt x="285750" y="1018473"/>
                    </a:lnTo>
                    <a:lnTo>
                      <a:pt x="294217" y="1020852"/>
                    </a:lnTo>
                    <a:lnTo>
                      <a:pt x="302948" y="1022438"/>
                    </a:lnTo>
                    <a:lnTo>
                      <a:pt x="312209" y="1024024"/>
                    </a:lnTo>
                    <a:lnTo>
                      <a:pt x="321734" y="1025611"/>
                    </a:lnTo>
                    <a:lnTo>
                      <a:pt x="331523" y="1026404"/>
                    </a:lnTo>
                    <a:lnTo>
                      <a:pt x="341842" y="1027461"/>
                    </a:lnTo>
                    <a:lnTo>
                      <a:pt x="352161" y="1027726"/>
                    </a:lnTo>
                    <a:lnTo>
                      <a:pt x="362744" y="1027990"/>
                    </a:lnTo>
                    <a:lnTo>
                      <a:pt x="373857" y="1027726"/>
                    </a:lnTo>
                    <a:lnTo>
                      <a:pt x="384440" y="1027197"/>
                    </a:lnTo>
                    <a:lnTo>
                      <a:pt x="394759" y="1026404"/>
                    </a:lnTo>
                    <a:lnTo>
                      <a:pt x="404813" y="1025346"/>
                    </a:lnTo>
                    <a:lnTo>
                      <a:pt x="414602" y="1023760"/>
                    </a:lnTo>
                    <a:lnTo>
                      <a:pt x="424127" y="1022174"/>
                    </a:lnTo>
                    <a:lnTo>
                      <a:pt x="432859" y="1020059"/>
                    </a:lnTo>
                    <a:lnTo>
                      <a:pt x="441854" y="1017944"/>
                    </a:lnTo>
                    <a:lnTo>
                      <a:pt x="450321" y="1015565"/>
                    </a:lnTo>
                    <a:lnTo>
                      <a:pt x="458523" y="1012921"/>
                    </a:lnTo>
                    <a:lnTo>
                      <a:pt x="466196" y="1009749"/>
                    </a:lnTo>
                    <a:lnTo>
                      <a:pt x="473869" y="1006312"/>
                    </a:lnTo>
                    <a:lnTo>
                      <a:pt x="481013" y="1003140"/>
                    </a:lnTo>
                    <a:lnTo>
                      <a:pt x="488157" y="999438"/>
                    </a:lnTo>
                    <a:lnTo>
                      <a:pt x="494771" y="995473"/>
                    </a:lnTo>
                    <a:lnTo>
                      <a:pt x="501386" y="991507"/>
                    </a:lnTo>
                    <a:lnTo>
                      <a:pt x="507736" y="987278"/>
                    </a:lnTo>
                    <a:lnTo>
                      <a:pt x="513821" y="983048"/>
                    </a:lnTo>
                    <a:lnTo>
                      <a:pt x="519113" y="978289"/>
                    </a:lnTo>
                    <a:lnTo>
                      <a:pt x="524669" y="973795"/>
                    </a:lnTo>
                    <a:lnTo>
                      <a:pt x="530225" y="969036"/>
                    </a:lnTo>
                    <a:lnTo>
                      <a:pt x="534988" y="964013"/>
                    </a:lnTo>
                    <a:lnTo>
                      <a:pt x="540015" y="959255"/>
                    </a:lnTo>
                    <a:lnTo>
                      <a:pt x="544248" y="953967"/>
                    </a:lnTo>
                    <a:lnTo>
                      <a:pt x="548746" y="948944"/>
                    </a:lnTo>
                    <a:lnTo>
                      <a:pt x="552715" y="943657"/>
                    </a:lnTo>
                    <a:lnTo>
                      <a:pt x="556684" y="938105"/>
                    </a:lnTo>
                    <a:lnTo>
                      <a:pt x="560388" y="932554"/>
                    </a:lnTo>
                    <a:lnTo>
                      <a:pt x="564092" y="927266"/>
                    </a:lnTo>
                    <a:lnTo>
                      <a:pt x="567267" y="921715"/>
                    </a:lnTo>
                    <a:lnTo>
                      <a:pt x="573352" y="910876"/>
                    </a:lnTo>
                    <a:lnTo>
                      <a:pt x="578644" y="899772"/>
                    </a:lnTo>
                    <a:lnTo>
                      <a:pt x="583407" y="888404"/>
                    </a:lnTo>
                    <a:lnTo>
                      <a:pt x="587375" y="877830"/>
                    </a:lnTo>
                    <a:lnTo>
                      <a:pt x="591080" y="867255"/>
                    </a:lnTo>
                    <a:lnTo>
                      <a:pt x="594255" y="856416"/>
                    </a:lnTo>
                    <a:lnTo>
                      <a:pt x="596636" y="846899"/>
                    </a:lnTo>
                    <a:lnTo>
                      <a:pt x="598752" y="837117"/>
                    </a:lnTo>
                    <a:lnTo>
                      <a:pt x="600605" y="828129"/>
                    </a:lnTo>
                    <a:lnTo>
                      <a:pt x="601928" y="819934"/>
                    </a:lnTo>
                    <a:lnTo>
                      <a:pt x="602721" y="812267"/>
                    </a:lnTo>
                    <a:lnTo>
                      <a:pt x="604044" y="799577"/>
                    </a:lnTo>
                    <a:lnTo>
                      <a:pt x="604573" y="790853"/>
                    </a:lnTo>
                    <a:lnTo>
                      <a:pt x="604573" y="786095"/>
                    </a:lnTo>
                    <a:lnTo>
                      <a:pt x="604573" y="544464"/>
                    </a:lnTo>
                    <a:lnTo>
                      <a:pt x="604838" y="538383"/>
                    </a:lnTo>
                    <a:lnTo>
                      <a:pt x="605896" y="532303"/>
                    </a:lnTo>
                    <a:lnTo>
                      <a:pt x="607219" y="526487"/>
                    </a:lnTo>
                    <a:lnTo>
                      <a:pt x="609336" y="521200"/>
                    </a:lnTo>
                    <a:lnTo>
                      <a:pt x="611982" y="515912"/>
                    </a:lnTo>
                    <a:lnTo>
                      <a:pt x="614892" y="510889"/>
                    </a:lnTo>
                    <a:lnTo>
                      <a:pt x="618332" y="506131"/>
                    </a:lnTo>
                    <a:lnTo>
                      <a:pt x="622300" y="501901"/>
                    </a:lnTo>
                    <a:lnTo>
                      <a:pt x="626534" y="497935"/>
                    </a:lnTo>
                    <a:lnTo>
                      <a:pt x="631296" y="494499"/>
                    </a:lnTo>
                    <a:lnTo>
                      <a:pt x="636323" y="491591"/>
                    </a:lnTo>
                    <a:lnTo>
                      <a:pt x="641350" y="488947"/>
                    </a:lnTo>
                    <a:lnTo>
                      <a:pt x="646907" y="487096"/>
                    </a:lnTo>
                    <a:lnTo>
                      <a:pt x="652992" y="485510"/>
                    </a:lnTo>
                    <a:lnTo>
                      <a:pt x="658813" y="484453"/>
                    </a:lnTo>
                    <a:lnTo>
                      <a:pt x="664898" y="484188"/>
                    </a:lnTo>
                    <a:lnTo>
                      <a:pt x="671248" y="484453"/>
                    </a:lnTo>
                    <a:lnTo>
                      <a:pt x="677069" y="485510"/>
                    </a:lnTo>
                    <a:lnTo>
                      <a:pt x="682890" y="487096"/>
                    </a:lnTo>
                    <a:lnTo>
                      <a:pt x="688711" y="488947"/>
                    </a:lnTo>
                    <a:lnTo>
                      <a:pt x="694003" y="491591"/>
                    </a:lnTo>
                    <a:lnTo>
                      <a:pt x="698765" y="494499"/>
                    </a:lnTo>
                    <a:lnTo>
                      <a:pt x="703528" y="497935"/>
                    </a:lnTo>
                    <a:lnTo>
                      <a:pt x="708026" y="501901"/>
                    </a:lnTo>
                    <a:lnTo>
                      <a:pt x="711994" y="506131"/>
                    </a:lnTo>
                    <a:lnTo>
                      <a:pt x="715169" y="510889"/>
                    </a:lnTo>
                    <a:lnTo>
                      <a:pt x="718344" y="515912"/>
                    </a:lnTo>
                    <a:lnTo>
                      <a:pt x="720726" y="521200"/>
                    </a:lnTo>
                    <a:lnTo>
                      <a:pt x="722842" y="526487"/>
                    </a:lnTo>
                    <a:lnTo>
                      <a:pt x="724430" y="532303"/>
                    </a:lnTo>
                    <a:lnTo>
                      <a:pt x="725223" y="538383"/>
                    </a:lnTo>
                    <a:lnTo>
                      <a:pt x="725488" y="544464"/>
                    </a:lnTo>
                    <a:lnTo>
                      <a:pt x="725488" y="786095"/>
                    </a:lnTo>
                    <a:lnTo>
                      <a:pt x="725223" y="797462"/>
                    </a:lnTo>
                    <a:lnTo>
                      <a:pt x="724694" y="809095"/>
                    </a:lnTo>
                    <a:lnTo>
                      <a:pt x="723636" y="821255"/>
                    </a:lnTo>
                    <a:lnTo>
                      <a:pt x="722313" y="833681"/>
                    </a:lnTo>
                    <a:lnTo>
                      <a:pt x="720461" y="846370"/>
                    </a:lnTo>
                    <a:lnTo>
                      <a:pt x="718080" y="859853"/>
                    </a:lnTo>
                    <a:lnTo>
                      <a:pt x="714905" y="873336"/>
                    </a:lnTo>
                    <a:lnTo>
                      <a:pt x="711465" y="886554"/>
                    </a:lnTo>
                    <a:lnTo>
                      <a:pt x="707496" y="900830"/>
                    </a:lnTo>
                    <a:lnTo>
                      <a:pt x="702998" y="914312"/>
                    </a:lnTo>
                    <a:lnTo>
                      <a:pt x="698236" y="928324"/>
                    </a:lnTo>
                    <a:lnTo>
                      <a:pt x="692415" y="942335"/>
                    </a:lnTo>
                    <a:lnTo>
                      <a:pt x="686065" y="956347"/>
                    </a:lnTo>
                    <a:lnTo>
                      <a:pt x="679186" y="970094"/>
                    </a:lnTo>
                    <a:lnTo>
                      <a:pt x="671513" y="983841"/>
                    </a:lnTo>
                    <a:lnTo>
                      <a:pt x="663311" y="997323"/>
                    </a:lnTo>
                    <a:lnTo>
                      <a:pt x="658813" y="1003933"/>
                    </a:lnTo>
                    <a:lnTo>
                      <a:pt x="654315" y="1010542"/>
                    </a:lnTo>
                    <a:lnTo>
                      <a:pt x="649552" y="1017151"/>
                    </a:lnTo>
                    <a:lnTo>
                      <a:pt x="644525" y="1023496"/>
                    </a:lnTo>
                    <a:lnTo>
                      <a:pt x="639498" y="1029841"/>
                    </a:lnTo>
                    <a:lnTo>
                      <a:pt x="634207" y="1035921"/>
                    </a:lnTo>
                    <a:lnTo>
                      <a:pt x="628650" y="1042001"/>
                    </a:lnTo>
                    <a:lnTo>
                      <a:pt x="623094" y="1048082"/>
                    </a:lnTo>
                    <a:lnTo>
                      <a:pt x="617009" y="1054162"/>
                    </a:lnTo>
                    <a:lnTo>
                      <a:pt x="610923" y="1059978"/>
                    </a:lnTo>
                    <a:lnTo>
                      <a:pt x="604838" y="1065530"/>
                    </a:lnTo>
                    <a:lnTo>
                      <a:pt x="598488" y="1071082"/>
                    </a:lnTo>
                    <a:lnTo>
                      <a:pt x="591873" y="1076369"/>
                    </a:lnTo>
                    <a:lnTo>
                      <a:pt x="584730" y="1081656"/>
                    </a:lnTo>
                    <a:lnTo>
                      <a:pt x="577850" y="1086944"/>
                    </a:lnTo>
                    <a:lnTo>
                      <a:pt x="570442" y="1091702"/>
                    </a:lnTo>
                    <a:lnTo>
                      <a:pt x="563034" y="1096461"/>
                    </a:lnTo>
                    <a:lnTo>
                      <a:pt x="555096" y="1101219"/>
                    </a:lnTo>
                    <a:lnTo>
                      <a:pt x="547159" y="1105714"/>
                    </a:lnTo>
                    <a:lnTo>
                      <a:pt x="538957" y="1109944"/>
                    </a:lnTo>
                    <a:lnTo>
                      <a:pt x="530755" y="1113909"/>
                    </a:lnTo>
                    <a:lnTo>
                      <a:pt x="522288" y="1117875"/>
                    </a:lnTo>
                    <a:lnTo>
                      <a:pt x="513292" y="1121576"/>
                    </a:lnTo>
                    <a:lnTo>
                      <a:pt x="504296" y="1125277"/>
                    </a:lnTo>
                    <a:lnTo>
                      <a:pt x="495036" y="1128185"/>
                    </a:lnTo>
                    <a:lnTo>
                      <a:pt x="485246" y="1131357"/>
                    </a:lnTo>
                    <a:lnTo>
                      <a:pt x="475721" y="1134001"/>
                    </a:lnTo>
                    <a:lnTo>
                      <a:pt x="465932" y="1136909"/>
                    </a:lnTo>
                    <a:lnTo>
                      <a:pt x="455613" y="1139288"/>
                    </a:lnTo>
                    <a:lnTo>
                      <a:pt x="445029" y="1141139"/>
                    </a:lnTo>
                    <a:lnTo>
                      <a:pt x="434182" y="1142989"/>
                    </a:lnTo>
                    <a:lnTo>
                      <a:pt x="423069" y="1144840"/>
                    </a:lnTo>
                    <a:lnTo>
                      <a:pt x="423069" y="1329896"/>
                    </a:lnTo>
                    <a:lnTo>
                      <a:pt x="664898" y="1329896"/>
                    </a:lnTo>
                    <a:lnTo>
                      <a:pt x="671248" y="1330161"/>
                    </a:lnTo>
                    <a:lnTo>
                      <a:pt x="677069" y="1331218"/>
                    </a:lnTo>
                    <a:lnTo>
                      <a:pt x="682890" y="1332540"/>
                    </a:lnTo>
                    <a:lnTo>
                      <a:pt x="688711" y="1334919"/>
                    </a:lnTo>
                    <a:lnTo>
                      <a:pt x="694003" y="1337299"/>
                    </a:lnTo>
                    <a:lnTo>
                      <a:pt x="698765" y="1340207"/>
                    </a:lnTo>
                    <a:lnTo>
                      <a:pt x="703528" y="1343643"/>
                    </a:lnTo>
                    <a:lnTo>
                      <a:pt x="708026" y="1347609"/>
                    </a:lnTo>
                    <a:lnTo>
                      <a:pt x="711994" y="1351839"/>
                    </a:lnTo>
                    <a:lnTo>
                      <a:pt x="715169" y="1356862"/>
                    </a:lnTo>
                    <a:lnTo>
                      <a:pt x="718344" y="1361620"/>
                    </a:lnTo>
                    <a:lnTo>
                      <a:pt x="720726" y="1366908"/>
                    </a:lnTo>
                    <a:lnTo>
                      <a:pt x="722842" y="1372195"/>
                    </a:lnTo>
                    <a:lnTo>
                      <a:pt x="724430" y="1378011"/>
                    </a:lnTo>
                    <a:lnTo>
                      <a:pt x="725223" y="1384092"/>
                    </a:lnTo>
                    <a:lnTo>
                      <a:pt x="725488" y="1390172"/>
                    </a:lnTo>
                    <a:lnTo>
                      <a:pt x="725223" y="1396517"/>
                    </a:lnTo>
                    <a:lnTo>
                      <a:pt x="724430" y="1402333"/>
                    </a:lnTo>
                    <a:lnTo>
                      <a:pt x="722842" y="1408149"/>
                    </a:lnTo>
                    <a:lnTo>
                      <a:pt x="720726" y="1413965"/>
                    </a:lnTo>
                    <a:lnTo>
                      <a:pt x="718344" y="1419252"/>
                    </a:lnTo>
                    <a:lnTo>
                      <a:pt x="715169" y="1424011"/>
                    </a:lnTo>
                    <a:lnTo>
                      <a:pt x="711994" y="1429034"/>
                    </a:lnTo>
                    <a:lnTo>
                      <a:pt x="708026" y="1433264"/>
                    </a:lnTo>
                    <a:lnTo>
                      <a:pt x="703528" y="1436965"/>
                    </a:lnTo>
                    <a:lnTo>
                      <a:pt x="698765" y="1440402"/>
                    </a:lnTo>
                    <a:lnTo>
                      <a:pt x="694003" y="1443574"/>
                    </a:lnTo>
                    <a:lnTo>
                      <a:pt x="688711" y="1445953"/>
                    </a:lnTo>
                    <a:lnTo>
                      <a:pt x="682890" y="1448068"/>
                    </a:lnTo>
                    <a:lnTo>
                      <a:pt x="677069" y="1449654"/>
                    </a:lnTo>
                    <a:lnTo>
                      <a:pt x="671248" y="1450447"/>
                    </a:lnTo>
                    <a:lnTo>
                      <a:pt x="664898" y="1450976"/>
                    </a:lnTo>
                    <a:lnTo>
                      <a:pt x="60589" y="1450976"/>
                    </a:lnTo>
                    <a:lnTo>
                      <a:pt x="54239" y="1450447"/>
                    </a:lnTo>
                    <a:lnTo>
                      <a:pt x="48419" y="1449654"/>
                    </a:lnTo>
                    <a:lnTo>
                      <a:pt x="42598" y="1448068"/>
                    </a:lnTo>
                    <a:lnTo>
                      <a:pt x="37041" y="1445953"/>
                    </a:lnTo>
                    <a:lnTo>
                      <a:pt x="31750" y="1443574"/>
                    </a:lnTo>
                    <a:lnTo>
                      <a:pt x="26723" y="1440402"/>
                    </a:lnTo>
                    <a:lnTo>
                      <a:pt x="21960" y="1436965"/>
                    </a:lnTo>
                    <a:lnTo>
                      <a:pt x="17727" y="1433264"/>
                    </a:lnTo>
                    <a:lnTo>
                      <a:pt x="13758" y="1429034"/>
                    </a:lnTo>
                    <a:lnTo>
                      <a:pt x="10319" y="1424011"/>
                    </a:lnTo>
                    <a:lnTo>
                      <a:pt x="7408" y="1419252"/>
                    </a:lnTo>
                    <a:lnTo>
                      <a:pt x="5027" y="1413965"/>
                    </a:lnTo>
                    <a:lnTo>
                      <a:pt x="2646" y="1408149"/>
                    </a:lnTo>
                    <a:lnTo>
                      <a:pt x="1323" y="1402333"/>
                    </a:lnTo>
                    <a:lnTo>
                      <a:pt x="264" y="1396517"/>
                    </a:lnTo>
                    <a:lnTo>
                      <a:pt x="0" y="1390172"/>
                    </a:lnTo>
                    <a:lnTo>
                      <a:pt x="264" y="1384092"/>
                    </a:lnTo>
                    <a:lnTo>
                      <a:pt x="1323" y="1378011"/>
                    </a:lnTo>
                    <a:lnTo>
                      <a:pt x="2646" y="1372195"/>
                    </a:lnTo>
                    <a:lnTo>
                      <a:pt x="5027" y="1366908"/>
                    </a:lnTo>
                    <a:lnTo>
                      <a:pt x="7408" y="1361620"/>
                    </a:lnTo>
                    <a:lnTo>
                      <a:pt x="10319" y="1356862"/>
                    </a:lnTo>
                    <a:lnTo>
                      <a:pt x="13758" y="1351839"/>
                    </a:lnTo>
                    <a:lnTo>
                      <a:pt x="17727" y="1347609"/>
                    </a:lnTo>
                    <a:lnTo>
                      <a:pt x="21960" y="1343643"/>
                    </a:lnTo>
                    <a:lnTo>
                      <a:pt x="26723" y="1340207"/>
                    </a:lnTo>
                    <a:lnTo>
                      <a:pt x="31750" y="1337299"/>
                    </a:lnTo>
                    <a:lnTo>
                      <a:pt x="37041" y="1334919"/>
                    </a:lnTo>
                    <a:lnTo>
                      <a:pt x="42598" y="1332540"/>
                    </a:lnTo>
                    <a:lnTo>
                      <a:pt x="48419" y="1331218"/>
                    </a:lnTo>
                    <a:lnTo>
                      <a:pt x="54239" y="1330161"/>
                    </a:lnTo>
                    <a:lnTo>
                      <a:pt x="60589" y="1329896"/>
                    </a:lnTo>
                    <a:lnTo>
                      <a:pt x="302419" y="1329896"/>
                    </a:lnTo>
                    <a:lnTo>
                      <a:pt x="302419" y="1144840"/>
                    </a:lnTo>
                    <a:lnTo>
                      <a:pt x="291571" y="1142989"/>
                    </a:lnTo>
                    <a:lnTo>
                      <a:pt x="280459" y="1141139"/>
                    </a:lnTo>
                    <a:lnTo>
                      <a:pt x="270140" y="1139288"/>
                    </a:lnTo>
                    <a:lnTo>
                      <a:pt x="259821" y="1136909"/>
                    </a:lnTo>
                    <a:lnTo>
                      <a:pt x="250032" y="1134001"/>
                    </a:lnTo>
                    <a:lnTo>
                      <a:pt x="240242" y="1131357"/>
                    </a:lnTo>
                    <a:lnTo>
                      <a:pt x="230452" y="1128185"/>
                    </a:lnTo>
                    <a:lnTo>
                      <a:pt x="221457" y="1125277"/>
                    </a:lnTo>
                    <a:lnTo>
                      <a:pt x="212196" y="1121576"/>
                    </a:lnTo>
                    <a:lnTo>
                      <a:pt x="203465" y="1117875"/>
                    </a:lnTo>
                    <a:lnTo>
                      <a:pt x="194734" y="1113909"/>
                    </a:lnTo>
                    <a:lnTo>
                      <a:pt x="186532" y="1109944"/>
                    </a:lnTo>
                    <a:lnTo>
                      <a:pt x="178329" y="1105714"/>
                    </a:lnTo>
                    <a:lnTo>
                      <a:pt x="170392" y="1101219"/>
                    </a:lnTo>
                    <a:lnTo>
                      <a:pt x="162454" y="1096461"/>
                    </a:lnTo>
                    <a:lnTo>
                      <a:pt x="155310" y="1091702"/>
                    </a:lnTo>
                    <a:lnTo>
                      <a:pt x="147902" y="1086944"/>
                    </a:lnTo>
                    <a:lnTo>
                      <a:pt x="140758" y="1081656"/>
                    </a:lnTo>
                    <a:lnTo>
                      <a:pt x="133879" y="1076369"/>
                    </a:lnTo>
                    <a:lnTo>
                      <a:pt x="127264" y="1071082"/>
                    </a:lnTo>
                    <a:lnTo>
                      <a:pt x="120650" y="1065530"/>
                    </a:lnTo>
                    <a:lnTo>
                      <a:pt x="114564" y="1059978"/>
                    </a:lnTo>
                    <a:lnTo>
                      <a:pt x="108479" y="1054162"/>
                    </a:lnTo>
                    <a:lnTo>
                      <a:pt x="102394" y="1048082"/>
                    </a:lnTo>
                    <a:lnTo>
                      <a:pt x="97102" y="1042001"/>
                    </a:lnTo>
                    <a:lnTo>
                      <a:pt x="91546" y="1035921"/>
                    </a:lnTo>
                    <a:lnTo>
                      <a:pt x="85989" y="1029841"/>
                    </a:lnTo>
                    <a:lnTo>
                      <a:pt x="81227" y="1023496"/>
                    </a:lnTo>
                    <a:lnTo>
                      <a:pt x="75935" y="1017151"/>
                    </a:lnTo>
                    <a:lnTo>
                      <a:pt x="71437" y="1010542"/>
                    </a:lnTo>
                    <a:lnTo>
                      <a:pt x="66675" y="1003933"/>
                    </a:lnTo>
                    <a:lnTo>
                      <a:pt x="62177" y="997323"/>
                    </a:lnTo>
                    <a:lnTo>
                      <a:pt x="53975" y="983841"/>
                    </a:lnTo>
                    <a:lnTo>
                      <a:pt x="46302" y="970094"/>
                    </a:lnTo>
                    <a:lnTo>
                      <a:pt x="39687" y="956347"/>
                    </a:lnTo>
                    <a:lnTo>
                      <a:pt x="33337" y="942335"/>
                    </a:lnTo>
                    <a:lnTo>
                      <a:pt x="27516" y="928324"/>
                    </a:lnTo>
                    <a:lnTo>
                      <a:pt x="22489" y="914312"/>
                    </a:lnTo>
                    <a:lnTo>
                      <a:pt x="17991" y="900830"/>
                    </a:lnTo>
                    <a:lnTo>
                      <a:pt x="14023" y="886554"/>
                    </a:lnTo>
                    <a:lnTo>
                      <a:pt x="10583" y="873336"/>
                    </a:lnTo>
                    <a:lnTo>
                      <a:pt x="7673" y="859853"/>
                    </a:lnTo>
                    <a:lnTo>
                      <a:pt x="5291" y="846370"/>
                    </a:lnTo>
                    <a:lnTo>
                      <a:pt x="3439" y="833681"/>
                    </a:lnTo>
                    <a:lnTo>
                      <a:pt x="1852" y="821255"/>
                    </a:lnTo>
                    <a:lnTo>
                      <a:pt x="1058" y="809095"/>
                    </a:lnTo>
                    <a:lnTo>
                      <a:pt x="264" y="797462"/>
                    </a:lnTo>
                    <a:lnTo>
                      <a:pt x="0" y="786095"/>
                    </a:lnTo>
                    <a:lnTo>
                      <a:pt x="0" y="544464"/>
                    </a:lnTo>
                    <a:lnTo>
                      <a:pt x="264" y="538383"/>
                    </a:lnTo>
                    <a:lnTo>
                      <a:pt x="1323" y="532303"/>
                    </a:lnTo>
                    <a:lnTo>
                      <a:pt x="2646" y="526487"/>
                    </a:lnTo>
                    <a:lnTo>
                      <a:pt x="5027" y="521200"/>
                    </a:lnTo>
                    <a:lnTo>
                      <a:pt x="7408" y="515912"/>
                    </a:lnTo>
                    <a:lnTo>
                      <a:pt x="10319" y="510889"/>
                    </a:lnTo>
                    <a:lnTo>
                      <a:pt x="13758" y="506131"/>
                    </a:lnTo>
                    <a:lnTo>
                      <a:pt x="17727" y="501901"/>
                    </a:lnTo>
                    <a:lnTo>
                      <a:pt x="21960" y="497935"/>
                    </a:lnTo>
                    <a:lnTo>
                      <a:pt x="26723" y="494499"/>
                    </a:lnTo>
                    <a:lnTo>
                      <a:pt x="31750" y="491591"/>
                    </a:lnTo>
                    <a:lnTo>
                      <a:pt x="37041" y="488947"/>
                    </a:lnTo>
                    <a:lnTo>
                      <a:pt x="42598" y="487096"/>
                    </a:lnTo>
                    <a:lnTo>
                      <a:pt x="48419" y="485510"/>
                    </a:lnTo>
                    <a:lnTo>
                      <a:pt x="54239" y="484453"/>
                    </a:lnTo>
                    <a:lnTo>
                      <a:pt x="60589" y="484188"/>
                    </a:lnTo>
                    <a:close/>
                    <a:moveTo>
                      <a:pt x="362612" y="0"/>
                    </a:moveTo>
                    <a:lnTo>
                      <a:pt x="372158" y="265"/>
                    </a:lnTo>
                    <a:lnTo>
                      <a:pt x="381438" y="1058"/>
                    </a:lnTo>
                    <a:lnTo>
                      <a:pt x="390454" y="2116"/>
                    </a:lnTo>
                    <a:lnTo>
                      <a:pt x="399204" y="3967"/>
                    </a:lnTo>
                    <a:lnTo>
                      <a:pt x="408219" y="5553"/>
                    </a:lnTo>
                    <a:lnTo>
                      <a:pt x="416705" y="8198"/>
                    </a:lnTo>
                    <a:lnTo>
                      <a:pt x="424925" y="11107"/>
                    </a:lnTo>
                    <a:lnTo>
                      <a:pt x="433145" y="14280"/>
                    </a:lnTo>
                    <a:lnTo>
                      <a:pt x="441630" y="17982"/>
                    </a:lnTo>
                    <a:lnTo>
                      <a:pt x="449054" y="21949"/>
                    </a:lnTo>
                    <a:lnTo>
                      <a:pt x="456744" y="26444"/>
                    </a:lnTo>
                    <a:lnTo>
                      <a:pt x="464169" y="30939"/>
                    </a:lnTo>
                    <a:lnTo>
                      <a:pt x="471328" y="36228"/>
                    </a:lnTo>
                    <a:lnTo>
                      <a:pt x="478222" y="41253"/>
                    </a:lnTo>
                    <a:lnTo>
                      <a:pt x="484851" y="47070"/>
                    </a:lnTo>
                    <a:lnTo>
                      <a:pt x="490950" y="53152"/>
                    </a:lnTo>
                    <a:lnTo>
                      <a:pt x="497049" y="59234"/>
                    </a:lnTo>
                    <a:lnTo>
                      <a:pt x="502882" y="66110"/>
                    </a:lnTo>
                    <a:lnTo>
                      <a:pt x="508186" y="72721"/>
                    </a:lnTo>
                    <a:lnTo>
                      <a:pt x="513224" y="80125"/>
                    </a:lnTo>
                    <a:lnTo>
                      <a:pt x="517997" y="87265"/>
                    </a:lnTo>
                    <a:lnTo>
                      <a:pt x="522504" y="94934"/>
                    </a:lnTo>
                    <a:lnTo>
                      <a:pt x="526482" y="102602"/>
                    </a:lnTo>
                    <a:lnTo>
                      <a:pt x="530194" y="110800"/>
                    </a:lnTo>
                    <a:lnTo>
                      <a:pt x="533111" y="118998"/>
                    </a:lnTo>
                    <a:lnTo>
                      <a:pt x="536293" y="127195"/>
                    </a:lnTo>
                    <a:lnTo>
                      <a:pt x="538679" y="136186"/>
                    </a:lnTo>
                    <a:lnTo>
                      <a:pt x="540536" y="144648"/>
                    </a:lnTo>
                    <a:lnTo>
                      <a:pt x="542392" y="153903"/>
                    </a:lnTo>
                    <a:lnTo>
                      <a:pt x="543187" y="162630"/>
                    </a:lnTo>
                    <a:lnTo>
                      <a:pt x="544248" y="172150"/>
                    </a:lnTo>
                    <a:lnTo>
                      <a:pt x="544513" y="181141"/>
                    </a:lnTo>
                    <a:lnTo>
                      <a:pt x="544513" y="483394"/>
                    </a:lnTo>
                    <a:lnTo>
                      <a:pt x="180975" y="483394"/>
                    </a:lnTo>
                    <a:lnTo>
                      <a:pt x="180975" y="181141"/>
                    </a:lnTo>
                    <a:lnTo>
                      <a:pt x="181240" y="172150"/>
                    </a:lnTo>
                    <a:lnTo>
                      <a:pt x="181771" y="162630"/>
                    </a:lnTo>
                    <a:lnTo>
                      <a:pt x="183097" y="153903"/>
                    </a:lnTo>
                    <a:lnTo>
                      <a:pt x="184422" y="144648"/>
                    </a:lnTo>
                    <a:lnTo>
                      <a:pt x="186809" y="136186"/>
                    </a:lnTo>
                    <a:lnTo>
                      <a:pt x="189195" y="127195"/>
                    </a:lnTo>
                    <a:lnTo>
                      <a:pt x="191847" y="118998"/>
                    </a:lnTo>
                    <a:lnTo>
                      <a:pt x="195294" y="110800"/>
                    </a:lnTo>
                    <a:lnTo>
                      <a:pt x="199006" y="102602"/>
                    </a:lnTo>
                    <a:lnTo>
                      <a:pt x="202984" y="94934"/>
                    </a:lnTo>
                    <a:lnTo>
                      <a:pt x="207226" y="87265"/>
                    </a:lnTo>
                    <a:lnTo>
                      <a:pt x="211999" y="80125"/>
                    </a:lnTo>
                    <a:lnTo>
                      <a:pt x="217037" y="72721"/>
                    </a:lnTo>
                    <a:lnTo>
                      <a:pt x="222341" y="66110"/>
                    </a:lnTo>
                    <a:lnTo>
                      <a:pt x="228174" y="59234"/>
                    </a:lnTo>
                    <a:lnTo>
                      <a:pt x="234008" y="53152"/>
                    </a:lnTo>
                    <a:lnTo>
                      <a:pt x="240372" y="47070"/>
                    </a:lnTo>
                    <a:lnTo>
                      <a:pt x="247266" y="41253"/>
                    </a:lnTo>
                    <a:lnTo>
                      <a:pt x="253895" y="36228"/>
                    </a:lnTo>
                    <a:lnTo>
                      <a:pt x="261054" y="30939"/>
                    </a:lnTo>
                    <a:lnTo>
                      <a:pt x="268479" y="26444"/>
                    </a:lnTo>
                    <a:lnTo>
                      <a:pt x="275903" y="21949"/>
                    </a:lnTo>
                    <a:lnTo>
                      <a:pt x="283858" y="17982"/>
                    </a:lnTo>
                    <a:lnTo>
                      <a:pt x="291813" y="14280"/>
                    </a:lnTo>
                    <a:lnTo>
                      <a:pt x="300033" y="11107"/>
                    </a:lnTo>
                    <a:lnTo>
                      <a:pt x="308518" y="8198"/>
                    </a:lnTo>
                    <a:lnTo>
                      <a:pt x="317269" y="5553"/>
                    </a:lnTo>
                    <a:lnTo>
                      <a:pt x="326019" y="3967"/>
                    </a:lnTo>
                    <a:lnTo>
                      <a:pt x="334770" y="2116"/>
                    </a:lnTo>
                    <a:lnTo>
                      <a:pt x="344050" y="1058"/>
                    </a:lnTo>
                    <a:lnTo>
                      <a:pt x="353331" y="265"/>
                    </a:lnTo>
                    <a:lnTo>
                      <a:pt x="362612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35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88" name="矩形 87"/>
            <p:cNvSpPr/>
            <p:nvPr/>
          </p:nvSpPr>
          <p:spPr>
            <a:xfrm>
              <a:off x="5270843" y="1070915"/>
              <a:ext cx="2426305" cy="553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2100" dirty="0" smtClean="0">
                  <a:solidFill>
                    <a:schemeClr val="bg1">
                      <a:lumMod val="95000"/>
                    </a:schemeClr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关于我 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ABOUT ME</a:t>
              </a:r>
              <a:endParaRPr lang="zh-CN" altLang="en-US" sz="1200" dirty="0">
                <a:solidFill>
                  <a:schemeClr val="bg1"/>
                </a:solidFill>
                <a:latin typeface="胡晓波美心常规体  QQ:371136753" panose="02010800040101010101" pitchFamily="2" charset="-122"/>
                <a:ea typeface="胡晓波美心常规体  QQ:371136753" panose="020108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98388" y="1819622"/>
            <a:ext cx="3663140" cy="1051256"/>
            <a:chOff x="3812939" y="1914182"/>
            <a:chExt cx="4884187" cy="1401675"/>
          </a:xfrm>
        </p:grpSpPr>
        <p:sp>
          <p:nvSpPr>
            <p:cNvPr id="99" name="圆角矩形 98"/>
            <p:cNvSpPr/>
            <p:nvPr/>
          </p:nvSpPr>
          <p:spPr>
            <a:xfrm>
              <a:off x="3812939" y="2254766"/>
              <a:ext cx="4052836" cy="740805"/>
            </a:xfrm>
            <a:prstGeom prst="roundRect">
              <a:avLst>
                <a:gd name="adj" fmla="val 26862"/>
              </a:avLst>
            </a:prstGeom>
            <a:solidFill>
              <a:srgbClr val="FFAB3F"/>
            </a:solidFill>
            <a:ln w="15875">
              <a:gradFill flip="none" rotWithShape="1">
                <a:gsLst>
                  <a:gs pos="0">
                    <a:srgbClr val="C9C9C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889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3868062" y="2353409"/>
              <a:ext cx="3255592" cy="553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2100" dirty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岗位</a:t>
              </a:r>
              <a:r>
                <a:rPr lang="zh-CN" altLang="en-US" sz="210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认识 </a:t>
              </a:r>
              <a:r>
                <a:rPr lang="zh-CN" altLang="en-US" sz="105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POST COGNITION</a:t>
              </a:r>
              <a:endParaRPr lang="zh-CN" altLang="en-US" sz="1050" dirty="0">
                <a:solidFill>
                  <a:schemeClr val="bg1"/>
                </a:solidFill>
                <a:latin typeface="胡晓波美心常规体  QQ:371136753" panose="02010800040101010101" pitchFamily="2" charset="-122"/>
                <a:ea typeface="胡晓波美心常规体  QQ:371136753" panose="02010800040101010101" pitchFamily="2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7295451" y="1914182"/>
              <a:ext cx="1401675" cy="1401675"/>
              <a:chOff x="7295451" y="2177951"/>
              <a:chExt cx="1401675" cy="1401675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7295451" y="2177951"/>
                <a:ext cx="1401675" cy="1401675"/>
                <a:chOff x="475814" y="349984"/>
                <a:chExt cx="1821716" cy="1821716"/>
              </a:xfrm>
            </p:grpSpPr>
            <p:sp>
              <p:nvSpPr>
                <p:cNvPr id="103" name="椭圆 102"/>
                <p:cNvSpPr/>
                <p:nvPr/>
              </p:nvSpPr>
              <p:spPr>
                <a:xfrm>
                  <a:off x="475814" y="349984"/>
                  <a:ext cx="1821716" cy="182171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ln w="22225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292100" dist="1397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grpSp>
              <p:nvGrpSpPr>
                <p:cNvPr id="104" name="组合 103"/>
                <p:cNvGrpSpPr/>
                <p:nvPr/>
              </p:nvGrpSpPr>
              <p:grpSpPr>
                <a:xfrm>
                  <a:off x="584986" y="459157"/>
                  <a:ext cx="1603371" cy="1603370"/>
                  <a:chOff x="2706461" y="2004333"/>
                  <a:chExt cx="2228850" cy="2228850"/>
                </a:xfrm>
                <a:effectLst/>
              </p:grpSpPr>
              <p:sp>
                <p:nvSpPr>
                  <p:cNvPr id="105" name="椭圆 104"/>
                  <p:cNvSpPr/>
                  <p:nvPr/>
                </p:nvSpPr>
                <p:spPr>
                  <a:xfrm>
                    <a:off x="2706461" y="2004333"/>
                    <a:ext cx="2228850" cy="2228850"/>
                  </a:xfrm>
                  <a:prstGeom prst="ellipse">
                    <a:avLst/>
                  </a:prstGeom>
                  <a:solidFill>
                    <a:srgbClr val="FFAB3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106" name="椭圆 105"/>
                  <p:cNvSpPr/>
                  <p:nvPr/>
                </p:nvSpPr>
                <p:spPr>
                  <a:xfrm>
                    <a:off x="2819402" y="2117274"/>
                    <a:ext cx="2002968" cy="200296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D5D5D5"/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  <p:sp>
                <p:nvSpPr>
                  <p:cNvPr id="107" name="椭圆 106"/>
                  <p:cNvSpPr/>
                  <p:nvPr/>
                </p:nvSpPr>
                <p:spPr>
                  <a:xfrm>
                    <a:off x="2977244" y="2275116"/>
                    <a:ext cx="1687284" cy="1687284"/>
                  </a:xfrm>
                  <a:prstGeom prst="ellipse">
                    <a:avLst/>
                  </a:prstGeom>
                  <a:solidFill>
                    <a:srgbClr val="FFAB3F"/>
                  </a:solidFill>
                  <a:ln w="38100">
                    <a:gradFill flip="none" rotWithShape="1">
                      <a:gsLst>
                        <a:gs pos="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1"/>
                      <a:tileRect/>
                    </a:gradFill>
                  </a:ln>
                  <a:effectLst>
                    <a:innerShdw blurRad="177800" dist="762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50"/>
                  </a:p>
                </p:txBody>
              </p:sp>
            </p:grpSp>
          </p:grpSp>
          <p:grpSp>
            <p:nvGrpSpPr>
              <p:cNvPr id="112" name="组合 111"/>
              <p:cNvGrpSpPr/>
              <p:nvPr/>
            </p:nvGrpSpPr>
            <p:grpSpPr>
              <a:xfrm>
                <a:off x="7663054" y="2665051"/>
                <a:ext cx="573441" cy="449880"/>
                <a:chOff x="4172643" y="3997027"/>
                <a:chExt cx="736426" cy="577745"/>
              </a:xfrm>
              <a:solidFill>
                <a:schemeClr val="bg1"/>
              </a:solidFill>
            </p:grpSpPr>
            <p:sp>
              <p:nvSpPr>
                <p:cNvPr id="113" name="Freeform 14"/>
                <p:cNvSpPr/>
                <p:nvPr/>
              </p:nvSpPr>
              <p:spPr bwMode="auto">
                <a:xfrm>
                  <a:off x="4409944" y="4129742"/>
                  <a:ext cx="499125" cy="385885"/>
                </a:xfrm>
                <a:custGeom>
                  <a:avLst/>
                  <a:gdLst>
                    <a:gd name="T0" fmla="*/ 272 w 293"/>
                    <a:gd name="T1" fmla="*/ 48 h 226"/>
                    <a:gd name="T2" fmla="*/ 255 w 293"/>
                    <a:gd name="T3" fmla="*/ 46 h 226"/>
                    <a:gd name="T4" fmla="*/ 96 w 293"/>
                    <a:gd name="T5" fmla="*/ 46 h 226"/>
                    <a:gd name="T6" fmla="*/ 96 w 293"/>
                    <a:gd name="T7" fmla="*/ 0 h 226"/>
                    <a:gd name="T8" fmla="*/ 89 w 293"/>
                    <a:gd name="T9" fmla="*/ 0 h 226"/>
                    <a:gd name="T10" fmla="*/ 73 w 293"/>
                    <a:gd name="T11" fmla="*/ 0 h 226"/>
                    <a:gd name="T12" fmla="*/ 23 w 293"/>
                    <a:gd name="T13" fmla="*/ 0 h 226"/>
                    <a:gd name="T14" fmla="*/ 2 w 293"/>
                    <a:gd name="T15" fmla="*/ 25 h 226"/>
                    <a:gd name="T16" fmla="*/ 2 w 293"/>
                    <a:gd name="T17" fmla="*/ 38 h 226"/>
                    <a:gd name="T18" fmla="*/ 89 w 293"/>
                    <a:gd name="T19" fmla="*/ 155 h 226"/>
                    <a:gd name="T20" fmla="*/ 66 w 293"/>
                    <a:gd name="T21" fmla="*/ 226 h 226"/>
                    <a:gd name="T22" fmla="*/ 96 w 293"/>
                    <a:gd name="T23" fmla="*/ 226 h 226"/>
                    <a:gd name="T24" fmla="*/ 255 w 293"/>
                    <a:gd name="T25" fmla="*/ 226 h 226"/>
                    <a:gd name="T26" fmla="*/ 293 w 293"/>
                    <a:gd name="T27" fmla="*/ 201 h 226"/>
                    <a:gd name="T28" fmla="*/ 293 w 293"/>
                    <a:gd name="T29" fmla="*/ 74 h 226"/>
                    <a:gd name="T30" fmla="*/ 272 w 293"/>
                    <a:gd name="T31" fmla="*/ 48 h 2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93" h="226">
                      <a:moveTo>
                        <a:pt x="272" y="48"/>
                      </a:moveTo>
                      <a:cubicBezTo>
                        <a:pt x="263" y="46"/>
                        <a:pt x="255" y="46"/>
                        <a:pt x="255" y="46"/>
                      </a:cubicBezTo>
                      <a:cubicBezTo>
                        <a:pt x="96" y="46"/>
                        <a:pt x="96" y="46"/>
                        <a:pt x="96" y="46"/>
                      </a:cubicBezTo>
                      <a:cubicBezTo>
                        <a:pt x="96" y="0"/>
                        <a:pt x="96" y="0"/>
                        <a:pt x="96" y="0"/>
                      </a:cubicBez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89" y="0"/>
                        <a:pt x="83" y="0"/>
                        <a:pt x="73" y="0"/>
                      </a:cubicBezTo>
                      <a:cubicBezTo>
                        <a:pt x="59" y="0"/>
                        <a:pt x="37" y="0"/>
                        <a:pt x="23" y="0"/>
                      </a:cubicBezTo>
                      <a:cubicBezTo>
                        <a:pt x="0" y="0"/>
                        <a:pt x="2" y="25"/>
                        <a:pt x="2" y="25"/>
                      </a:cubicBezTo>
                      <a:cubicBezTo>
                        <a:pt x="2" y="25"/>
                        <a:pt x="2" y="30"/>
                        <a:pt x="2" y="38"/>
                      </a:cubicBezTo>
                      <a:cubicBezTo>
                        <a:pt x="52" y="53"/>
                        <a:pt x="89" y="100"/>
                        <a:pt x="89" y="155"/>
                      </a:cubicBezTo>
                      <a:cubicBezTo>
                        <a:pt x="89" y="182"/>
                        <a:pt x="80" y="206"/>
                        <a:pt x="66" y="226"/>
                      </a:cubicBezTo>
                      <a:cubicBezTo>
                        <a:pt x="96" y="226"/>
                        <a:pt x="96" y="226"/>
                        <a:pt x="96" y="226"/>
                      </a:cubicBezTo>
                      <a:cubicBezTo>
                        <a:pt x="96" y="226"/>
                        <a:pt x="219" y="226"/>
                        <a:pt x="255" y="226"/>
                      </a:cubicBezTo>
                      <a:cubicBezTo>
                        <a:pt x="292" y="226"/>
                        <a:pt x="293" y="201"/>
                        <a:pt x="293" y="201"/>
                      </a:cubicBezTo>
                      <a:cubicBezTo>
                        <a:pt x="293" y="74"/>
                        <a:pt x="293" y="74"/>
                        <a:pt x="293" y="74"/>
                      </a:cubicBezTo>
                      <a:cubicBezTo>
                        <a:pt x="293" y="58"/>
                        <a:pt x="282" y="51"/>
                        <a:pt x="272" y="4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14" name="Freeform 15"/>
                <p:cNvSpPr>
                  <a:spLocks noEditPoints="1"/>
                </p:cNvSpPr>
                <p:nvPr/>
              </p:nvSpPr>
              <p:spPr bwMode="auto">
                <a:xfrm>
                  <a:off x="4534004" y="3997027"/>
                  <a:ext cx="339001" cy="188975"/>
                </a:xfrm>
                <a:custGeom>
                  <a:avLst/>
                  <a:gdLst>
                    <a:gd name="T0" fmla="*/ 83 w 470"/>
                    <a:gd name="T1" fmla="*/ 262 h 262"/>
                    <a:gd name="T2" fmla="*/ 397 w 470"/>
                    <a:gd name="T3" fmla="*/ 262 h 262"/>
                    <a:gd name="T4" fmla="*/ 470 w 470"/>
                    <a:gd name="T5" fmla="*/ 262 h 262"/>
                    <a:gd name="T6" fmla="*/ 470 w 470"/>
                    <a:gd name="T7" fmla="*/ 0 h 262"/>
                    <a:gd name="T8" fmla="*/ 0 w 470"/>
                    <a:gd name="T9" fmla="*/ 0 h 262"/>
                    <a:gd name="T10" fmla="*/ 0 w 470"/>
                    <a:gd name="T11" fmla="*/ 158 h 262"/>
                    <a:gd name="T12" fmla="*/ 83 w 470"/>
                    <a:gd name="T13" fmla="*/ 158 h 262"/>
                    <a:gd name="T14" fmla="*/ 83 w 470"/>
                    <a:gd name="T15" fmla="*/ 262 h 262"/>
                    <a:gd name="T16" fmla="*/ 123 w 470"/>
                    <a:gd name="T17" fmla="*/ 83 h 262"/>
                    <a:gd name="T18" fmla="*/ 362 w 470"/>
                    <a:gd name="T19" fmla="*/ 83 h 262"/>
                    <a:gd name="T20" fmla="*/ 362 w 470"/>
                    <a:gd name="T21" fmla="*/ 102 h 262"/>
                    <a:gd name="T22" fmla="*/ 123 w 470"/>
                    <a:gd name="T23" fmla="*/ 102 h 262"/>
                    <a:gd name="T24" fmla="*/ 123 w 470"/>
                    <a:gd name="T25" fmla="*/ 83 h 262"/>
                    <a:gd name="T26" fmla="*/ 121 w 470"/>
                    <a:gd name="T27" fmla="*/ 140 h 262"/>
                    <a:gd name="T28" fmla="*/ 362 w 470"/>
                    <a:gd name="T29" fmla="*/ 140 h 262"/>
                    <a:gd name="T30" fmla="*/ 362 w 470"/>
                    <a:gd name="T31" fmla="*/ 158 h 262"/>
                    <a:gd name="T32" fmla="*/ 121 w 470"/>
                    <a:gd name="T33" fmla="*/ 158 h 262"/>
                    <a:gd name="T34" fmla="*/ 121 w 470"/>
                    <a:gd name="T35" fmla="*/ 140 h 262"/>
                    <a:gd name="T36" fmla="*/ 121 w 470"/>
                    <a:gd name="T37" fmla="*/ 196 h 262"/>
                    <a:gd name="T38" fmla="*/ 362 w 470"/>
                    <a:gd name="T39" fmla="*/ 196 h 262"/>
                    <a:gd name="T40" fmla="*/ 362 w 470"/>
                    <a:gd name="T41" fmla="*/ 215 h 262"/>
                    <a:gd name="T42" fmla="*/ 121 w 470"/>
                    <a:gd name="T43" fmla="*/ 215 h 262"/>
                    <a:gd name="T44" fmla="*/ 121 w 470"/>
                    <a:gd name="T45" fmla="*/ 196 h 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70" h="262">
                      <a:moveTo>
                        <a:pt x="83" y="262"/>
                      </a:moveTo>
                      <a:lnTo>
                        <a:pt x="397" y="262"/>
                      </a:lnTo>
                      <a:lnTo>
                        <a:pt x="470" y="262"/>
                      </a:lnTo>
                      <a:lnTo>
                        <a:pt x="470" y="0"/>
                      </a:lnTo>
                      <a:lnTo>
                        <a:pt x="0" y="0"/>
                      </a:lnTo>
                      <a:lnTo>
                        <a:pt x="0" y="158"/>
                      </a:lnTo>
                      <a:lnTo>
                        <a:pt x="83" y="158"/>
                      </a:lnTo>
                      <a:lnTo>
                        <a:pt x="83" y="262"/>
                      </a:lnTo>
                      <a:close/>
                      <a:moveTo>
                        <a:pt x="123" y="83"/>
                      </a:moveTo>
                      <a:lnTo>
                        <a:pt x="362" y="83"/>
                      </a:lnTo>
                      <a:lnTo>
                        <a:pt x="362" y="102"/>
                      </a:lnTo>
                      <a:lnTo>
                        <a:pt x="123" y="102"/>
                      </a:lnTo>
                      <a:lnTo>
                        <a:pt x="123" y="83"/>
                      </a:lnTo>
                      <a:close/>
                      <a:moveTo>
                        <a:pt x="121" y="140"/>
                      </a:moveTo>
                      <a:lnTo>
                        <a:pt x="362" y="140"/>
                      </a:lnTo>
                      <a:lnTo>
                        <a:pt x="362" y="158"/>
                      </a:lnTo>
                      <a:lnTo>
                        <a:pt x="121" y="158"/>
                      </a:lnTo>
                      <a:lnTo>
                        <a:pt x="121" y="140"/>
                      </a:lnTo>
                      <a:close/>
                      <a:moveTo>
                        <a:pt x="121" y="196"/>
                      </a:moveTo>
                      <a:lnTo>
                        <a:pt x="362" y="196"/>
                      </a:lnTo>
                      <a:lnTo>
                        <a:pt x="362" y="215"/>
                      </a:lnTo>
                      <a:lnTo>
                        <a:pt x="121" y="215"/>
                      </a:lnTo>
                      <a:lnTo>
                        <a:pt x="121" y="19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15" name="Freeform 16"/>
                <p:cNvSpPr>
                  <a:spLocks noEditPoints="1"/>
                </p:cNvSpPr>
                <p:nvPr/>
              </p:nvSpPr>
              <p:spPr bwMode="auto">
                <a:xfrm>
                  <a:off x="4172643" y="4213411"/>
                  <a:ext cx="361361" cy="361361"/>
                </a:xfrm>
                <a:custGeom>
                  <a:avLst/>
                  <a:gdLst>
                    <a:gd name="T0" fmla="*/ 141 w 212"/>
                    <a:gd name="T1" fmla="*/ 6 h 212"/>
                    <a:gd name="T2" fmla="*/ 106 w 212"/>
                    <a:gd name="T3" fmla="*/ 0 h 212"/>
                    <a:gd name="T4" fmla="*/ 0 w 212"/>
                    <a:gd name="T5" fmla="*/ 106 h 212"/>
                    <a:gd name="T6" fmla="*/ 106 w 212"/>
                    <a:gd name="T7" fmla="*/ 212 h 212"/>
                    <a:gd name="T8" fmla="*/ 185 w 212"/>
                    <a:gd name="T9" fmla="*/ 177 h 212"/>
                    <a:gd name="T10" fmla="*/ 212 w 212"/>
                    <a:gd name="T11" fmla="*/ 106 h 212"/>
                    <a:gd name="T12" fmla="*/ 141 w 212"/>
                    <a:gd name="T13" fmla="*/ 6 h 212"/>
                    <a:gd name="T14" fmla="*/ 106 w 212"/>
                    <a:gd name="T15" fmla="*/ 178 h 212"/>
                    <a:gd name="T16" fmla="*/ 34 w 212"/>
                    <a:gd name="T17" fmla="*/ 106 h 212"/>
                    <a:gd name="T18" fmla="*/ 106 w 212"/>
                    <a:gd name="T19" fmla="*/ 34 h 212"/>
                    <a:gd name="T20" fmla="*/ 141 w 212"/>
                    <a:gd name="T21" fmla="*/ 43 h 212"/>
                    <a:gd name="T22" fmla="*/ 178 w 212"/>
                    <a:gd name="T23" fmla="*/ 106 h 212"/>
                    <a:gd name="T24" fmla="*/ 147 w 212"/>
                    <a:gd name="T25" fmla="*/ 165 h 212"/>
                    <a:gd name="T26" fmla="*/ 106 w 212"/>
                    <a:gd name="T27" fmla="*/ 178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12" h="212">
                      <a:moveTo>
                        <a:pt x="141" y="6"/>
                      </a:moveTo>
                      <a:cubicBezTo>
                        <a:pt x="130" y="2"/>
                        <a:pt x="118" y="0"/>
                        <a:pt x="106" y="0"/>
                      </a:cubicBezTo>
                      <a:cubicBezTo>
                        <a:pt x="47" y="0"/>
                        <a:pt x="0" y="47"/>
                        <a:pt x="0" y="106"/>
                      </a:cubicBezTo>
                      <a:cubicBezTo>
                        <a:pt x="0" y="165"/>
                        <a:pt x="47" y="212"/>
                        <a:pt x="106" y="212"/>
                      </a:cubicBezTo>
                      <a:cubicBezTo>
                        <a:pt x="137" y="212"/>
                        <a:pt x="165" y="199"/>
                        <a:pt x="185" y="177"/>
                      </a:cubicBezTo>
                      <a:cubicBezTo>
                        <a:pt x="202" y="159"/>
                        <a:pt x="212" y="133"/>
                        <a:pt x="212" y="106"/>
                      </a:cubicBezTo>
                      <a:cubicBezTo>
                        <a:pt x="212" y="60"/>
                        <a:pt x="182" y="20"/>
                        <a:pt x="141" y="6"/>
                      </a:cubicBezTo>
                      <a:close/>
                      <a:moveTo>
                        <a:pt x="106" y="178"/>
                      </a:moveTo>
                      <a:cubicBezTo>
                        <a:pt x="66" y="178"/>
                        <a:pt x="34" y="146"/>
                        <a:pt x="34" y="106"/>
                      </a:cubicBezTo>
                      <a:cubicBezTo>
                        <a:pt x="34" y="66"/>
                        <a:pt x="66" y="34"/>
                        <a:pt x="106" y="34"/>
                      </a:cubicBezTo>
                      <a:cubicBezTo>
                        <a:pt x="119" y="34"/>
                        <a:pt x="131" y="38"/>
                        <a:pt x="141" y="43"/>
                      </a:cubicBezTo>
                      <a:cubicBezTo>
                        <a:pt x="163" y="56"/>
                        <a:pt x="178" y="79"/>
                        <a:pt x="178" y="106"/>
                      </a:cubicBezTo>
                      <a:cubicBezTo>
                        <a:pt x="178" y="130"/>
                        <a:pt x="166" y="152"/>
                        <a:pt x="147" y="165"/>
                      </a:cubicBezTo>
                      <a:cubicBezTo>
                        <a:pt x="136" y="173"/>
                        <a:pt x="121" y="178"/>
                        <a:pt x="106" y="17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16" name="Freeform 17"/>
                <p:cNvSpPr/>
                <p:nvPr/>
              </p:nvSpPr>
              <p:spPr bwMode="auto">
                <a:xfrm>
                  <a:off x="4288769" y="4324488"/>
                  <a:ext cx="83668" cy="102422"/>
                </a:xfrm>
                <a:custGeom>
                  <a:avLst/>
                  <a:gdLst>
                    <a:gd name="T0" fmla="*/ 45 w 49"/>
                    <a:gd name="T1" fmla="*/ 0 h 60"/>
                    <a:gd name="T2" fmla="*/ 41 w 49"/>
                    <a:gd name="T3" fmla="*/ 3 h 60"/>
                    <a:gd name="T4" fmla="*/ 41 w 49"/>
                    <a:gd name="T5" fmla="*/ 41 h 60"/>
                    <a:gd name="T6" fmla="*/ 3 w 49"/>
                    <a:gd name="T7" fmla="*/ 52 h 60"/>
                    <a:gd name="T8" fmla="*/ 0 w 49"/>
                    <a:gd name="T9" fmla="*/ 55 h 60"/>
                    <a:gd name="T10" fmla="*/ 1 w 49"/>
                    <a:gd name="T11" fmla="*/ 57 h 60"/>
                    <a:gd name="T12" fmla="*/ 5 w 49"/>
                    <a:gd name="T13" fmla="*/ 60 h 60"/>
                    <a:gd name="T14" fmla="*/ 43 w 49"/>
                    <a:gd name="T15" fmla="*/ 50 h 60"/>
                    <a:gd name="T16" fmla="*/ 47 w 49"/>
                    <a:gd name="T17" fmla="*/ 49 h 60"/>
                    <a:gd name="T18" fmla="*/ 49 w 49"/>
                    <a:gd name="T19" fmla="*/ 45 h 60"/>
                    <a:gd name="T20" fmla="*/ 49 w 49"/>
                    <a:gd name="T21" fmla="*/ 3 h 60"/>
                    <a:gd name="T22" fmla="*/ 48 w 49"/>
                    <a:gd name="T23" fmla="*/ 1 h 60"/>
                    <a:gd name="T24" fmla="*/ 45 w 49"/>
                    <a:gd name="T2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9" h="60">
                      <a:moveTo>
                        <a:pt x="45" y="0"/>
                      </a:moveTo>
                      <a:cubicBezTo>
                        <a:pt x="43" y="0"/>
                        <a:pt x="41" y="1"/>
                        <a:pt x="41" y="3"/>
                      </a:cubicBezTo>
                      <a:cubicBezTo>
                        <a:pt x="41" y="41"/>
                        <a:pt x="41" y="41"/>
                        <a:pt x="41" y="41"/>
                      </a:cubicBezTo>
                      <a:cubicBezTo>
                        <a:pt x="3" y="52"/>
                        <a:pt x="3" y="52"/>
                        <a:pt x="3" y="52"/>
                      </a:cubicBezTo>
                      <a:cubicBezTo>
                        <a:pt x="1" y="52"/>
                        <a:pt x="0" y="53"/>
                        <a:pt x="0" y="55"/>
                      </a:cubicBezTo>
                      <a:cubicBezTo>
                        <a:pt x="0" y="56"/>
                        <a:pt x="0" y="56"/>
                        <a:pt x="1" y="57"/>
                      </a:cubicBezTo>
                      <a:cubicBezTo>
                        <a:pt x="1" y="59"/>
                        <a:pt x="3" y="60"/>
                        <a:pt x="5" y="60"/>
                      </a:cubicBezTo>
                      <a:cubicBezTo>
                        <a:pt x="43" y="50"/>
                        <a:pt x="43" y="50"/>
                        <a:pt x="43" y="50"/>
                      </a:cubicBezTo>
                      <a:cubicBezTo>
                        <a:pt x="47" y="49"/>
                        <a:pt x="47" y="49"/>
                        <a:pt x="47" y="49"/>
                      </a:cubicBezTo>
                      <a:cubicBezTo>
                        <a:pt x="49" y="48"/>
                        <a:pt x="49" y="47"/>
                        <a:pt x="49" y="45"/>
                      </a:cubicBezTo>
                      <a:cubicBezTo>
                        <a:pt x="49" y="3"/>
                        <a:pt x="49" y="3"/>
                        <a:pt x="49" y="3"/>
                      </a:cubicBezTo>
                      <a:cubicBezTo>
                        <a:pt x="49" y="2"/>
                        <a:pt x="49" y="1"/>
                        <a:pt x="48" y="1"/>
                      </a:cubicBezTo>
                      <a:cubicBezTo>
                        <a:pt x="47" y="0"/>
                        <a:pt x="46" y="0"/>
                        <a:pt x="4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</p:grpSp>
      </p:grpSp>
      <p:grpSp>
        <p:nvGrpSpPr>
          <p:cNvPr id="17" name="组合 16"/>
          <p:cNvGrpSpPr/>
          <p:nvPr/>
        </p:nvGrpSpPr>
        <p:grpSpPr>
          <a:xfrm>
            <a:off x="2582847" y="2746139"/>
            <a:ext cx="3565255" cy="1051256"/>
            <a:chOff x="3666426" y="3206283"/>
            <a:chExt cx="4753673" cy="1401675"/>
          </a:xfrm>
        </p:grpSpPr>
        <p:sp>
          <p:nvSpPr>
            <p:cNvPr id="117" name="圆角矩形 116"/>
            <p:cNvSpPr/>
            <p:nvPr/>
          </p:nvSpPr>
          <p:spPr>
            <a:xfrm>
              <a:off x="4367263" y="3546867"/>
              <a:ext cx="4052836" cy="740805"/>
            </a:xfrm>
            <a:prstGeom prst="roundRect">
              <a:avLst>
                <a:gd name="adj" fmla="val 26862"/>
              </a:avLst>
            </a:prstGeom>
            <a:solidFill>
              <a:srgbClr val="0099A9"/>
            </a:solidFill>
            <a:ln w="15875">
              <a:gradFill flip="none" rotWithShape="1">
                <a:gsLst>
                  <a:gs pos="0">
                    <a:srgbClr val="C9C9C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889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3666426" y="3206283"/>
              <a:ext cx="1401675" cy="1401675"/>
              <a:chOff x="475814" y="349984"/>
              <a:chExt cx="1821716" cy="1821716"/>
            </a:xfrm>
          </p:grpSpPr>
          <p:sp>
            <p:nvSpPr>
              <p:cNvPr id="121" name="椭圆 120"/>
              <p:cNvSpPr/>
              <p:nvPr/>
            </p:nvSpPr>
            <p:spPr>
              <a:xfrm>
                <a:off x="475814" y="349984"/>
                <a:ext cx="1821716" cy="18217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 w="22225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292100" dist="1397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122" name="组合 121"/>
              <p:cNvGrpSpPr/>
              <p:nvPr/>
            </p:nvGrpSpPr>
            <p:grpSpPr>
              <a:xfrm>
                <a:off x="584986" y="459157"/>
                <a:ext cx="1603371" cy="1603370"/>
                <a:chOff x="2706461" y="2004333"/>
                <a:chExt cx="2228850" cy="2228850"/>
              </a:xfrm>
              <a:effectLst/>
            </p:grpSpPr>
            <p:sp>
              <p:nvSpPr>
                <p:cNvPr id="123" name="椭圆 122"/>
                <p:cNvSpPr/>
                <p:nvPr/>
              </p:nvSpPr>
              <p:spPr>
                <a:xfrm>
                  <a:off x="2706461" y="2004333"/>
                  <a:ext cx="2228850" cy="2228850"/>
                </a:xfrm>
                <a:prstGeom prst="ellipse">
                  <a:avLst/>
                </a:prstGeom>
                <a:solidFill>
                  <a:srgbClr val="00A2B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24" name="椭圆 123"/>
                <p:cNvSpPr/>
                <p:nvPr/>
              </p:nvSpPr>
              <p:spPr>
                <a:xfrm>
                  <a:off x="2819402" y="2117274"/>
                  <a:ext cx="2002968" cy="20029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5D5D5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25" name="椭圆 124"/>
                <p:cNvSpPr/>
                <p:nvPr/>
              </p:nvSpPr>
              <p:spPr>
                <a:xfrm>
                  <a:off x="2977244" y="2275116"/>
                  <a:ext cx="1687284" cy="1687284"/>
                </a:xfrm>
                <a:prstGeom prst="ellipse">
                  <a:avLst/>
                </a:prstGeom>
                <a:solidFill>
                  <a:srgbClr val="00A2B3"/>
                </a:solidFill>
                <a:ln w="3810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177800" dist="762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126" name="矩形 125"/>
            <p:cNvSpPr/>
            <p:nvPr/>
          </p:nvSpPr>
          <p:spPr>
            <a:xfrm>
              <a:off x="5398227" y="3655659"/>
              <a:ext cx="2798201" cy="553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2100" dirty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胜任</a:t>
              </a:r>
              <a:r>
                <a:rPr lang="zh-CN" altLang="en-US" sz="210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能力 </a:t>
              </a:r>
              <a:r>
                <a:rPr lang="zh-CN" altLang="en-US" sz="105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MY ABILITY</a:t>
              </a:r>
              <a:endParaRPr lang="zh-CN" altLang="en-US" sz="1050" dirty="0">
                <a:solidFill>
                  <a:schemeClr val="bg1"/>
                </a:solidFill>
                <a:latin typeface="胡晓波美心常规体  QQ:371136753" panose="02010800040101010101" pitchFamily="2" charset="-122"/>
                <a:ea typeface="胡晓波美心常规体  QQ:371136753" panose="02010800040101010101" pitchFamily="2" charset="-122"/>
              </a:endParaRPr>
            </a:p>
          </p:txBody>
        </p:sp>
        <p:grpSp>
          <p:nvGrpSpPr>
            <p:cNvPr id="147" name="组合 146"/>
            <p:cNvGrpSpPr/>
            <p:nvPr/>
          </p:nvGrpSpPr>
          <p:grpSpPr>
            <a:xfrm>
              <a:off x="4075293" y="3676649"/>
              <a:ext cx="578323" cy="479939"/>
              <a:chOff x="9404083" y="1238855"/>
              <a:chExt cx="801342" cy="665020"/>
            </a:xfrm>
            <a:solidFill>
              <a:schemeClr val="bg1"/>
            </a:solidFill>
          </p:grpSpPr>
          <p:sp>
            <p:nvSpPr>
              <p:cNvPr id="148" name="Freeform 583"/>
              <p:cNvSpPr/>
              <p:nvPr/>
            </p:nvSpPr>
            <p:spPr bwMode="auto">
              <a:xfrm>
                <a:off x="9404083" y="1238855"/>
                <a:ext cx="801342" cy="308708"/>
              </a:xfrm>
              <a:custGeom>
                <a:avLst/>
                <a:gdLst>
                  <a:gd name="T0" fmla="*/ 924 w 1111"/>
                  <a:gd name="T1" fmla="*/ 0 h 428"/>
                  <a:gd name="T2" fmla="*/ 958 w 1111"/>
                  <a:gd name="T3" fmla="*/ 55 h 428"/>
                  <a:gd name="T4" fmla="*/ 542 w 1111"/>
                  <a:gd name="T5" fmla="*/ 281 h 428"/>
                  <a:gd name="T6" fmla="*/ 0 w 1111"/>
                  <a:gd name="T7" fmla="*/ 355 h 428"/>
                  <a:gd name="T8" fmla="*/ 3 w 1111"/>
                  <a:gd name="T9" fmla="*/ 428 h 428"/>
                  <a:gd name="T10" fmla="*/ 570 w 1111"/>
                  <a:gd name="T11" fmla="*/ 355 h 428"/>
                  <a:gd name="T12" fmla="*/ 986 w 1111"/>
                  <a:gd name="T13" fmla="*/ 121 h 428"/>
                  <a:gd name="T14" fmla="*/ 1021 w 1111"/>
                  <a:gd name="T15" fmla="*/ 184 h 428"/>
                  <a:gd name="T16" fmla="*/ 1111 w 1111"/>
                  <a:gd name="T17" fmla="*/ 0 h 428"/>
                  <a:gd name="T18" fmla="*/ 924 w 1111"/>
                  <a:gd name="T19" fmla="*/ 0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1" h="428">
                    <a:moveTo>
                      <a:pt x="924" y="0"/>
                    </a:moveTo>
                    <a:lnTo>
                      <a:pt x="958" y="55"/>
                    </a:lnTo>
                    <a:lnTo>
                      <a:pt x="542" y="281"/>
                    </a:lnTo>
                    <a:lnTo>
                      <a:pt x="0" y="355"/>
                    </a:lnTo>
                    <a:lnTo>
                      <a:pt x="3" y="428"/>
                    </a:lnTo>
                    <a:lnTo>
                      <a:pt x="570" y="355"/>
                    </a:lnTo>
                    <a:lnTo>
                      <a:pt x="986" y="121"/>
                    </a:lnTo>
                    <a:lnTo>
                      <a:pt x="1021" y="184"/>
                    </a:lnTo>
                    <a:lnTo>
                      <a:pt x="1111" y="0"/>
                    </a:lnTo>
                    <a:lnTo>
                      <a:pt x="9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49" name="Freeform 584"/>
              <p:cNvSpPr/>
              <p:nvPr/>
            </p:nvSpPr>
            <p:spPr bwMode="auto">
              <a:xfrm>
                <a:off x="9915470" y="1392487"/>
                <a:ext cx="208450" cy="511387"/>
              </a:xfrm>
              <a:custGeom>
                <a:avLst/>
                <a:gdLst>
                  <a:gd name="T0" fmla="*/ 0 w 289"/>
                  <a:gd name="T1" fmla="*/ 709 h 709"/>
                  <a:gd name="T2" fmla="*/ 289 w 289"/>
                  <a:gd name="T3" fmla="*/ 709 h 709"/>
                  <a:gd name="T4" fmla="*/ 289 w 289"/>
                  <a:gd name="T5" fmla="*/ 0 h 709"/>
                  <a:gd name="T6" fmla="*/ 0 w 289"/>
                  <a:gd name="T7" fmla="*/ 161 h 709"/>
                  <a:gd name="T8" fmla="*/ 0 w 289"/>
                  <a:gd name="T9" fmla="*/ 709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9" h="709">
                    <a:moveTo>
                      <a:pt x="0" y="709"/>
                    </a:moveTo>
                    <a:lnTo>
                      <a:pt x="289" y="709"/>
                    </a:lnTo>
                    <a:lnTo>
                      <a:pt x="289" y="0"/>
                    </a:lnTo>
                    <a:lnTo>
                      <a:pt x="0" y="161"/>
                    </a:lnTo>
                    <a:lnTo>
                      <a:pt x="0" y="7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50" name="Freeform 585"/>
              <p:cNvSpPr/>
              <p:nvPr/>
            </p:nvSpPr>
            <p:spPr bwMode="auto">
              <a:xfrm>
                <a:off x="9663743" y="1528809"/>
                <a:ext cx="180320" cy="375065"/>
              </a:xfrm>
              <a:custGeom>
                <a:avLst/>
                <a:gdLst>
                  <a:gd name="T0" fmla="*/ 0 w 250"/>
                  <a:gd name="T1" fmla="*/ 520 h 520"/>
                  <a:gd name="T2" fmla="*/ 250 w 250"/>
                  <a:gd name="T3" fmla="*/ 520 h 520"/>
                  <a:gd name="T4" fmla="*/ 250 w 250"/>
                  <a:gd name="T5" fmla="*/ 0 h 520"/>
                  <a:gd name="T6" fmla="*/ 0 w 250"/>
                  <a:gd name="T7" fmla="*/ 42 h 520"/>
                  <a:gd name="T8" fmla="*/ 0 w 250"/>
                  <a:gd name="T9" fmla="*/ 520 h 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0" h="520">
                    <a:moveTo>
                      <a:pt x="0" y="520"/>
                    </a:moveTo>
                    <a:lnTo>
                      <a:pt x="250" y="520"/>
                    </a:lnTo>
                    <a:lnTo>
                      <a:pt x="250" y="0"/>
                    </a:lnTo>
                    <a:lnTo>
                      <a:pt x="0" y="42"/>
                    </a:lnTo>
                    <a:lnTo>
                      <a:pt x="0" y="5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51" name="Freeform 586"/>
              <p:cNvSpPr/>
              <p:nvPr/>
            </p:nvSpPr>
            <p:spPr bwMode="auto">
              <a:xfrm>
                <a:off x="9404083" y="1569922"/>
                <a:ext cx="189697" cy="333953"/>
              </a:xfrm>
              <a:custGeom>
                <a:avLst/>
                <a:gdLst>
                  <a:gd name="T0" fmla="*/ 0 w 263"/>
                  <a:gd name="T1" fmla="*/ 463 h 463"/>
                  <a:gd name="T2" fmla="*/ 263 w 263"/>
                  <a:gd name="T3" fmla="*/ 463 h 463"/>
                  <a:gd name="T4" fmla="*/ 263 w 263"/>
                  <a:gd name="T5" fmla="*/ 0 h 463"/>
                  <a:gd name="T6" fmla="*/ 0 w 263"/>
                  <a:gd name="T7" fmla="*/ 30 h 463"/>
                  <a:gd name="T8" fmla="*/ 0 w 263"/>
                  <a:gd name="T9" fmla="*/ 463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3" h="463">
                    <a:moveTo>
                      <a:pt x="0" y="463"/>
                    </a:moveTo>
                    <a:lnTo>
                      <a:pt x="263" y="463"/>
                    </a:lnTo>
                    <a:lnTo>
                      <a:pt x="263" y="0"/>
                    </a:lnTo>
                    <a:lnTo>
                      <a:pt x="0" y="30"/>
                    </a:lnTo>
                    <a:lnTo>
                      <a:pt x="0" y="4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3583103" y="3693735"/>
            <a:ext cx="3663140" cy="1051256"/>
            <a:chOff x="3812939" y="4461444"/>
            <a:chExt cx="4884187" cy="1401675"/>
          </a:xfrm>
        </p:grpSpPr>
        <p:sp>
          <p:nvSpPr>
            <p:cNvPr id="127" name="圆角矩形 126"/>
            <p:cNvSpPr/>
            <p:nvPr/>
          </p:nvSpPr>
          <p:spPr>
            <a:xfrm>
              <a:off x="3812939" y="4802028"/>
              <a:ext cx="4052836" cy="740805"/>
            </a:xfrm>
            <a:prstGeom prst="roundRect">
              <a:avLst>
                <a:gd name="adj" fmla="val 26862"/>
              </a:avLst>
            </a:prstGeom>
            <a:solidFill>
              <a:srgbClr val="EA5E66"/>
            </a:solidFill>
            <a:ln w="15875">
              <a:gradFill flip="none" rotWithShape="1">
                <a:gsLst>
                  <a:gs pos="0">
                    <a:srgbClr val="C9C9C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889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3933238" y="4900671"/>
              <a:ext cx="2648588" cy="553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2100" dirty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未来</a:t>
              </a:r>
              <a:r>
                <a:rPr lang="zh-CN" altLang="en-US" sz="210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规划 </a:t>
              </a:r>
              <a:r>
                <a:rPr lang="zh-CN" altLang="en-US" sz="1050" dirty="0" smtClean="0">
                  <a:solidFill>
                    <a:schemeClr val="bg1"/>
                  </a:solidFill>
                  <a:latin typeface="胡晓波美心常规体  QQ:371136753" panose="02010800040101010101" pitchFamily="2" charset="-122"/>
                  <a:ea typeface="胡晓波美心常规体  QQ:371136753" panose="02010800040101010101" pitchFamily="2" charset="-122"/>
                </a:rPr>
                <a:t>MY FUTUR</a:t>
              </a:r>
              <a:endParaRPr lang="zh-CN" altLang="en-US" sz="1050" dirty="0">
                <a:solidFill>
                  <a:schemeClr val="bg1"/>
                </a:solidFill>
                <a:latin typeface="胡晓波美心常规体  QQ:371136753" panose="02010800040101010101" pitchFamily="2" charset="-122"/>
                <a:ea typeface="胡晓波美心常规体  QQ:371136753" panose="02010800040101010101" pitchFamily="2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295451" y="4461444"/>
              <a:ext cx="1401675" cy="1401675"/>
              <a:chOff x="7295451" y="4461444"/>
              <a:chExt cx="1401675" cy="1401675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7295451" y="4461444"/>
                <a:ext cx="1401675" cy="14016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 w="22225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292100" dist="1397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137" name="组合 136"/>
              <p:cNvGrpSpPr/>
              <p:nvPr/>
            </p:nvGrpSpPr>
            <p:grpSpPr>
              <a:xfrm>
                <a:off x="7379451" y="4545445"/>
                <a:ext cx="1233675" cy="1233674"/>
                <a:chOff x="2706461" y="2004333"/>
                <a:chExt cx="2228850" cy="2228850"/>
              </a:xfrm>
              <a:effectLst/>
            </p:grpSpPr>
            <p:sp>
              <p:nvSpPr>
                <p:cNvPr id="138" name="椭圆 137"/>
                <p:cNvSpPr/>
                <p:nvPr/>
              </p:nvSpPr>
              <p:spPr>
                <a:xfrm>
                  <a:off x="2706461" y="2004333"/>
                  <a:ext cx="2228850" cy="2228850"/>
                </a:xfrm>
                <a:prstGeom prst="ellipse">
                  <a:avLst/>
                </a:prstGeom>
                <a:solidFill>
                  <a:srgbClr val="F7636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39" name="椭圆 138"/>
                <p:cNvSpPr/>
                <p:nvPr/>
              </p:nvSpPr>
              <p:spPr>
                <a:xfrm>
                  <a:off x="2819402" y="2117274"/>
                  <a:ext cx="2002968" cy="20029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5D5D5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40" name="椭圆 139"/>
                <p:cNvSpPr/>
                <p:nvPr/>
              </p:nvSpPr>
              <p:spPr>
                <a:xfrm>
                  <a:off x="2977244" y="2275116"/>
                  <a:ext cx="1687284" cy="1687284"/>
                </a:xfrm>
                <a:prstGeom prst="ellipse">
                  <a:avLst/>
                </a:prstGeom>
                <a:solidFill>
                  <a:srgbClr val="F7636B"/>
                </a:solidFill>
                <a:ln w="3810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177800" dist="762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52" name="组合 151"/>
              <p:cNvGrpSpPr/>
              <p:nvPr/>
            </p:nvGrpSpPr>
            <p:grpSpPr>
              <a:xfrm>
                <a:off x="7738966" y="4925444"/>
                <a:ext cx="561936" cy="527122"/>
                <a:chOff x="3108756" y="2110160"/>
                <a:chExt cx="745081" cy="698920"/>
              </a:xfrm>
              <a:solidFill>
                <a:schemeClr val="bg1"/>
              </a:solidFill>
            </p:grpSpPr>
            <p:sp>
              <p:nvSpPr>
                <p:cNvPr id="153" name="Freeform 489"/>
                <p:cNvSpPr/>
                <p:nvPr/>
              </p:nvSpPr>
              <p:spPr bwMode="auto">
                <a:xfrm>
                  <a:off x="3608602" y="2110160"/>
                  <a:ext cx="245235" cy="303659"/>
                </a:xfrm>
                <a:custGeom>
                  <a:avLst/>
                  <a:gdLst>
                    <a:gd name="T0" fmla="*/ 248 w 340"/>
                    <a:gd name="T1" fmla="*/ 0 h 421"/>
                    <a:gd name="T2" fmla="*/ 0 w 340"/>
                    <a:gd name="T3" fmla="*/ 357 h 421"/>
                    <a:gd name="T4" fmla="*/ 94 w 340"/>
                    <a:gd name="T5" fmla="*/ 421 h 421"/>
                    <a:gd name="T6" fmla="*/ 340 w 340"/>
                    <a:gd name="T7" fmla="*/ 66 h 421"/>
                    <a:gd name="T8" fmla="*/ 248 w 340"/>
                    <a:gd name="T9" fmla="*/ 0 h 4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0" h="421">
                      <a:moveTo>
                        <a:pt x="248" y="0"/>
                      </a:moveTo>
                      <a:lnTo>
                        <a:pt x="0" y="357"/>
                      </a:lnTo>
                      <a:lnTo>
                        <a:pt x="94" y="421"/>
                      </a:lnTo>
                      <a:lnTo>
                        <a:pt x="340" y="66"/>
                      </a:lnTo>
                      <a:lnTo>
                        <a:pt x="24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54" name="Freeform 490"/>
                <p:cNvSpPr/>
                <p:nvPr/>
              </p:nvSpPr>
              <p:spPr bwMode="auto">
                <a:xfrm>
                  <a:off x="3584800" y="2379197"/>
                  <a:ext cx="81505" cy="68522"/>
                </a:xfrm>
                <a:custGeom>
                  <a:avLst/>
                  <a:gdLst>
                    <a:gd name="T0" fmla="*/ 14 w 113"/>
                    <a:gd name="T1" fmla="*/ 12 h 95"/>
                    <a:gd name="T2" fmla="*/ 0 w 113"/>
                    <a:gd name="T3" fmla="*/ 33 h 95"/>
                    <a:gd name="T4" fmla="*/ 14 w 113"/>
                    <a:gd name="T5" fmla="*/ 43 h 95"/>
                    <a:gd name="T6" fmla="*/ 26 w 113"/>
                    <a:gd name="T7" fmla="*/ 52 h 95"/>
                    <a:gd name="T8" fmla="*/ 90 w 113"/>
                    <a:gd name="T9" fmla="*/ 95 h 95"/>
                    <a:gd name="T10" fmla="*/ 113 w 113"/>
                    <a:gd name="T11" fmla="*/ 62 h 95"/>
                    <a:gd name="T12" fmla="*/ 23 w 113"/>
                    <a:gd name="T13" fmla="*/ 0 h 95"/>
                    <a:gd name="T14" fmla="*/ 14 w 113"/>
                    <a:gd name="T15" fmla="*/ 12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3" h="95">
                      <a:moveTo>
                        <a:pt x="14" y="12"/>
                      </a:moveTo>
                      <a:lnTo>
                        <a:pt x="0" y="33"/>
                      </a:lnTo>
                      <a:lnTo>
                        <a:pt x="14" y="43"/>
                      </a:lnTo>
                      <a:lnTo>
                        <a:pt x="26" y="52"/>
                      </a:lnTo>
                      <a:lnTo>
                        <a:pt x="90" y="95"/>
                      </a:lnTo>
                      <a:lnTo>
                        <a:pt x="113" y="62"/>
                      </a:lnTo>
                      <a:lnTo>
                        <a:pt x="23" y="0"/>
                      </a:lnTo>
                      <a:lnTo>
                        <a:pt x="14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55" name="Freeform 491"/>
                <p:cNvSpPr/>
                <p:nvPr/>
              </p:nvSpPr>
              <p:spPr bwMode="auto">
                <a:xfrm>
                  <a:off x="3463625" y="2415261"/>
                  <a:ext cx="177435" cy="226482"/>
                </a:xfrm>
                <a:custGeom>
                  <a:avLst/>
                  <a:gdLst>
                    <a:gd name="T0" fmla="*/ 66 w 104"/>
                    <a:gd name="T1" fmla="*/ 0 h 133"/>
                    <a:gd name="T2" fmla="*/ 60 w 104"/>
                    <a:gd name="T3" fmla="*/ 8 h 133"/>
                    <a:gd name="T4" fmla="*/ 59 w 104"/>
                    <a:gd name="T5" fmla="*/ 10 h 133"/>
                    <a:gd name="T6" fmla="*/ 11 w 104"/>
                    <a:gd name="T7" fmla="*/ 29 h 133"/>
                    <a:gd name="T8" fmla="*/ 0 w 104"/>
                    <a:gd name="T9" fmla="*/ 129 h 133"/>
                    <a:gd name="T10" fmla="*/ 37 w 104"/>
                    <a:gd name="T11" fmla="*/ 76 h 133"/>
                    <a:gd name="T12" fmla="*/ 37 w 104"/>
                    <a:gd name="T13" fmla="*/ 51 h 133"/>
                    <a:gd name="T14" fmla="*/ 60 w 104"/>
                    <a:gd name="T15" fmla="*/ 43 h 133"/>
                    <a:gd name="T16" fmla="*/ 63 w 104"/>
                    <a:gd name="T17" fmla="*/ 44 h 133"/>
                    <a:gd name="T18" fmla="*/ 66 w 104"/>
                    <a:gd name="T19" fmla="*/ 71 h 133"/>
                    <a:gd name="T20" fmla="*/ 60 w 104"/>
                    <a:gd name="T21" fmla="*/ 77 h 133"/>
                    <a:gd name="T22" fmla="*/ 42 w 104"/>
                    <a:gd name="T23" fmla="*/ 80 h 133"/>
                    <a:gd name="T24" fmla="*/ 6 w 104"/>
                    <a:gd name="T25" fmla="*/ 133 h 133"/>
                    <a:gd name="T26" fmla="*/ 54 w 104"/>
                    <a:gd name="T27" fmla="*/ 109 h 133"/>
                    <a:gd name="T28" fmla="*/ 60 w 104"/>
                    <a:gd name="T29" fmla="*/ 106 h 133"/>
                    <a:gd name="T30" fmla="*/ 77 w 104"/>
                    <a:gd name="T31" fmla="*/ 98 h 133"/>
                    <a:gd name="T32" fmla="*/ 96 w 104"/>
                    <a:gd name="T33" fmla="*/ 88 h 133"/>
                    <a:gd name="T34" fmla="*/ 97 w 104"/>
                    <a:gd name="T35" fmla="*/ 37 h 133"/>
                    <a:gd name="T36" fmla="*/ 104 w 104"/>
                    <a:gd name="T37" fmla="*/ 26 h 133"/>
                    <a:gd name="T38" fmla="*/ 77 w 104"/>
                    <a:gd name="T39" fmla="*/ 7 h 133"/>
                    <a:gd name="T40" fmla="*/ 66 w 104"/>
                    <a:gd name="T41" fmla="*/ 0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04" h="133">
                      <a:moveTo>
                        <a:pt x="66" y="0"/>
                      </a:moveTo>
                      <a:cubicBezTo>
                        <a:pt x="60" y="8"/>
                        <a:pt x="60" y="8"/>
                        <a:pt x="60" y="8"/>
                      </a:cubicBezTo>
                      <a:cubicBezTo>
                        <a:pt x="59" y="10"/>
                        <a:pt x="59" y="10"/>
                        <a:pt x="59" y="10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0" y="129"/>
                        <a:pt x="0" y="129"/>
                        <a:pt x="0" y="129"/>
                      </a:cubicBezTo>
                      <a:cubicBezTo>
                        <a:pt x="37" y="76"/>
                        <a:pt x="37" y="76"/>
                        <a:pt x="37" y="76"/>
                      </a:cubicBezTo>
                      <a:cubicBezTo>
                        <a:pt x="32" y="70"/>
                        <a:pt x="31" y="60"/>
                        <a:pt x="37" y="51"/>
                      </a:cubicBezTo>
                      <a:cubicBezTo>
                        <a:pt x="43" y="43"/>
                        <a:pt x="52" y="40"/>
                        <a:pt x="60" y="43"/>
                      </a:cubicBezTo>
                      <a:cubicBezTo>
                        <a:pt x="61" y="43"/>
                        <a:pt x="62" y="44"/>
                        <a:pt x="63" y="44"/>
                      </a:cubicBezTo>
                      <a:cubicBezTo>
                        <a:pt x="71" y="50"/>
                        <a:pt x="72" y="62"/>
                        <a:pt x="66" y="71"/>
                      </a:cubicBezTo>
                      <a:cubicBezTo>
                        <a:pt x="64" y="74"/>
                        <a:pt x="62" y="76"/>
                        <a:pt x="60" y="77"/>
                      </a:cubicBezTo>
                      <a:cubicBezTo>
                        <a:pt x="55" y="81"/>
                        <a:pt x="48" y="82"/>
                        <a:pt x="42" y="80"/>
                      </a:cubicBezTo>
                      <a:cubicBezTo>
                        <a:pt x="6" y="133"/>
                        <a:pt x="6" y="133"/>
                        <a:pt x="6" y="133"/>
                      </a:cubicBezTo>
                      <a:cubicBezTo>
                        <a:pt x="54" y="109"/>
                        <a:pt x="54" y="109"/>
                        <a:pt x="54" y="109"/>
                      </a:cubicBezTo>
                      <a:cubicBezTo>
                        <a:pt x="60" y="106"/>
                        <a:pt x="60" y="106"/>
                        <a:pt x="60" y="106"/>
                      </a:cubicBezTo>
                      <a:cubicBezTo>
                        <a:pt x="77" y="98"/>
                        <a:pt x="77" y="98"/>
                        <a:pt x="77" y="98"/>
                      </a:cubicBezTo>
                      <a:cubicBezTo>
                        <a:pt x="96" y="88"/>
                        <a:pt x="96" y="88"/>
                        <a:pt x="96" y="88"/>
                      </a:cubicBezTo>
                      <a:cubicBezTo>
                        <a:pt x="97" y="37"/>
                        <a:pt x="97" y="37"/>
                        <a:pt x="97" y="37"/>
                      </a:cubicBezTo>
                      <a:cubicBezTo>
                        <a:pt x="104" y="26"/>
                        <a:pt x="104" y="26"/>
                        <a:pt x="104" y="26"/>
                      </a:cubicBezTo>
                      <a:cubicBezTo>
                        <a:pt x="77" y="7"/>
                        <a:pt x="77" y="7"/>
                        <a:pt x="77" y="7"/>
                      </a:cubicBezTo>
                      <a:lnTo>
                        <a:pt x="6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56" name="Rectangle 492"/>
                <p:cNvSpPr>
                  <a:spLocks noChangeArrowheads="1"/>
                </p:cNvSpPr>
                <p:nvPr/>
              </p:nvSpPr>
              <p:spPr bwMode="auto">
                <a:xfrm>
                  <a:off x="3237144" y="2495323"/>
                  <a:ext cx="168779" cy="1514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57" name="Rectangle 493"/>
                <p:cNvSpPr>
                  <a:spLocks noChangeArrowheads="1"/>
                </p:cNvSpPr>
                <p:nvPr/>
              </p:nvSpPr>
              <p:spPr bwMode="auto">
                <a:xfrm>
                  <a:off x="3237144" y="2449161"/>
                  <a:ext cx="168779" cy="1731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58" name="Rectangle 494"/>
                <p:cNvSpPr>
                  <a:spLocks noChangeArrowheads="1"/>
                </p:cNvSpPr>
                <p:nvPr/>
              </p:nvSpPr>
              <p:spPr bwMode="auto">
                <a:xfrm>
                  <a:off x="3237144" y="2403000"/>
                  <a:ext cx="168779" cy="15868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59" name="Rectangle 495"/>
                <p:cNvSpPr>
                  <a:spLocks noChangeArrowheads="1"/>
                </p:cNvSpPr>
                <p:nvPr/>
              </p:nvSpPr>
              <p:spPr bwMode="auto">
                <a:xfrm>
                  <a:off x="3237144" y="2357559"/>
                  <a:ext cx="168779" cy="1514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160" name="Freeform 496"/>
                <p:cNvSpPr/>
                <p:nvPr/>
              </p:nvSpPr>
              <p:spPr bwMode="auto">
                <a:xfrm>
                  <a:off x="3108756" y="2215467"/>
                  <a:ext cx="489749" cy="593613"/>
                </a:xfrm>
                <a:custGeom>
                  <a:avLst/>
                  <a:gdLst>
                    <a:gd name="T0" fmla="*/ 268 w 287"/>
                    <a:gd name="T1" fmla="*/ 303 h 348"/>
                    <a:gd name="T2" fmla="*/ 245 w 287"/>
                    <a:gd name="T3" fmla="*/ 331 h 348"/>
                    <a:gd name="T4" fmla="*/ 90 w 287"/>
                    <a:gd name="T5" fmla="*/ 331 h 348"/>
                    <a:gd name="T6" fmla="*/ 90 w 287"/>
                    <a:gd name="T7" fmla="*/ 281 h 348"/>
                    <a:gd name="T8" fmla="*/ 76 w 287"/>
                    <a:gd name="T9" fmla="*/ 263 h 348"/>
                    <a:gd name="T10" fmla="*/ 17 w 287"/>
                    <a:gd name="T11" fmla="*/ 263 h 348"/>
                    <a:gd name="T12" fmla="*/ 17 w 287"/>
                    <a:gd name="T13" fmla="*/ 59 h 348"/>
                    <a:gd name="T14" fmla="*/ 40 w 287"/>
                    <a:gd name="T15" fmla="*/ 27 h 348"/>
                    <a:gd name="T16" fmla="*/ 251 w 287"/>
                    <a:gd name="T17" fmla="*/ 27 h 348"/>
                    <a:gd name="T18" fmla="*/ 268 w 287"/>
                    <a:gd name="T19" fmla="*/ 52 h 348"/>
                    <a:gd name="T20" fmla="*/ 268 w 287"/>
                    <a:gd name="T21" fmla="*/ 104 h 348"/>
                    <a:gd name="T22" fmla="*/ 268 w 287"/>
                    <a:gd name="T23" fmla="*/ 104 h 348"/>
                    <a:gd name="T24" fmla="*/ 285 w 287"/>
                    <a:gd name="T25" fmla="*/ 83 h 348"/>
                    <a:gd name="T26" fmla="*/ 285 w 287"/>
                    <a:gd name="T27" fmla="*/ 45 h 348"/>
                    <a:gd name="T28" fmla="*/ 252 w 287"/>
                    <a:gd name="T29" fmla="*/ 8 h 348"/>
                    <a:gd name="T30" fmla="*/ 70 w 287"/>
                    <a:gd name="T31" fmla="*/ 8 h 348"/>
                    <a:gd name="T32" fmla="*/ 40 w 287"/>
                    <a:gd name="T33" fmla="*/ 8 h 348"/>
                    <a:gd name="T34" fmla="*/ 0 w 287"/>
                    <a:gd name="T35" fmla="*/ 44 h 348"/>
                    <a:gd name="T36" fmla="*/ 0 w 287"/>
                    <a:gd name="T37" fmla="*/ 294 h 348"/>
                    <a:gd name="T38" fmla="*/ 82 w 287"/>
                    <a:gd name="T39" fmla="*/ 346 h 348"/>
                    <a:gd name="T40" fmla="*/ 252 w 287"/>
                    <a:gd name="T41" fmla="*/ 346 h 348"/>
                    <a:gd name="T42" fmla="*/ 285 w 287"/>
                    <a:gd name="T43" fmla="*/ 321 h 348"/>
                    <a:gd name="T44" fmla="*/ 285 w 287"/>
                    <a:gd name="T45" fmla="*/ 228 h 348"/>
                    <a:gd name="T46" fmla="*/ 268 w 287"/>
                    <a:gd name="T47" fmla="*/ 238 h 348"/>
                    <a:gd name="T48" fmla="*/ 268 w 287"/>
                    <a:gd name="T49" fmla="*/ 303 h 3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87" h="348">
                      <a:moveTo>
                        <a:pt x="268" y="303"/>
                      </a:moveTo>
                      <a:cubicBezTo>
                        <a:pt x="268" y="303"/>
                        <a:pt x="272" y="331"/>
                        <a:pt x="245" y="331"/>
                      </a:cubicBezTo>
                      <a:cubicBezTo>
                        <a:pt x="217" y="331"/>
                        <a:pt x="90" y="331"/>
                        <a:pt x="90" y="331"/>
                      </a:cubicBezTo>
                      <a:cubicBezTo>
                        <a:pt x="90" y="281"/>
                        <a:pt x="90" y="281"/>
                        <a:pt x="90" y="281"/>
                      </a:cubicBezTo>
                      <a:cubicBezTo>
                        <a:pt x="90" y="281"/>
                        <a:pt x="91" y="263"/>
                        <a:pt x="76" y="263"/>
                      </a:cubicBezTo>
                      <a:cubicBezTo>
                        <a:pt x="60" y="263"/>
                        <a:pt x="17" y="263"/>
                        <a:pt x="17" y="263"/>
                      </a:cubicBezTo>
                      <a:cubicBezTo>
                        <a:pt x="17" y="59"/>
                        <a:pt x="17" y="59"/>
                        <a:pt x="17" y="59"/>
                      </a:cubicBezTo>
                      <a:cubicBezTo>
                        <a:pt x="17" y="59"/>
                        <a:pt x="13" y="27"/>
                        <a:pt x="40" y="27"/>
                      </a:cubicBezTo>
                      <a:cubicBezTo>
                        <a:pt x="251" y="27"/>
                        <a:pt x="251" y="27"/>
                        <a:pt x="251" y="27"/>
                      </a:cubicBezTo>
                      <a:cubicBezTo>
                        <a:pt x="251" y="27"/>
                        <a:pt x="268" y="30"/>
                        <a:pt x="268" y="52"/>
                      </a:cubicBezTo>
                      <a:cubicBezTo>
                        <a:pt x="268" y="57"/>
                        <a:pt x="268" y="77"/>
                        <a:pt x="268" y="104"/>
                      </a:cubicBezTo>
                      <a:cubicBezTo>
                        <a:pt x="268" y="104"/>
                        <a:pt x="268" y="104"/>
                        <a:pt x="268" y="104"/>
                      </a:cubicBezTo>
                      <a:cubicBezTo>
                        <a:pt x="285" y="83"/>
                        <a:pt x="285" y="83"/>
                        <a:pt x="285" y="83"/>
                      </a:cubicBezTo>
                      <a:cubicBezTo>
                        <a:pt x="285" y="60"/>
                        <a:pt x="285" y="45"/>
                        <a:pt x="285" y="45"/>
                      </a:cubicBezTo>
                      <a:cubicBezTo>
                        <a:pt x="285" y="45"/>
                        <a:pt x="287" y="8"/>
                        <a:pt x="252" y="8"/>
                      </a:cubicBezTo>
                      <a:cubicBezTo>
                        <a:pt x="70" y="8"/>
                        <a:pt x="70" y="8"/>
                        <a:pt x="70" y="8"/>
                      </a:cubicBezTo>
                      <a:cubicBezTo>
                        <a:pt x="40" y="8"/>
                        <a:pt x="40" y="8"/>
                        <a:pt x="40" y="8"/>
                      </a:cubicBezTo>
                      <a:cubicBezTo>
                        <a:pt x="40" y="8"/>
                        <a:pt x="0" y="0"/>
                        <a:pt x="0" y="44"/>
                      </a:cubicBezTo>
                      <a:cubicBezTo>
                        <a:pt x="0" y="87"/>
                        <a:pt x="0" y="294"/>
                        <a:pt x="0" y="294"/>
                      </a:cubicBezTo>
                      <a:cubicBezTo>
                        <a:pt x="82" y="346"/>
                        <a:pt x="82" y="346"/>
                        <a:pt x="82" y="346"/>
                      </a:cubicBezTo>
                      <a:cubicBezTo>
                        <a:pt x="252" y="346"/>
                        <a:pt x="252" y="346"/>
                        <a:pt x="252" y="346"/>
                      </a:cubicBezTo>
                      <a:cubicBezTo>
                        <a:pt x="252" y="346"/>
                        <a:pt x="285" y="348"/>
                        <a:pt x="285" y="321"/>
                      </a:cubicBezTo>
                      <a:cubicBezTo>
                        <a:pt x="285" y="312"/>
                        <a:pt x="285" y="274"/>
                        <a:pt x="285" y="228"/>
                      </a:cubicBezTo>
                      <a:cubicBezTo>
                        <a:pt x="268" y="238"/>
                        <a:pt x="268" y="238"/>
                        <a:pt x="268" y="238"/>
                      </a:cubicBezTo>
                      <a:cubicBezTo>
                        <a:pt x="268" y="275"/>
                        <a:pt x="268" y="303"/>
                        <a:pt x="268" y="3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34" name="矩形 33"/>
          <p:cNvSpPr/>
          <p:nvPr/>
        </p:nvSpPr>
        <p:spPr>
          <a:xfrm>
            <a:off x="3703313" y="186971"/>
            <a:ext cx="2031325" cy="64633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3600" dirty="0" smtClean="0">
                <a:solidFill>
                  <a:schemeClr val="bg1">
                    <a:lumMod val="50000"/>
                  </a:schemeClr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目 录 页</a:t>
            </a:r>
            <a:endParaRPr lang="zh-CN" altLang="en-US" sz="3600" dirty="0">
              <a:solidFill>
                <a:schemeClr val="bg1">
                  <a:lumMod val="50000"/>
                </a:schemeClr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338685" y="823196"/>
            <a:ext cx="4466630" cy="23574"/>
            <a:chOff x="3060700" y="4724400"/>
            <a:chExt cx="5955507" cy="31432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-6350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816171" y="1713172"/>
            <a:ext cx="3377848" cy="92333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FFAB3F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关于</a:t>
            </a:r>
            <a:r>
              <a:rPr lang="zh-CN" altLang="en-US" sz="5400" dirty="0" smtClean="0">
                <a:solidFill>
                  <a:srgbClr val="FFAB3F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我</a:t>
            </a:r>
            <a:r>
              <a:rPr lang="zh-CN" altLang="en-US" sz="3000" dirty="0" smtClean="0">
                <a:solidFill>
                  <a:srgbClr val="FFAB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 </a:t>
            </a:r>
            <a:r>
              <a:rPr lang="zh-CN" altLang="en-US" dirty="0" smtClean="0">
                <a:solidFill>
                  <a:srgbClr val="FFAB3F"/>
                </a:solidFill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ABOUT ME</a:t>
            </a:r>
          </a:p>
        </p:txBody>
      </p:sp>
      <p:sp>
        <p:nvSpPr>
          <p:cNvPr id="3" name="矩形 2"/>
          <p:cNvSpPr/>
          <p:nvPr/>
        </p:nvSpPr>
        <p:spPr>
          <a:xfrm>
            <a:off x="3811361" y="2455170"/>
            <a:ext cx="226215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D95A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基本信息 </a:t>
            </a:r>
            <a:endParaRPr lang="en-US" altLang="zh-CN" sz="2800" dirty="0" smtClean="0">
              <a:solidFill>
                <a:srgbClr val="D95A0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D95A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学习经历</a:t>
            </a:r>
            <a:endParaRPr lang="en-US" altLang="zh-CN" sz="2800" dirty="0" smtClean="0">
              <a:solidFill>
                <a:srgbClr val="D95A0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D95A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实习经历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54610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64945" y="1679441"/>
            <a:ext cx="1598944" cy="1598944"/>
            <a:chOff x="1990026" y="2085034"/>
            <a:chExt cx="1821716" cy="1821716"/>
          </a:xfrm>
        </p:grpSpPr>
        <p:grpSp>
          <p:nvGrpSpPr>
            <p:cNvPr id="29" name="组合 28"/>
            <p:cNvGrpSpPr/>
            <p:nvPr/>
          </p:nvGrpSpPr>
          <p:grpSpPr>
            <a:xfrm>
              <a:off x="1990026" y="2085034"/>
              <a:ext cx="1821716" cy="1821716"/>
              <a:chOff x="475814" y="349984"/>
              <a:chExt cx="1821716" cy="1821716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475814" y="349984"/>
                <a:ext cx="1821716" cy="18217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 w="22225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292100" dist="1397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584986" y="459157"/>
                <a:ext cx="1603371" cy="1603370"/>
                <a:chOff x="2706461" y="2004333"/>
                <a:chExt cx="2228850" cy="2228850"/>
              </a:xfrm>
              <a:effectLst/>
            </p:grpSpPr>
            <p:sp>
              <p:nvSpPr>
                <p:cNvPr id="34" name="椭圆 33"/>
                <p:cNvSpPr/>
                <p:nvPr/>
              </p:nvSpPr>
              <p:spPr>
                <a:xfrm>
                  <a:off x="2706461" y="2004333"/>
                  <a:ext cx="2228850" cy="2228850"/>
                </a:xfrm>
                <a:prstGeom prst="ellipse">
                  <a:avLst/>
                </a:prstGeom>
                <a:solidFill>
                  <a:srgbClr val="EA61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2819402" y="2117274"/>
                  <a:ext cx="2002968" cy="20029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5D5D5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2977244" y="2275116"/>
                  <a:ext cx="1687284" cy="1687284"/>
                </a:xfrm>
                <a:prstGeom prst="ellipse">
                  <a:avLst/>
                </a:prstGeom>
                <a:solidFill>
                  <a:srgbClr val="EA6103"/>
                </a:solidFill>
                <a:ln w="3810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177800" dist="762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30" name="KSO_Shape"/>
            <p:cNvSpPr/>
            <p:nvPr/>
          </p:nvSpPr>
          <p:spPr bwMode="auto">
            <a:xfrm>
              <a:off x="2747908" y="2689943"/>
              <a:ext cx="319141" cy="638281"/>
            </a:xfrm>
            <a:custGeom>
              <a:avLst/>
              <a:gdLst/>
              <a:ahLst/>
              <a:cxnLst/>
              <a:rect l="0" t="0" r="r" b="b"/>
              <a:pathLst>
                <a:path w="725488" h="1450976">
                  <a:moveTo>
                    <a:pt x="180975" y="543686"/>
                  </a:moveTo>
                  <a:lnTo>
                    <a:pt x="544513" y="543686"/>
                  </a:lnTo>
                  <a:lnTo>
                    <a:pt x="544513" y="785648"/>
                  </a:lnTo>
                  <a:lnTo>
                    <a:pt x="544248" y="794903"/>
                  </a:lnTo>
                  <a:lnTo>
                    <a:pt x="543187" y="804158"/>
                  </a:lnTo>
                  <a:lnTo>
                    <a:pt x="542392" y="813149"/>
                  </a:lnTo>
                  <a:lnTo>
                    <a:pt x="540536" y="822140"/>
                  </a:lnTo>
                  <a:lnTo>
                    <a:pt x="538679" y="830867"/>
                  </a:lnTo>
                  <a:lnTo>
                    <a:pt x="536293" y="839329"/>
                  </a:lnTo>
                  <a:lnTo>
                    <a:pt x="533111" y="847791"/>
                  </a:lnTo>
                  <a:lnTo>
                    <a:pt x="530194" y="856253"/>
                  </a:lnTo>
                  <a:lnTo>
                    <a:pt x="526482" y="864186"/>
                  </a:lnTo>
                  <a:lnTo>
                    <a:pt x="522504" y="871855"/>
                  </a:lnTo>
                  <a:lnTo>
                    <a:pt x="517997" y="879523"/>
                  </a:lnTo>
                  <a:lnTo>
                    <a:pt x="513224" y="886928"/>
                  </a:lnTo>
                  <a:lnTo>
                    <a:pt x="508186" y="893803"/>
                  </a:lnTo>
                  <a:lnTo>
                    <a:pt x="502882" y="900943"/>
                  </a:lnTo>
                  <a:lnTo>
                    <a:pt x="497049" y="907290"/>
                  </a:lnTo>
                  <a:lnTo>
                    <a:pt x="490950" y="913636"/>
                  </a:lnTo>
                  <a:lnTo>
                    <a:pt x="484851" y="919718"/>
                  </a:lnTo>
                  <a:lnTo>
                    <a:pt x="478222" y="925271"/>
                  </a:lnTo>
                  <a:lnTo>
                    <a:pt x="471328" y="930825"/>
                  </a:lnTo>
                  <a:lnTo>
                    <a:pt x="464169" y="935849"/>
                  </a:lnTo>
                  <a:lnTo>
                    <a:pt x="456744" y="940609"/>
                  </a:lnTo>
                  <a:lnTo>
                    <a:pt x="449054" y="944840"/>
                  </a:lnTo>
                  <a:lnTo>
                    <a:pt x="441630" y="949071"/>
                  </a:lnTo>
                  <a:lnTo>
                    <a:pt x="433145" y="952773"/>
                  </a:lnTo>
                  <a:lnTo>
                    <a:pt x="424925" y="955682"/>
                  </a:lnTo>
                  <a:lnTo>
                    <a:pt x="416705" y="958855"/>
                  </a:lnTo>
                  <a:lnTo>
                    <a:pt x="407954" y="961235"/>
                  </a:lnTo>
                  <a:lnTo>
                    <a:pt x="399204" y="963086"/>
                  </a:lnTo>
                  <a:lnTo>
                    <a:pt x="390188" y="964673"/>
                  </a:lnTo>
                  <a:lnTo>
                    <a:pt x="380908" y="965730"/>
                  </a:lnTo>
                  <a:lnTo>
                    <a:pt x="371892" y="966788"/>
                  </a:lnTo>
                  <a:lnTo>
                    <a:pt x="362612" y="966788"/>
                  </a:lnTo>
                  <a:lnTo>
                    <a:pt x="353331" y="966788"/>
                  </a:lnTo>
                  <a:lnTo>
                    <a:pt x="344050" y="965730"/>
                  </a:lnTo>
                  <a:lnTo>
                    <a:pt x="334770" y="964673"/>
                  </a:lnTo>
                  <a:lnTo>
                    <a:pt x="326019" y="963086"/>
                  </a:lnTo>
                  <a:lnTo>
                    <a:pt x="317269" y="961235"/>
                  </a:lnTo>
                  <a:lnTo>
                    <a:pt x="308518" y="958855"/>
                  </a:lnTo>
                  <a:lnTo>
                    <a:pt x="300033" y="955682"/>
                  </a:lnTo>
                  <a:lnTo>
                    <a:pt x="291813" y="952773"/>
                  </a:lnTo>
                  <a:lnTo>
                    <a:pt x="283858" y="949071"/>
                  </a:lnTo>
                  <a:lnTo>
                    <a:pt x="275903" y="944840"/>
                  </a:lnTo>
                  <a:lnTo>
                    <a:pt x="268214" y="940609"/>
                  </a:lnTo>
                  <a:lnTo>
                    <a:pt x="261054" y="935849"/>
                  </a:lnTo>
                  <a:lnTo>
                    <a:pt x="253895" y="930825"/>
                  </a:lnTo>
                  <a:lnTo>
                    <a:pt x="247001" y="925271"/>
                  </a:lnTo>
                  <a:lnTo>
                    <a:pt x="240372" y="919718"/>
                  </a:lnTo>
                  <a:lnTo>
                    <a:pt x="234008" y="913636"/>
                  </a:lnTo>
                  <a:lnTo>
                    <a:pt x="228174" y="907290"/>
                  </a:lnTo>
                  <a:lnTo>
                    <a:pt x="222341" y="900943"/>
                  </a:lnTo>
                  <a:lnTo>
                    <a:pt x="217037" y="893803"/>
                  </a:lnTo>
                  <a:lnTo>
                    <a:pt x="211999" y="886928"/>
                  </a:lnTo>
                  <a:lnTo>
                    <a:pt x="207226" y="879523"/>
                  </a:lnTo>
                  <a:lnTo>
                    <a:pt x="202984" y="871855"/>
                  </a:lnTo>
                  <a:lnTo>
                    <a:pt x="199006" y="864186"/>
                  </a:lnTo>
                  <a:lnTo>
                    <a:pt x="195294" y="856253"/>
                  </a:lnTo>
                  <a:lnTo>
                    <a:pt x="191847" y="847791"/>
                  </a:lnTo>
                  <a:lnTo>
                    <a:pt x="189195" y="839329"/>
                  </a:lnTo>
                  <a:lnTo>
                    <a:pt x="186809" y="830867"/>
                  </a:lnTo>
                  <a:lnTo>
                    <a:pt x="184422" y="822140"/>
                  </a:lnTo>
                  <a:lnTo>
                    <a:pt x="183097" y="813149"/>
                  </a:lnTo>
                  <a:lnTo>
                    <a:pt x="181771" y="804158"/>
                  </a:lnTo>
                  <a:lnTo>
                    <a:pt x="181240" y="794903"/>
                  </a:lnTo>
                  <a:lnTo>
                    <a:pt x="180975" y="785648"/>
                  </a:lnTo>
                  <a:lnTo>
                    <a:pt x="180975" y="543686"/>
                  </a:lnTo>
                  <a:close/>
                  <a:moveTo>
                    <a:pt x="60589" y="484188"/>
                  </a:moveTo>
                  <a:lnTo>
                    <a:pt x="66675" y="484453"/>
                  </a:lnTo>
                  <a:lnTo>
                    <a:pt x="72760" y="485510"/>
                  </a:lnTo>
                  <a:lnTo>
                    <a:pt x="78581" y="487096"/>
                  </a:lnTo>
                  <a:lnTo>
                    <a:pt x="84137" y="488947"/>
                  </a:lnTo>
                  <a:lnTo>
                    <a:pt x="89429" y="491591"/>
                  </a:lnTo>
                  <a:lnTo>
                    <a:pt x="94191" y="494499"/>
                  </a:lnTo>
                  <a:lnTo>
                    <a:pt x="99219" y="497935"/>
                  </a:lnTo>
                  <a:lnTo>
                    <a:pt x="103452" y="501901"/>
                  </a:lnTo>
                  <a:lnTo>
                    <a:pt x="107421" y="506131"/>
                  </a:lnTo>
                  <a:lnTo>
                    <a:pt x="110596" y="510889"/>
                  </a:lnTo>
                  <a:lnTo>
                    <a:pt x="113771" y="515912"/>
                  </a:lnTo>
                  <a:lnTo>
                    <a:pt x="116152" y="521200"/>
                  </a:lnTo>
                  <a:lnTo>
                    <a:pt x="118269" y="526487"/>
                  </a:lnTo>
                  <a:lnTo>
                    <a:pt x="119856" y="532303"/>
                  </a:lnTo>
                  <a:lnTo>
                    <a:pt x="120650" y="538383"/>
                  </a:lnTo>
                  <a:lnTo>
                    <a:pt x="121179" y="544464"/>
                  </a:lnTo>
                  <a:lnTo>
                    <a:pt x="121179" y="786095"/>
                  </a:lnTo>
                  <a:lnTo>
                    <a:pt x="121179" y="793233"/>
                  </a:lnTo>
                  <a:lnTo>
                    <a:pt x="121973" y="803807"/>
                  </a:lnTo>
                  <a:lnTo>
                    <a:pt x="123560" y="817554"/>
                  </a:lnTo>
                  <a:lnTo>
                    <a:pt x="124619" y="825750"/>
                  </a:lnTo>
                  <a:lnTo>
                    <a:pt x="126206" y="834209"/>
                  </a:lnTo>
                  <a:lnTo>
                    <a:pt x="128058" y="843462"/>
                  </a:lnTo>
                  <a:lnTo>
                    <a:pt x="130175" y="853244"/>
                  </a:lnTo>
                  <a:lnTo>
                    <a:pt x="132821" y="863290"/>
                  </a:lnTo>
                  <a:lnTo>
                    <a:pt x="136260" y="873600"/>
                  </a:lnTo>
                  <a:lnTo>
                    <a:pt x="139964" y="883910"/>
                  </a:lnTo>
                  <a:lnTo>
                    <a:pt x="144198" y="894485"/>
                  </a:lnTo>
                  <a:lnTo>
                    <a:pt x="149225" y="905588"/>
                  </a:lnTo>
                  <a:lnTo>
                    <a:pt x="154517" y="916163"/>
                  </a:lnTo>
                  <a:lnTo>
                    <a:pt x="160867" y="927002"/>
                  </a:lnTo>
                  <a:lnTo>
                    <a:pt x="164306" y="932289"/>
                  </a:lnTo>
                  <a:lnTo>
                    <a:pt x="167746" y="937577"/>
                  </a:lnTo>
                  <a:lnTo>
                    <a:pt x="171714" y="942864"/>
                  </a:lnTo>
                  <a:lnTo>
                    <a:pt x="175683" y="947887"/>
                  </a:lnTo>
                  <a:lnTo>
                    <a:pt x="179652" y="953174"/>
                  </a:lnTo>
                  <a:lnTo>
                    <a:pt x="184150" y="957933"/>
                  </a:lnTo>
                  <a:lnTo>
                    <a:pt x="188384" y="962956"/>
                  </a:lnTo>
                  <a:lnTo>
                    <a:pt x="193411" y="967714"/>
                  </a:lnTo>
                  <a:lnTo>
                    <a:pt x="198438" y="972209"/>
                  </a:lnTo>
                  <a:lnTo>
                    <a:pt x="203730" y="976967"/>
                  </a:lnTo>
                  <a:lnTo>
                    <a:pt x="209286" y="981197"/>
                  </a:lnTo>
                  <a:lnTo>
                    <a:pt x="214577" y="985427"/>
                  </a:lnTo>
                  <a:lnTo>
                    <a:pt x="220663" y="989657"/>
                  </a:lnTo>
                  <a:lnTo>
                    <a:pt x="226748" y="993622"/>
                  </a:lnTo>
                  <a:lnTo>
                    <a:pt x="233363" y="997323"/>
                  </a:lnTo>
                  <a:lnTo>
                    <a:pt x="239977" y="1001025"/>
                  </a:lnTo>
                  <a:lnTo>
                    <a:pt x="246857" y="1004461"/>
                  </a:lnTo>
                  <a:lnTo>
                    <a:pt x="254000" y="1007634"/>
                  </a:lnTo>
                  <a:lnTo>
                    <a:pt x="261673" y="1010542"/>
                  </a:lnTo>
                  <a:lnTo>
                    <a:pt x="269346" y="1013714"/>
                  </a:lnTo>
                  <a:lnTo>
                    <a:pt x="277019" y="1016093"/>
                  </a:lnTo>
                  <a:lnTo>
                    <a:pt x="285750" y="1018473"/>
                  </a:lnTo>
                  <a:lnTo>
                    <a:pt x="294217" y="1020852"/>
                  </a:lnTo>
                  <a:lnTo>
                    <a:pt x="302948" y="1022438"/>
                  </a:lnTo>
                  <a:lnTo>
                    <a:pt x="312209" y="1024024"/>
                  </a:lnTo>
                  <a:lnTo>
                    <a:pt x="321734" y="1025611"/>
                  </a:lnTo>
                  <a:lnTo>
                    <a:pt x="331523" y="1026404"/>
                  </a:lnTo>
                  <a:lnTo>
                    <a:pt x="341842" y="1027461"/>
                  </a:lnTo>
                  <a:lnTo>
                    <a:pt x="352161" y="1027726"/>
                  </a:lnTo>
                  <a:lnTo>
                    <a:pt x="362744" y="1027990"/>
                  </a:lnTo>
                  <a:lnTo>
                    <a:pt x="373857" y="1027726"/>
                  </a:lnTo>
                  <a:lnTo>
                    <a:pt x="384440" y="1027197"/>
                  </a:lnTo>
                  <a:lnTo>
                    <a:pt x="394759" y="1026404"/>
                  </a:lnTo>
                  <a:lnTo>
                    <a:pt x="404813" y="1025346"/>
                  </a:lnTo>
                  <a:lnTo>
                    <a:pt x="414602" y="1023760"/>
                  </a:lnTo>
                  <a:lnTo>
                    <a:pt x="424127" y="1022174"/>
                  </a:lnTo>
                  <a:lnTo>
                    <a:pt x="432859" y="1020059"/>
                  </a:lnTo>
                  <a:lnTo>
                    <a:pt x="441854" y="1017944"/>
                  </a:lnTo>
                  <a:lnTo>
                    <a:pt x="450321" y="1015565"/>
                  </a:lnTo>
                  <a:lnTo>
                    <a:pt x="458523" y="1012921"/>
                  </a:lnTo>
                  <a:lnTo>
                    <a:pt x="466196" y="1009749"/>
                  </a:lnTo>
                  <a:lnTo>
                    <a:pt x="473869" y="1006312"/>
                  </a:lnTo>
                  <a:lnTo>
                    <a:pt x="481013" y="1003140"/>
                  </a:lnTo>
                  <a:lnTo>
                    <a:pt x="488157" y="999438"/>
                  </a:lnTo>
                  <a:lnTo>
                    <a:pt x="494771" y="995473"/>
                  </a:lnTo>
                  <a:lnTo>
                    <a:pt x="501386" y="991507"/>
                  </a:lnTo>
                  <a:lnTo>
                    <a:pt x="507736" y="987278"/>
                  </a:lnTo>
                  <a:lnTo>
                    <a:pt x="513821" y="983048"/>
                  </a:lnTo>
                  <a:lnTo>
                    <a:pt x="519113" y="978289"/>
                  </a:lnTo>
                  <a:lnTo>
                    <a:pt x="524669" y="973795"/>
                  </a:lnTo>
                  <a:lnTo>
                    <a:pt x="530225" y="969036"/>
                  </a:lnTo>
                  <a:lnTo>
                    <a:pt x="534988" y="964013"/>
                  </a:lnTo>
                  <a:lnTo>
                    <a:pt x="540015" y="959255"/>
                  </a:lnTo>
                  <a:lnTo>
                    <a:pt x="544248" y="953967"/>
                  </a:lnTo>
                  <a:lnTo>
                    <a:pt x="548746" y="948944"/>
                  </a:lnTo>
                  <a:lnTo>
                    <a:pt x="552715" y="943657"/>
                  </a:lnTo>
                  <a:lnTo>
                    <a:pt x="556684" y="938105"/>
                  </a:lnTo>
                  <a:lnTo>
                    <a:pt x="560388" y="932554"/>
                  </a:lnTo>
                  <a:lnTo>
                    <a:pt x="564092" y="927266"/>
                  </a:lnTo>
                  <a:lnTo>
                    <a:pt x="567267" y="921715"/>
                  </a:lnTo>
                  <a:lnTo>
                    <a:pt x="573352" y="910876"/>
                  </a:lnTo>
                  <a:lnTo>
                    <a:pt x="578644" y="899772"/>
                  </a:lnTo>
                  <a:lnTo>
                    <a:pt x="583407" y="888404"/>
                  </a:lnTo>
                  <a:lnTo>
                    <a:pt x="587375" y="877830"/>
                  </a:lnTo>
                  <a:lnTo>
                    <a:pt x="591080" y="867255"/>
                  </a:lnTo>
                  <a:lnTo>
                    <a:pt x="594255" y="856416"/>
                  </a:lnTo>
                  <a:lnTo>
                    <a:pt x="596636" y="846899"/>
                  </a:lnTo>
                  <a:lnTo>
                    <a:pt x="598752" y="837117"/>
                  </a:lnTo>
                  <a:lnTo>
                    <a:pt x="600605" y="828129"/>
                  </a:lnTo>
                  <a:lnTo>
                    <a:pt x="601928" y="819934"/>
                  </a:lnTo>
                  <a:lnTo>
                    <a:pt x="602721" y="812267"/>
                  </a:lnTo>
                  <a:lnTo>
                    <a:pt x="604044" y="799577"/>
                  </a:lnTo>
                  <a:lnTo>
                    <a:pt x="604573" y="790853"/>
                  </a:lnTo>
                  <a:lnTo>
                    <a:pt x="604573" y="786095"/>
                  </a:lnTo>
                  <a:lnTo>
                    <a:pt x="604573" y="544464"/>
                  </a:lnTo>
                  <a:lnTo>
                    <a:pt x="604838" y="538383"/>
                  </a:lnTo>
                  <a:lnTo>
                    <a:pt x="605896" y="532303"/>
                  </a:lnTo>
                  <a:lnTo>
                    <a:pt x="607219" y="526487"/>
                  </a:lnTo>
                  <a:lnTo>
                    <a:pt x="609336" y="521200"/>
                  </a:lnTo>
                  <a:lnTo>
                    <a:pt x="611982" y="515912"/>
                  </a:lnTo>
                  <a:lnTo>
                    <a:pt x="614892" y="510889"/>
                  </a:lnTo>
                  <a:lnTo>
                    <a:pt x="618332" y="506131"/>
                  </a:lnTo>
                  <a:lnTo>
                    <a:pt x="622300" y="501901"/>
                  </a:lnTo>
                  <a:lnTo>
                    <a:pt x="626534" y="497935"/>
                  </a:lnTo>
                  <a:lnTo>
                    <a:pt x="631296" y="494499"/>
                  </a:lnTo>
                  <a:lnTo>
                    <a:pt x="636323" y="491591"/>
                  </a:lnTo>
                  <a:lnTo>
                    <a:pt x="641350" y="488947"/>
                  </a:lnTo>
                  <a:lnTo>
                    <a:pt x="646907" y="487096"/>
                  </a:lnTo>
                  <a:lnTo>
                    <a:pt x="652992" y="485510"/>
                  </a:lnTo>
                  <a:lnTo>
                    <a:pt x="658813" y="484453"/>
                  </a:lnTo>
                  <a:lnTo>
                    <a:pt x="664898" y="484188"/>
                  </a:lnTo>
                  <a:lnTo>
                    <a:pt x="671248" y="484453"/>
                  </a:lnTo>
                  <a:lnTo>
                    <a:pt x="677069" y="485510"/>
                  </a:lnTo>
                  <a:lnTo>
                    <a:pt x="682890" y="487096"/>
                  </a:lnTo>
                  <a:lnTo>
                    <a:pt x="688711" y="488947"/>
                  </a:lnTo>
                  <a:lnTo>
                    <a:pt x="694003" y="491591"/>
                  </a:lnTo>
                  <a:lnTo>
                    <a:pt x="698765" y="494499"/>
                  </a:lnTo>
                  <a:lnTo>
                    <a:pt x="703528" y="497935"/>
                  </a:lnTo>
                  <a:lnTo>
                    <a:pt x="708026" y="501901"/>
                  </a:lnTo>
                  <a:lnTo>
                    <a:pt x="711994" y="506131"/>
                  </a:lnTo>
                  <a:lnTo>
                    <a:pt x="715169" y="510889"/>
                  </a:lnTo>
                  <a:lnTo>
                    <a:pt x="718344" y="515912"/>
                  </a:lnTo>
                  <a:lnTo>
                    <a:pt x="720726" y="521200"/>
                  </a:lnTo>
                  <a:lnTo>
                    <a:pt x="722842" y="526487"/>
                  </a:lnTo>
                  <a:lnTo>
                    <a:pt x="724430" y="532303"/>
                  </a:lnTo>
                  <a:lnTo>
                    <a:pt x="725223" y="538383"/>
                  </a:lnTo>
                  <a:lnTo>
                    <a:pt x="725488" y="544464"/>
                  </a:lnTo>
                  <a:lnTo>
                    <a:pt x="725488" y="786095"/>
                  </a:lnTo>
                  <a:lnTo>
                    <a:pt x="725223" y="797462"/>
                  </a:lnTo>
                  <a:lnTo>
                    <a:pt x="724694" y="809095"/>
                  </a:lnTo>
                  <a:lnTo>
                    <a:pt x="723636" y="821255"/>
                  </a:lnTo>
                  <a:lnTo>
                    <a:pt x="722313" y="833681"/>
                  </a:lnTo>
                  <a:lnTo>
                    <a:pt x="720461" y="846370"/>
                  </a:lnTo>
                  <a:lnTo>
                    <a:pt x="718080" y="859853"/>
                  </a:lnTo>
                  <a:lnTo>
                    <a:pt x="714905" y="873336"/>
                  </a:lnTo>
                  <a:lnTo>
                    <a:pt x="711465" y="886554"/>
                  </a:lnTo>
                  <a:lnTo>
                    <a:pt x="707496" y="900830"/>
                  </a:lnTo>
                  <a:lnTo>
                    <a:pt x="702998" y="914312"/>
                  </a:lnTo>
                  <a:lnTo>
                    <a:pt x="698236" y="928324"/>
                  </a:lnTo>
                  <a:lnTo>
                    <a:pt x="692415" y="942335"/>
                  </a:lnTo>
                  <a:lnTo>
                    <a:pt x="686065" y="956347"/>
                  </a:lnTo>
                  <a:lnTo>
                    <a:pt x="679186" y="970094"/>
                  </a:lnTo>
                  <a:lnTo>
                    <a:pt x="671513" y="983841"/>
                  </a:lnTo>
                  <a:lnTo>
                    <a:pt x="663311" y="997323"/>
                  </a:lnTo>
                  <a:lnTo>
                    <a:pt x="658813" y="1003933"/>
                  </a:lnTo>
                  <a:lnTo>
                    <a:pt x="654315" y="1010542"/>
                  </a:lnTo>
                  <a:lnTo>
                    <a:pt x="649552" y="1017151"/>
                  </a:lnTo>
                  <a:lnTo>
                    <a:pt x="644525" y="1023496"/>
                  </a:lnTo>
                  <a:lnTo>
                    <a:pt x="639498" y="1029841"/>
                  </a:lnTo>
                  <a:lnTo>
                    <a:pt x="634207" y="1035921"/>
                  </a:lnTo>
                  <a:lnTo>
                    <a:pt x="628650" y="1042001"/>
                  </a:lnTo>
                  <a:lnTo>
                    <a:pt x="623094" y="1048082"/>
                  </a:lnTo>
                  <a:lnTo>
                    <a:pt x="617009" y="1054162"/>
                  </a:lnTo>
                  <a:lnTo>
                    <a:pt x="610923" y="1059978"/>
                  </a:lnTo>
                  <a:lnTo>
                    <a:pt x="604838" y="1065530"/>
                  </a:lnTo>
                  <a:lnTo>
                    <a:pt x="598488" y="1071082"/>
                  </a:lnTo>
                  <a:lnTo>
                    <a:pt x="591873" y="1076369"/>
                  </a:lnTo>
                  <a:lnTo>
                    <a:pt x="584730" y="1081656"/>
                  </a:lnTo>
                  <a:lnTo>
                    <a:pt x="577850" y="1086944"/>
                  </a:lnTo>
                  <a:lnTo>
                    <a:pt x="570442" y="1091702"/>
                  </a:lnTo>
                  <a:lnTo>
                    <a:pt x="563034" y="1096461"/>
                  </a:lnTo>
                  <a:lnTo>
                    <a:pt x="555096" y="1101219"/>
                  </a:lnTo>
                  <a:lnTo>
                    <a:pt x="547159" y="1105714"/>
                  </a:lnTo>
                  <a:lnTo>
                    <a:pt x="538957" y="1109944"/>
                  </a:lnTo>
                  <a:lnTo>
                    <a:pt x="530755" y="1113909"/>
                  </a:lnTo>
                  <a:lnTo>
                    <a:pt x="522288" y="1117875"/>
                  </a:lnTo>
                  <a:lnTo>
                    <a:pt x="513292" y="1121576"/>
                  </a:lnTo>
                  <a:lnTo>
                    <a:pt x="504296" y="1125277"/>
                  </a:lnTo>
                  <a:lnTo>
                    <a:pt x="495036" y="1128185"/>
                  </a:lnTo>
                  <a:lnTo>
                    <a:pt x="485246" y="1131357"/>
                  </a:lnTo>
                  <a:lnTo>
                    <a:pt x="475721" y="1134001"/>
                  </a:lnTo>
                  <a:lnTo>
                    <a:pt x="465932" y="1136909"/>
                  </a:lnTo>
                  <a:lnTo>
                    <a:pt x="455613" y="1139288"/>
                  </a:lnTo>
                  <a:lnTo>
                    <a:pt x="445029" y="1141139"/>
                  </a:lnTo>
                  <a:lnTo>
                    <a:pt x="434182" y="1142989"/>
                  </a:lnTo>
                  <a:lnTo>
                    <a:pt x="423069" y="1144840"/>
                  </a:lnTo>
                  <a:lnTo>
                    <a:pt x="423069" y="1329896"/>
                  </a:lnTo>
                  <a:lnTo>
                    <a:pt x="664898" y="1329896"/>
                  </a:lnTo>
                  <a:lnTo>
                    <a:pt x="671248" y="1330161"/>
                  </a:lnTo>
                  <a:lnTo>
                    <a:pt x="677069" y="1331218"/>
                  </a:lnTo>
                  <a:lnTo>
                    <a:pt x="682890" y="1332540"/>
                  </a:lnTo>
                  <a:lnTo>
                    <a:pt x="688711" y="1334919"/>
                  </a:lnTo>
                  <a:lnTo>
                    <a:pt x="694003" y="1337299"/>
                  </a:lnTo>
                  <a:lnTo>
                    <a:pt x="698765" y="1340207"/>
                  </a:lnTo>
                  <a:lnTo>
                    <a:pt x="703528" y="1343643"/>
                  </a:lnTo>
                  <a:lnTo>
                    <a:pt x="708026" y="1347609"/>
                  </a:lnTo>
                  <a:lnTo>
                    <a:pt x="711994" y="1351839"/>
                  </a:lnTo>
                  <a:lnTo>
                    <a:pt x="715169" y="1356862"/>
                  </a:lnTo>
                  <a:lnTo>
                    <a:pt x="718344" y="1361620"/>
                  </a:lnTo>
                  <a:lnTo>
                    <a:pt x="720726" y="1366908"/>
                  </a:lnTo>
                  <a:lnTo>
                    <a:pt x="722842" y="1372195"/>
                  </a:lnTo>
                  <a:lnTo>
                    <a:pt x="724430" y="1378011"/>
                  </a:lnTo>
                  <a:lnTo>
                    <a:pt x="725223" y="1384092"/>
                  </a:lnTo>
                  <a:lnTo>
                    <a:pt x="725488" y="1390172"/>
                  </a:lnTo>
                  <a:lnTo>
                    <a:pt x="725223" y="1396517"/>
                  </a:lnTo>
                  <a:lnTo>
                    <a:pt x="724430" y="1402333"/>
                  </a:lnTo>
                  <a:lnTo>
                    <a:pt x="722842" y="1408149"/>
                  </a:lnTo>
                  <a:lnTo>
                    <a:pt x="720726" y="1413965"/>
                  </a:lnTo>
                  <a:lnTo>
                    <a:pt x="718344" y="1419252"/>
                  </a:lnTo>
                  <a:lnTo>
                    <a:pt x="715169" y="1424011"/>
                  </a:lnTo>
                  <a:lnTo>
                    <a:pt x="711994" y="1429034"/>
                  </a:lnTo>
                  <a:lnTo>
                    <a:pt x="708026" y="1433264"/>
                  </a:lnTo>
                  <a:lnTo>
                    <a:pt x="703528" y="1436965"/>
                  </a:lnTo>
                  <a:lnTo>
                    <a:pt x="698765" y="1440402"/>
                  </a:lnTo>
                  <a:lnTo>
                    <a:pt x="694003" y="1443574"/>
                  </a:lnTo>
                  <a:lnTo>
                    <a:pt x="688711" y="1445953"/>
                  </a:lnTo>
                  <a:lnTo>
                    <a:pt x="682890" y="1448068"/>
                  </a:lnTo>
                  <a:lnTo>
                    <a:pt x="677069" y="1449654"/>
                  </a:lnTo>
                  <a:lnTo>
                    <a:pt x="671248" y="1450447"/>
                  </a:lnTo>
                  <a:lnTo>
                    <a:pt x="664898" y="1450976"/>
                  </a:lnTo>
                  <a:lnTo>
                    <a:pt x="60589" y="1450976"/>
                  </a:lnTo>
                  <a:lnTo>
                    <a:pt x="54239" y="1450447"/>
                  </a:lnTo>
                  <a:lnTo>
                    <a:pt x="48419" y="1449654"/>
                  </a:lnTo>
                  <a:lnTo>
                    <a:pt x="42598" y="1448068"/>
                  </a:lnTo>
                  <a:lnTo>
                    <a:pt x="37041" y="1445953"/>
                  </a:lnTo>
                  <a:lnTo>
                    <a:pt x="31750" y="1443574"/>
                  </a:lnTo>
                  <a:lnTo>
                    <a:pt x="26723" y="1440402"/>
                  </a:lnTo>
                  <a:lnTo>
                    <a:pt x="21960" y="1436965"/>
                  </a:lnTo>
                  <a:lnTo>
                    <a:pt x="17727" y="1433264"/>
                  </a:lnTo>
                  <a:lnTo>
                    <a:pt x="13758" y="1429034"/>
                  </a:lnTo>
                  <a:lnTo>
                    <a:pt x="10319" y="1424011"/>
                  </a:lnTo>
                  <a:lnTo>
                    <a:pt x="7408" y="1419252"/>
                  </a:lnTo>
                  <a:lnTo>
                    <a:pt x="5027" y="1413965"/>
                  </a:lnTo>
                  <a:lnTo>
                    <a:pt x="2646" y="1408149"/>
                  </a:lnTo>
                  <a:lnTo>
                    <a:pt x="1323" y="1402333"/>
                  </a:lnTo>
                  <a:lnTo>
                    <a:pt x="264" y="1396517"/>
                  </a:lnTo>
                  <a:lnTo>
                    <a:pt x="0" y="1390172"/>
                  </a:lnTo>
                  <a:lnTo>
                    <a:pt x="264" y="1384092"/>
                  </a:lnTo>
                  <a:lnTo>
                    <a:pt x="1323" y="1378011"/>
                  </a:lnTo>
                  <a:lnTo>
                    <a:pt x="2646" y="1372195"/>
                  </a:lnTo>
                  <a:lnTo>
                    <a:pt x="5027" y="1366908"/>
                  </a:lnTo>
                  <a:lnTo>
                    <a:pt x="7408" y="1361620"/>
                  </a:lnTo>
                  <a:lnTo>
                    <a:pt x="10319" y="1356862"/>
                  </a:lnTo>
                  <a:lnTo>
                    <a:pt x="13758" y="1351839"/>
                  </a:lnTo>
                  <a:lnTo>
                    <a:pt x="17727" y="1347609"/>
                  </a:lnTo>
                  <a:lnTo>
                    <a:pt x="21960" y="1343643"/>
                  </a:lnTo>
                  <a:lnTo>
                    <a:pt x="26723" y="1340207"/>
                  </a:lnTo>
                  <a:lnTo>
                    <a:pt x="31750" y="1337299"/>
                  </a:lnTo>
                  <a:lnTo>
                    <a:pt x="37041" y="1334919"/>
                  </a:lnTo>
                  <a:lnTo>
                    <a:pt x="42598" y="1332540"/>
                  </a:lnTo>
                  <a:lnTo>
                    <a:pt x="48419" y="1331218"/>
                  </a:lnTo>
                  <a:lnTo>
                    <a:pt x="54239" y="1330161"/>
                  </a:lnTo>
                  <a:lnTo>
                    <a:pt x="60589" y="1329896"/>
                  </a:lnTo>
                  <a:lnTo>
                    <a:pt x="302419" y="1329896"/>
                  </a:lnTo>
                  <a:lnTo>
                    <a:pt x="302419" y="1144840"/>
                  </a:lnTo>
                  <a:lnTo>
                    <a:pt x="291571" y="1142989"/>
                  </a:lnTo>
                  <a:lnTo>
                    <a:pt x="280459" y="1141139"/>
                  </a:lnTo>
                  <a:lnTo>
                    <a:pt x="270140" y="1139288"/>
                  </a:lnTo>
                  <a:lnTo>
                    <a:pt x="259821" y="1136909"/>
                  </a:lnTo>
                  <a:lnTo>
                    <a:pt x="250032" y="1134001"/>
                  </a:lnTo>
                  <a:lnTo>
                    <a:pt x="240242" y="1131357"/>
                  </a:lnTo>
                  <a:lnTo>
                    <a:pt x="230452" y="1128185"/>
                  </a:lnTo>
                  <a:lnTo>
                    <a:pt x="221457" y="1125277"/>
                  </a:lnTo>
                  <a:lnTo>
                    <a:pt x="212196" y="1121576"/>
                  </a:lnTo>
                  <a:lnTo>
                    <a:pt x="203465" y="1117875"/>
                  </a:lnTo>
                  <a:lnTo>
                    <a:pt x="194734" y="1113909"/>
                  </a:lnTo>
                  <a:lnTo>
                    <a:pt x="186532" y="1109944"/>
                  </a:lnTo>
                  <a:lnTo>
                    <a:pt x="178329" y="1105714"/>
                  </a:lnTo>
                  <a:lnTo>
                    <a:pt x="170392" y="1101219"/>
                  </a:lnTo>
                  <a:lnTo>
                    <a:pt x="162454" y="1096461"/>
                  </a:lnTo>
                  <a:lnTo>
                    <a:pt x="155310" y="1091702"/>
                  </a:lnTo>
                  <a:lnTo>
                    <a:pt x="147902" y="1086944"/>
                  </a:lnTo>
                  <a:lnTo>
                    <a:pt x="140758" y="1081656"/>
                  </a:lnTo>
                  <a:lnTo>
                    <a:pt x="133879" y="1076369"/>
                  </a:lnTo>
                  <a:lnTo>
                    <a:pt x="127264" y="1071082"/>
                  </a:lnTo>
                  <a:lnTo>
                    <a:pt x="120650" y="1065530"/>
                  </a:lnTo>
                  <a:lnTo>
                    <a:pt x="114564" y="1059978"/>
                  </a:lnTo>
                  <a:lnTo>
                    <a:pt x="108479" y="1054162"/>
                  </a:lnTo>
                  <a:lnTo>
                    <a:pt x="102394" y="1048082"/>
                  </a:lnTo>
                  <a:lnTo>
                    <a:pt x="97102" y="1042001"/>
                  </a:lnTo>
                  <a:lnTo>
                    <a:pt x="91546" y="1035921"/>
                  </a:lnTo>
                  <a:lnTo>
                    <a:pt x="85989" y="1029841"/>
                  </a:lnTo>
                  <a:lnTo>
                    <a:pt x="81227" y="1023496"/>
                  </a:lnTo>
                  <a:lnTo>
                    <a:pt x="75935" y="1017151"/>
                  </a:lnTo>
                  <a:lnTo>
                    <a:pt x="71437" y="1010542"/>
                  </a:lnTo>
                  <a:lnTo>
                    <a:pt x="66675" y="1003933"/>
                  </a:lnTo>
                  <a:lnTo>
                    <a:pt x="62177" y="997323"/>
                  </a:lnTo>
                  <a:lnTo>
                    <a:pt x="53975" y="983841"/>
                  </a:lnTo>
                  <a:lnTo>
                    <a:pt x="46302" y="970094"/>
                  </a:lnTo>
                  <a:lnTo>
                    <a:pt x="39687" y="956347"/>
                  </a:lnTo>
                  <a:lnTo>
                    <a:pt x="33337" y="942335"/>
                  </a:lnTo>
                  <a:lnTo>
                    <a:pt x="27516" y="928324"/>
                  </a:lnTo>
                  <a:lnTo>
                    <a:pt x="22489" y="914312"/>
                  </a:lnTo>
                  <a:lnTo>
                    <a:pt x="17991" y="900830"/>
                  </a:lnTo>
                  <a:lnTo>
                    <a:pt x="14023" y="886554"/>
                  </a:lnTo>
                  <a:lnTo>
                    <a:pt x="10583" y="873336"/>
                  </a:lnTo>
                  <a:lnTo>
                    <a:pt x="7673" y="859853"/>
                  </a:lnTo>
                  <a:lnTo>
                    <a:pt x="5291" y="846370"/>
                  </a:lnTo>
                  <a:lnTo>
                    <a:pt x="3439" y="833681"/>
                  </a:lnTo>
                  <a:lnTo>
                    <a:pt x="1852" y="821255"/>
                  </a:lnTo>
                  <a:lnTo>
                    <a:pt x="1058" y="809095"/>
                  </a:lnTo>
                  <a:lnTo>
                    <a:pt x="264" y="797462"/>
                  </a:lnTo>
                  <a:lnTo>
                    <a:pt x="0" y="786095"/>
                  </a:lnTo>
                  <a:lnTo>
                    <a:pt x="0" y="544464"/>
                  </a:lnTo>
                  <a:lnTo>
                    <a:pt x="264" y="538383"/>
                  </a:lnTo>
                  <a:lnTo>
                    <a:pt x="1323" y="532303"/>
                  </a:lnTo>
                  <a:lnTo>
                    <a:pt x="2646" y="526487"/>
                  </a:lnTo>
                  <a:lnTo>
                    <a:pt x="5027" y="521200"/>
                  </a:lnTo>
                  <a:lnTo>
                    <a:pt x="7408" y="515912"/>
                  </a:lnTo>
                  <a:lnTo>
                    <a:pt x="10319" y="510889"/>
                  </a:lnTo>
                  <a:lnTo>
                    <a:pt x="13758" y="506131"/>
                  </a:lnTo>
                  <a:lnTo>
                    <a:pt x="17727" y="501901"/>
                  </a:lnTo>
                  <a:lnTo>
                    <a:pt x="21960" y="497935"/>
                  </a:lnTo>
                  <a:lnTo>
                    <a:pt x="26723" y="494499"/>
                  </a:lnTo>
                  <a:lnTo>
                    <a:pt x="31750" y="491591"/>
                  </a:lnTo>
                  <a:lnTo>
                    <a:pt x="37041" y="488947"/>
                  </a:lnTo>
                  <a:lnTo>
                    <a:pt x="42598" y="487096"/>
                  </a:lnTo>
                  <a:lnTo>
                    <a:pt x="48419" y="485510"/>
                  </a:lnTo>
                  <a:lnTo>
                    <a:pt x="54239" y="484453"/>
                  </a:lnTo>
                  <a:lnTo>
                    <a:pt x="60589" y="484188"/>
                  </a:lnTo>
                  <a:close/>
                  <a:moveTo>
                    <a:pt x="362612" y="0"/>
                  </a:moveTo>
                  <a:lnTo>
                    <a:pt x="372158" y="265"/>
                  </a:lnTo>
                  <a:lnTo>
                    <a:pt x="381438" y="1058"/>
                  </a:lnTo>
                  <a:lnTo>
                    <a:pt x="390454" y="2116"/>
                  </a:lnTo>
                  <a:lnTo>
                    <a:pt x="399204" y="3967"/>
                  </a:lnTo>
                  <a:lnTo>
                    <a:pt x="408219" y="5553"/>
                  </a:lnTo>
                  <a:lnTo>
                    <a:pt x="416705" y="8198"/>
                  </a:lnTo>
                  <a:lnTo>
                    <a:pt x="424925" y="11107"/>
                  </a:lnTo>
                  <a:lnTo>
                    <a:pt x="433145" y="14280"/>
                  </a:lnTo>
                  <a:lnTo>
                    <a:pt x="441630" y="17982"/>
                  </a:lnTo>
                  <a:lnTo>
                    <a:pt x="449054" y="21949"/>
                  </a:lnTo>
                  <a:lnTo>
                    <a:pt x="456744" y="26444"/>
                  </a:lnTo>
                  <a:lnTo>
                    <a:pt x="464169" y="30939"/>
                  </a:lnTo>
                  <a:lnTo>
                    <a:pt x="471328" y="36228"/>
                  </a:lnTo>
                  <a:lnTo>
                    <a:pt x="478222" y="41253"/>
                  </a:lnTo>
                  <a:lnTo>
                    <a:pt x="484851" y="47070"/>
                  </a:lnTo>
                  <a:lnTo>
                    <a:pt x="490950" y="53152"/>
                  </a:lnTo>
                  <a:lnTo>
                    <a:pt x="497049" y="59234"/>
                  </a:lnTo>
                  <a:lnTo>
                    <a:pt x="502882" y="66110"/>
                  </a:lnTo>
                  <a:lnTo>
                    <a:pt x="508186" y="72721"/>
                  </a:lnTo>
                  <a:lnTo>
                    <a:pt x="513224" y="80125"/>
                  </a:lnTo>
                  <a:lnTo>
                    <a:pt x="517997" y="87265"/>
                  </a:lnTo>
                  <a:lnTo>
                    <a:pt x="522504" y="94934"/>
                  </a:lnTo>
                  <a:lnTo>
                    <a:pt x="526482" y="102602"/>
                  </a:lnTo>
                  <a:lnTo>
                    <a:pt x="530194" y="110800"/>
                  </a:lnTo>
                  <a:lnTo>
                    <a:pt x="533111" y="118998"/>
                  </a:lnTo>
                  <a:lnTo>
                    <a:pt x="536293" y="127195"/>
                  </a:lnTo>
                  <a:lnTo>
                    <a:pt x="538679" y="136186"/>
                  </a:lnTo>
                  <a:lnTo>
                    <a:pt x="540536" y="144648"/>
                  </a:lnTo>
                  <a:lnTo>
                    <a:pt x="542392" y="153903"/>
                  </a:lnTo>
                  <a:lnTo>
                    <a:pt x="543187" y="162630"/>
                  </a:lnTo>
                  <a:lnTo>
                    <a:pt x="544248" y="172150"/>
                  </a:lnTo>
                  <a:lnTo>
                    <a:pt x="544513" y="181141"/>
                  </a:lnTo>
                  <a:lnTo>
                    <a:pt x="544513" y="483394"/>
                  </a:lnTo>
                  <a:lnTo>
                    <a:pt x="180975" y="483394"/>
                  </a:lnTo>
                  <a:lnTo>
                    <a:pt x="180975" y="181141"/>
                  </a:lnTo>
                  <a:lnTo>
                    <a:pt x="181240" y="172150"/>
                  </a:lnTo>
                  <a:lnTo>
                    <a:pt x="181771" y="162630"/>
                  </a:lnTo>
                  <a:lnTo>
                    <a:pt x="183097" y="153903"/>
                  </a:lnTo>
                  <a:lnTo>
                    <a:pt x="184422" y="144648"/>
                  </a:lnTo>
                  <a:lnTo>
                    <a:pt x="186809" y="136186"/>
                  </a:lnTo>
                  <a:lnTo>
                    <a:pt x="189195" y="127195"/>
                  </a:lnTo>
                  <a:lnTo>
                    <a:pt x="191847" y="118998"/>
                  </a:lnTo>
                  <a:lnTo>
                    <a:pt x="195294" y="110800"/>
                  </a:lnTo>
                  <a:lnTo>
                    <a:pt x="199006" y="102602"/>
                  </a:lnTo>
                  <a:lnTo>
                    <a:pt x="202984" y="94934"/>
                  </a:lnTo>
                  <a:lnTo>
                    <a:pt x="207226" y="87265"/>
                  </a:lnTo>
                  <a:lnTo>
                    <a:pt x="211999" y="80125"/>
                  </a:lnTo>
                  <a:lnTo>
                    <a:pt x="217037" y="72721"/>
                  </a:lnTo>
                  <a:lnTo>
                    <a:pt x="222341" y="66110"/>
                  </a:lnTo>
                  <a:lnTo>
                    <a:pt x="228174" y="59234"/>
                  </a:lnTo>
                  <a:lnTo>
                    <a:pt x="234008" y="53152"/>
                  </a:lnTo>
                  <a:lnTo>
                    <a:pt x="240372" y="47070"/>
                  </a:lnTo>
                  <a:lnTo>
                    <a:pt x="247266" y="41253"/>
                  </a:lnTo>
                  <a:lnTo>
                    <a:pt x="253895" y="36228"/>
                  </a:lnTo>
                  <a:lnTo>
                    <a:pt x="261054" y="30939"/>
                  </a:lnTo>
                  <a:lnTo>
                    <a:pt x="268479" y="26444"/>
                  </a:lnTo>
                  <a:lnTo>
                    <a:pt x="275903" y="21949"/>
                  </a:lnTo>
                  <a:lnTo>
                    <a:pt x="283858" y="17982"/>
                  </a:lnTo>
                  <a:lnTo>
                    <a:pt x="291813" y="14280"/>
                  </a:lnTo>
                  <a:lnTo>
                    <a:pt x="300033" y="11107"/>
                  </a:lnTo>
                  <a:lnTo>
                    <a:pt x="308518" y="8198"/>
                  </a:lnTo>
                  <a:lnTo>
                    <a:pt x="317269" y="5553"/>
                  </a:lnTo>
                  <a:lnTo>
                    <a:pt x="326019" y="3967"/>
                  </a:lnTo>
                  <a:lnTo>
                    <a:pt x="334770" y="2116"/>
                  </a:lnTo>
                  <a:lnTo>
                    <a:pt x="344050" y="1058"/>
                  </a:lnTo>
                  <a:lnTo>
                    <a:pt x="353331" y="265"/>
                  </a:lnTo>
                  <a:lnTo>
                    <a:pt x="3626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137546" y="368576"/>
            <a:ext cx="2983230" cy="5029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700" dirty="0">
                <a:solidFill>
                  <a:srgbClr val="EA6103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基本</a:t>
            </a:r>
            <a:r>
              <a:rPr lang="zh-CN" altLang="en-US" sz="2700" dirty="0" smtClean="0">
                <a:solidFill>
                  <a:srgbClr val="EA6103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信息 </a:t>
            </a:r>
            <a:r>
              <a:rPr lang="en-US" altLang="zh-CN" dirty="0" smtClean="0">
                <a:solidFill>
                  <a:srgbClr val="EA6103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Information</a:t>
            </a:r>
            <a:endParaRPr lang="zh-CN" altLang="en-US" dirty="0">
              <a:solidFill>
                <a:srgbClr val="EA6103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384505" y="879131"/>
            <a:ext cx="43845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14058" y="1889660"/>
            <a:ext cx="1773716" cy="1766025"/>
            <a:chOff x="4626755" y="2344642"/>
            <a:chExt cx="2364955" cy="2354700"/>
          </a:xfrm>
        </p:grpSpPr>
        <p:sp>
          <p:nvSpPr>
            <p:cNvPr id="20" name="弧形 19"/>
            <p:cNvSpPr/>
            <p:nvPr/>
          </p:nvSpPr>
          <p:spPr>
            <a:xfrm rot="21298357">
              <a:off x="4626755" y="2344642"/>
              <a:ext cx="2341933" cy="2350934"/>
            </a:xfrm>
            <a:prstGeom prst="arc">
              <a:avLst>
                <a:gd name="adj1" fmla="val 16200000"/>
                <a:gd name="adj2" fmla="val 19246281"/>
              </a:avLst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弧形 20"/>
            <p:cNvSpPr/>
            <p:nvPr/>
          </p:nvSpPr>
          <p:spPr>
            <a:xfrm rot="10637431">
              <a:off x="4647520" y="2396118"/>
              <a:ext cx="2344190" cy="2303224"/>
            </a:xfrm>
            <a:prstGeom prst="arc">
              <a:avLst>
                <a:gd name="adj1" fmla="val 16200000"/>
                <a:gd name="adj2" fmla="val 19246281"/>
              </a:avLst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936493" y="1468186"/>
            <a:ext cx="3682278" cy="2665112"/>
            <a:chOff x="5141364" y="2137248"/>
            <a:chExt cx="4909704" cy="3553483"/>
          </a:xfrm>
        </p:grpSpPr>
        <p:sp>
          <p:nvSpPr>
            <p:cNvPr id="24" name="矩形 23"/>
            <p:cNvSpPr/>
            <p:nvPr/>
          </p:nvSpPr>
          <p:spPr>
            <a:xfrm>
              <a:off x="5141364" y="5290622"/>
              <a:ext cx="419466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地址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</a:t>
              </a:r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深圳市宝安区江滨路大新街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2</a:t>
              </a:r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号</a:t>
              </a:r>
              <a:endParaRPr lang="zh-CN" altLang="en-US" sz="1350" dirty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141364" y="2137248"/>
              <a:ext cx="1400384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姓名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玉玉</a:t>
              </a:r>
              <a:endParaRPr lang="zh-CN" altLang="en-US" sz="1350" dirty="0">
                <a:solidFill>
                  <a:srgbClr val="EA6103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686285" y="2137248"/>
              <a:ext cx="1386840" cy="3962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性别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女  </a:t>
              </a:r>
              <a:endParaRPr lang="en-US" altLang="zh-CN" sz="1350" dirty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141364" y="2526487"/>
              <a:ext cx="1386840" cy="3962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年龄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21岁</a:t>
              </a:r>
              <a:endParaRPr lang="zh-CN" altLang="en-US" sz="1350" dirty="0">
                <a:solidFill>
                  <a:srgbClr val="EA6103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686285" y="2528346"/>
              <a:ext cx="1386840" cy="3962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民族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汉族</a:t>
              </a:r>
              <a:endParaRPr lang="en-US" altLang="zh-CN" sz="1350" dirty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191125" y="2946945"/>
              <a:ext cx="1386840" cy="3962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籍贯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深圳</a:t>
              </a:r>
              <a:endParaRPr lang="zh-CN" altLang="en-US" sz="1350" dirty="0">
                <a:solidFill>
                  <a:srgbClr val="EA6103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686285" y="2919687"/>
              <a:ext cx="1386840" cy="3962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学历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本科</a:t>
              </a:r>
              <a:endParaRPr lang="en-US" altLang="zh-CN" sz="1350" dirty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141364" y="3397113"/>
              <a:ext cx="1862048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专业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市场营销</a:t>
              </a:r>
              <a:endParaRPr lang="zh-CN" altLang="en-US" sz="1350" dirty="0">
                <a:solidFill>
                  <a:srgbClr val="EA6103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686285" y="3392681"/>
              <a:ext cx="1958340" cy="3962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政治面貌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群众 </a:t>
              </a:r>
              <a:endParaRPr lang="zh-CN" altLang="en-US" sz="1350" dirty="0">
                <a:solidFill>
                  <a:srgbClr val="EA6103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5141364" y="4376896"/>
              <a:ext cx="2669961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联系方式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13666678801</a:t>
              </a:r>
              <a:endParaRPr lang="en-US" altLang="zh-CN" sz="1350" dirty="0">
                <a:solidFill>
                  <a:srgbClr val="EA6103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141364" y="4808514"/>
              <a:ext cx="4909704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电子邮箱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: 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13666678801@126</a:t>
              </a:r>
              <a:r>
                <a:rPr lang="en-US" altLang="zh-CN" sz="1350" dirty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.</a:t>
              </a:r>
              <a:r>
                <a:rPr lang="en-US" altLang="zh-CN" sz="1350" dirty="0" smtClean="0">
                  <a:solidFill>
                    <a:srgbClr val="EA6103"/>
                  </a:solidFill>
                  <a:latin typeface="方正兰亭细黑_GBK" panose="02000000000000000000" pitchFamily="2" charset="-122"/>
                  <a:ea typeface="方正兰亭细黑_GBK" panose="02000000000000000000" pitchFamily="2" charset="-122"/>
                </a:rPr>
                <a:t>com</a:t>
              </a:r>
              <a:endParaRPr lang="zh-CN" altLang="en-US" sz="1350" dirty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635" y="635"/>
            <a:ext cx="9145270" cy="175895"/>
            <a:chOff x="0" y="-1"/>
            <a:chExt cx="9985800" cy="287760"/>
          </a:xfrm>
        </p:grpSpPr>
        <p:sp>
          <p:nvSpPr>
            <p:cNvPr id="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-635" y="4964430"/>
            <a:ext cx="9145270" cy="175895"/>
            <a:chOff x="0" y="-1"/>
            <a:chExt cx="9985800" cy="287760"/>
          </a:xfrm>
        </p:grpSpPr>
        <p:sp>
          <p:nvSpPr>
            <p:cNvPr id="1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22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3936493" y="2800742"/>
            <a:ext cx="208903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 smtClean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毕业院校</a:t>
            </a:r>
            <a:r>
              <a:rPr lang="en-US" altLang="zh-CN" sz="1350" dirty="0" smtClean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: </a:t>
            </a:r>
            <a:r>
              <a:rPr lang="zh-CN" altLang="en-US" sz="1350" dirty="0" smtClean="0">
                <a:solidFill>
                  <a:srgbClr val="EA6103"/>
                </a:solidFill>
                <a:latin typeface="方正兰亭细黑_GBK" panose="02000000000000000000" pitchFamily="2" charset="-122"/>
                <a:ea typeface="方正兰亭细黑_GBK" panose="02000000000000000000" pitchFamily="2" charset="-122"/>
              </a:rPr>
              <a:t>上海财经大学</a:t>
            </a:r>
            <a:endParaRPr lang="en-US" altLang="zh-CN" sz="1350" dirty="0">
              <a:solidFill>
                <a:srgbClr val="EA6103"/>
              </a:solidFill>
              <a:latin typeface="方正兰亭细黑_GBK" panose="02000000000000000000" pitchFamily="2" charset="-122"/>
              <a:ea typeface="方正兰亭细黑_GBK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split orient="vert"/>
      </p:transition>
    </mc:Choice>
    <mc:Fallback>
      <p:transition spd="slow" advTm="1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92145" y="368575"/>
            <a:ext cx="1856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 smtClean="0">
                <a:solidFill>
                  <a:srgbClr val="FFAB3F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学习经历</a:t>
            </a:r>
            <a:endParaRPr lang="en-US" altLang="zh-CN" sz="2800" dirty="0" smtClean="0">
              <a:solidFill>
                <a:srgbClr val="FFAB3F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384505" y="889609"/>
            <a:ext cx="43845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/>
        </p:nvSpPr>
        <p:spPr>
          <a:xfrm flipH="1">
            <a:off x="4664014" y="2356232"/>
            <a:ext cx="3795405" cy="847539"/>
          </a:xfrm>
          <a:custGeom>
            <a:avLst/>
            <a:gdLst>
              <a:gd name="connsiteX0" fmla="*/ 5061858 w 5061858"/>
              <a:gd name="connsiteY0" fmla="*/ 0 h 1130346"/>
              <a:gd name="connsiteX1" fmla="*/ 565173 w 5061858"/>
              <a:gd name="connsiteY1" fmla="*/ 0 h 1130346"/>
              <a:gd name="connsiteX2" fmla="*/ 562794 w 5061858"/>
              <a:gd name="connsiteY2" fmla="*/ 0 h 1130346"/>
              <a:gd name="connsiteX3" fmla="*/ 562794 w 5061858"/>
              <a:gd name="connsiteY3" fmla="*/ 240 h 1130346"/>
              <a:gd name="connsiteX4" fmla="*/ 451271 w 5061858"/>
              <a:gd name="connsiteY4" fmla="*/ 11482 h 1130346"/>
              <a:gd name="connsiteX5" fmla="*/ 0 w 5061858"/>
              <a:gd name="connsiteY5" fmla="*/ 565173 h 1130346"/>
              <a:gd name="connsiteX6" fmla="*/ 451271 w 5061858"/>
              <a:gd name="connsiteY6" fmla="*/ 1118864 h 1130346"/>
              <a:gd name="connsiteX7" fmla="*/ 562794 w 5061858"/>
              <a:gd name="connsiteY7" fmla="*/ 1130106 h 1130346"/>
              <a:gd name="connsiteX8" fmla="*/ 562794 w 5061858"/>
              <a:gd name="connsiteY8" fmla="*/ 1130345 h 1130346"/>
              <a:gd name="connsiteX9" fmla="*/ 565163 w 5061858"/>
              <a:gd name="connsiteY9" fmla="*/ 1130345 h 1130346"/>
              <a:gd name="connsiteX10" fmla="*/ 565173 w 5061858"/>
              <a:gd name="connsiteY10" fmla="*/ 1130346 h 1130346"/>
              <a:gd name="connsiteX11" fmla="*/ 565183 w 5061858"/>
              <a:gd name="connsiteY11" fmla="*/ 1130345 h 1130346"/>
              <a:gd name="connsiteX12" fmla="*/ 5061858 w 5061858"/>
              <a:gd name="connsiteY12" fmla="*/ 1130345 h 113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61858" h="1130346">
                <a:moveTo>
                  <a:pt x="5061858" y="0"/>
                </a:moveTo>
                <a:lnTo>
                  <a:pt x="565173" y="0"/>
                </a:lnTo>
                <a:lnTo>
                  <a:pt x="562794" y="0"/>
                </a:lnTo>
                <a:lnTo>
                  <a:pt x="562794" y="240"/>
                </a:lnTo>
                <a:lnTo>
                  <a:pt x="451271" y="11482"/>
                </a:lnTo>
                <a:cubicBezTo>
                  <a:pt x="193731" y="64183"/>
                  <a:pt x="0" y="292054"/>
                  <a:pt x="0" y="565173"/>
                </a:cubicBezTo>
                <a:cubicBezTo>
                  <a:pt x="0" y="838292"/>
                  <a:pt x="193731" y="1066163"/>
                  <a:pt x="451271" y="1118864"/>
                </a:cubicBezTo>
                <a:lnTo>
                  <a:pt x="562794" y="1130106"/>
                </a:lnTo>
                <a:lnTo>
                  <a:pt x="562794" y="1130345"/>
                </a:lnTo>
                <a:lnTo>
                  <a:pt x="565163" y="1130345"/>
                </a:lnTo>
                <a:lnTo>
                  <a:pt x="565173" y="1130346"/>
                </a:lnTo>
                <a:lnTo>
                  <a:pt x="565183" y="1130345"/>
                </a:lnTo>
                <a:lnTo>
                  <a:pt x="5061858" y="1130345"/>
                </a:lnTo>
                <a:close/>
              </a:path>
            </a:pathLst>
          </a:custGeom>
          <a:gradFill>
            <a:gsLst>
              <a:gs pos="0">
                <a:srgbClr val="F8F8F8"/>
              </a:gs>
              <a:gs pos="100000">
                <a:srgbClr val="EDEEEF"/>
              </a:gs>
            </a:gsLst>
            <a:lin ang="1800000" scaled="0"/>
          </a:gradFill>
          <a:ln>
            <a:noFill/>
          </a:ln>
          <a:effectLst>
            <a:outerShdw blurRad="1270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7675853" y="2371441"/>
            <a:ext cx="663978" cy="663978"/>
          </a:xfrm>
          <a:prstGeom prst="ellipse">
            <a:avLst/>
          </a:prstGeom>
          <a:solidFill>
            <a:srgbClr val="F7636B"/>
          </a:solidFill>
          <a:ln>
            <a:noFill/>
          </a:ln>
          <a:effectLst>
            <a:innerShdw blurRad="1143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DIN-BoldItalic" pitchFamily="50" charset="0"/>
            </a:endParaRPr>
          </a:p>
        </p:txBody>
      </p:sp>
      <p:sp>
        <p:nvSpPr>
          <p:cNvPr id="8" name="文本框 114"/>
          <p:cNvSpPr txBox="1"/>
          <p:nvPr/>
        </p:nvSpPr>
        <p:spPr>
          <a:xfrm>
            <a:off x="7787731" y="2500457"/>
            <a:ext cx="461010" cy="4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b="1" dirty="0" smtClean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  <a:cs typeface="Arial Unicode MS" panose="020B0604020202020204" pitchFamily="34" charset="-122"/>
              </a:rPr>
              <a:t>02</a:t>
            </a:r>
            <a:endParaRPr lang="zh-CN" altLang="en-US" sz="2100" b="1" dirty="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 rot="17113113" flipV="1">
            <a:off x="4475854" y="1034270"/>
            <a:ext cx="858872" cy="2267890"/>
          </a:xfrm>
          <a:prstGeom prst="rect">
            <a:avLst/>
          </a:prstGeom>
          <a:gradFill>
            <a:gsLst>
              <a:gs pos="0">
                <a:schemeClr val="tx1">
                  <a:alpha val="21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10" name="任意多边形 9"/>
          <p:cNvSpPr/>
          <p:nvPr/>
        </p:nvSpPr>
        <p:spPr>
          <a:xfrm flipH="1">
            <a:off x="3698385" y="1434181"/>
            <a:ext cx="3795405" cy="847539"/>
          </a:xfrm>
          <a:custGeom>
            <a:avLst/>
            <a:gdLst>
              <a:gd name="connsiteX0" fmla="*/ 5061858 w 5061858"/>
              <a:gd name="connsiteY0" fmla="*/ 0 h 1130346"/>
              <a:gd name="connsiteX1" fmla="*/ 565173 w 5061858"/>
              <a:gd name="connsiteY1" fmla="*/ 0 h 1130346"/>
              <a:gd name="connsiteX2" fmla="*/ 562794 w 5061858"/>
              <a:gd name="connsiteY2" fmla="*/ 0 h 1130346"/>
              <a:gd name="connsiteX3" fmla="*/ 562794 w 5061858"/>
              <a:gd name="connsiteY3" fmla="*/ 240 h 1130346"/>
              <a:gd name="connsiteX4" fmla="*/ 451271 w 5061858"/>
              <a:gd name="connsiteY4" fmla="*/ 11482 h 1130346"/>
              <a:gd name="connsiteX5" fmla="*/ 0 w 5061858"/>
              <a:gd name="connsiteY5" fmla="*/ 565173 h 1130346"/>
              <a:gd name="connsiteX6" fmla="*/ 451271 w 5061858"/>
              <a:gd name="connsiteY6" fmla="*/ 1118864 h 1130346"/>
              <a:gd name="connsiteX7" fmla="*/ 562794 w 5061858"/>
              <a:gd name="connsiteY7" fmla="*/ 1130106 h 1130346"/>
              <a:gd name="connsiteX8" fmla="*/ 562794 w 5061858"/>
              <a:gd name="connsiteY8" fmla="*/ 1130345 h 1130346"/>
              <a:gd name="connsiteX9" fmla="*/ 565163 w 5061858"/>
              <a:gd name="connsiteY9" fmla="*/ 1130345 h 1130346"/>
              <a:gd name="connsiteX10" fmla="*/ 565173 w 5061858"/>
              <a:gd name="connsiteY10" fmla="*/ 1130346 h 1130346"/>
              <a:gd name="connsiteX11" fmla="*/ 565183 w 5061858"/>
              <a:gd name="connsiteY11" fmla="*/ 1130345 h 1130346"/>
              <a:gd name="connsiteX12" fmla="*/ 5061858 w 5061858"/>
              <a:gd name="connsiteY12" fmla="*/ 1130345 h 113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61858" h="1130346">
                <a:moveTo>
                  <a:pt x="5061858" y="0"/>
                </a:moveTo>
                <a:lnTo>
                  <a:pt x="565173" y="0"/>
                </a:lnTo>
                <a:lnTo>
                  <a:pt x="562794" y="0"/>
                </a:lnTo>
                <a:lnTo>
                  <a:pt x="562794" y="240"/>
                </a:lnTo>
                <a:lnTo>
                  <a:pt x="451271" y="11482"/>
                </a:lnTo>
                <a:cubicBezTo>
                  <a:pt x="193731" y="64183"/>
                  <a:pt x="0" y="292054"/>
                  <a:pt x="0" y="565173"/>
                </a:cubicBezTo>
                <a:cubicBezTo>
                  <a:pt x="0" y="838292"/>
                  <a:pt x="193731" y="1066163"/>
                  <a:pt x="451271" y="1118864"/>
                </a:cubicBezTo>
                <a:lnTo>
                  <a:pt x="562794" y="1130106"/>
                </a:lnTo>
                <a:lnTo>
                  <a:pt x="562794" y="1130345"/>
                </a:lnTo>
                <a:lnTo>
                  <a:pt x="565163" y="1130345"/>
                </a:lnTo>
                <a:lnTo>
                  <a:pt x="565173" y="1130346"/>
                </a:lnTo>
                <a:lnTo>
                  <a:pt x="565183" y="1130345"/>
                </a:lnTo>
                <a:lnTo>
                  <a:pt x="5061858" y="1130345"/>
                </a:lnTo>
                <a:close/>
              </a:path>
            </a:pathLst>
          </a:custGeom>
          <a:gradFill>
            <a:gsLst>
              <a:gs pos="0">
                <a:srgbClr val="F8F8F8"/>
              </a:gs>
              <a:gs pos="100000">
                <a:srgbClr val="EDEEEF"/>
              </a:gs>
            </a:gsLst>
            <a:lin ang="1800000" scaled="0"/>
          </a:gradFill>
          <a:ln>
            <a:noFill/>
          </a:ln>
          <a:effectLst>
            <a:outerShdw blurRad="1270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11" name="椭圆 10"/>
          <p:cNvSpPr>
            <a:spLocks noChangeAspect="1"/>
          </p:cNvSpPr>
          <p:nvPr/>
        </p:nvSpPr>
        <p:spPr>
          <a:xfrm>
            <a:off x="6710224" y="1525962"/>
            <a:ext cx="663978" cy="663978"/>
          </a:xfrm>
          <a:prstGeom prst="ellipse">
            <a:avLst/>
          </a:prstGeom>
          <a:solidFill>
            <a:srgbClr val="FFAB3F"/>
          </a:solidFill>
          <a:ln>
            <a:noFill/>
          </a:ln>
          <a:effectLst>
            <a:innerShdw blurRad="1143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DIN-BoldItalic" pitchFamily="50" charset="0"/>
            </a:endParaRPr>
          </a:p>
        </p:txBody>
      </p:sp>
      <p:sp>
        <p:nvSpPr>
          <p:cNvPr id="64" name="文本框 118"/>
          <p:cNvSpPr txBox="1"/>
          <p:nvPr/>
        </p:nvSpPr>
        <p:spPr>
          <a:xfrm>
            <a:off x="6822102" y="1654978"/>
            <a:ext cx="428625" cy="4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b="1" dirty="0" smtClean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  <a:cs typeface="Arial Unicode MS" panose="020B0604020202020204" pitchFamily="34" charset="-122"/>
              </a:rPr>
              <a:t>01</a:t>
            </a:r>
            <a:endParaRPr lang="zh-CN" altLang="en-US" sz="2100" b="1" dirty="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  <a:cs typeface="Arial Unicode MS" panose="020B0604020202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 rot="17113113" flipV="1">
            <a:off x="4475854" y="2874184"/>
            <a:ext cx="858872" cy="2267890"/>
          </a:xfrm>
          <a:prstGeom prst="rect">
            <a:avLst/>
          </a:prstGeom>
          <a:gradFill>
            <a:gsLst>
              <a:gs pos="0">
                <a:schemeClr val="tx1">
                  <a:alpha val="21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66" name="任意多边形 65"/>
          <p:cNvSpPr/>
          <p:nvPr/>
        </p:nvSpPr>
        <p:spPr>
          <a:xfrm flipH="1">
            <a:off x="3698385" y="3274095"/>
            <a:ext cx="3795405" cy="847539"/>
          </a:xfrm>
          <a:custGeom>
            <a:avLst/>
            <a:gdLst>
              <a:gd name="connsiteX0" fmla="*/ 5061858 w 5061858"/>
              <a:gd name="connsiteY0" fmla="*/ 0 h 1130346"/>
              <a:gd name="connsiteX1" fmla="*/ 565173 w 5061858"/>
              <a:gd name="connsiteY1" fmla="*/ 0 h 1130346"/>
              <a:gd name="connsiteX2" fmla="*/ 562794 w 5061858"/>
              <a:gd name="connsiteY2" fmla="*/ 0 h 1130346"/>
              <a:gd name="connsiteX3" fmla="*/ 562794 w 5061858"/>
              <a:gd name="connsiteY3" fmla="*/ 240 h 1130346"/>
              <a:gd name="connsiteX4" fmla="*/ 451271 w 5061858"/>
              <a:gd name="connsiteY4" fmla="*/ 11482 h 1130346"/>
              <a:gd name="connsiteX5" fmla="*/ 0 w 5061858"/>
              <a:gd name="connsiteY5" fmla="*/ 565173 h 1130346"/>
              <a:gd name="connsiteX6" fmla="*/ 451271 w 5061858"/>
              <a:gd name="connsiteY6" fmla="*/ 1118864 h 1130346"/>
              <a:gd name="connsiteX7" fmla="*/ 562794 w 5061858"/>
              <a:gd name="connsiteY7" fmla="*/ 1130106 h 1130346"/>
              <a:gd name="connsiteX8" fmla="*/ 562794 w 5061858"/>
              <a:gd name="connsiteY8" fmla="*/ 1130345 h 1130346"/>
              <a:gd name="connsiteX9" fmla="*/ 565163 w 5061858"/>
              <a:gd name="connsiteY9" fmla="*/ 1130345 h 1130346"/>
              <a:gd name="connsiteX10" fmla="*/ 565173 w 5061858"/>
              <a:gd name="connsiteY10" fmla="*/ 1130346 h 1130346"/>
              <a:gd name="connsiteX11" fmla="*/ 565183 w 5061858"/>
              <a:gd name="connsiteY11" fmla="*/ 1130345 h 1130346"/>
              <a:gd name="connsiteX12" fmla="*/ 5061858 w 5061858"/>
              <a:gd name="connsiteY12" fmla="*/ 1130345 h 1130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61858" h="1130346">
                <a:moveTo>
                  <a:pt x="5061858" y="0"/>
                </a:moveTo>
                <a:lnTo>
                  <a:pt x="565173" y="0"/>
                </a:lnTo>
                <a:lnTo>
                  <a:pt x="562794" y="0"/>
                </a:lnTo>
                <a:lnTo>
                  <a:pt x="562794" y="240"/>
                </a:lnTo>
                <a:lnTo>
                  <a:pt x="451271" y="11482"/>
                </a:lnTo>
                <a:cubicBezTo>
                  <a:pt x="193731" y="64183"/>
                  <a:pt x="0" y="292054"/>
                  <a:pt x="0" y="565173"/>
                </a:cubicBezTo>
                <a:cubicBezTo>
                  <a:pt x="0" y="838292"/>
                  <a:pt x="193731" y="1066163"/>
                  <a:pt x="451271" y="1118864"/>
                </a:cubicBezTo>
                <a:lnTo>
                  <a:pt x="562794" y="1130106"/>
                </a:lnTo>
                <a:lnTo>
                  <a:pt x="562794" y="1130345"/>
                </a:lnTo>
                <a:lnTo>
                  <a:pt x="565163" y="1130345"/>
                </a:lnTo>
                <a:lnTo>
                  <a:pt x="565173" y="1130346"/>
                </a:lnTo>
                <a:lnTo>
                  <a:pt x="565183" y="1130345"/>
                </a:lnTo>
                <a:lnTo>
                  <a:pt x="5061858" y="1130345"/>
                </a:lnTo>
                <a:close/>
              </a:path>
            </a:pathLst>
          </a:custGeom>
          <a:gradFill>
            <a:gsLst>
              <a:gs pos="0">
                <a:srgbClr val="F8F8F8"/>
              </a:gs>
              <a:gs pos="100000">
                <a:srgbClr val="EDEEEF"/>
              </a:gs>
            </a:gsLst>
            <a:lin ang="1800000" scaled="0"/>
          </a:gradFill>
          <a:ln>
            <a:noFill/>
          </a:ln>
          <a:effectLst>
            <a:outerShdw blurRad="1270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67" name="椭圆 66"/>
          <p:cNvSpPr>
            <a:spLocks noChangeAspect="1"/>
          </p:cNvSpPr>
          <p:nvPr/>
        </p:nvSpPr>
        <p:spPr>
          <a:xfrm>
            <a:off x="6710224" y="3365876"/>
            <a:ext cx="663978" cy="663978"/>
          </a:xfrm>
          <a:prstGeom prst="ellipse">
            <a:avLst/>
          </a:prstGeom>
          <a:solidFill>
            <a:srgbClr val="0099A9"/>
          </a:solidFill>
          <a:ln>
            <a:noFill/>
          </a:ln>
          <a:effectLst>
            <a:innerShdw blurRad="1143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DIN-BoldItalic" pitchFamily="50" charset="0"/>
            </a:endParaRPr>
          </a:p>
        </p:txBody>
      </p:sp>
      <p:sp>
        <p:nvSpPr>
          <p:cNvPr id="68" name="文本框 122"/>
          <p:cNvSpPr txBox="1"/>
          <p:nvPr/>
        </p:nvSpPr>
        <p:spPr>
          <a:xfrm>
            <a:off x="6822102" y="3494892"/>
            <a:ext cx="468630" cy="4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b="1" dirty="0" smtClean="0">
                <a:solidFill>
                  <a:schemeClr val="bg1"/>
                </a:solidFill>
                <a:latin typeface="Impact MT Std" pitchFamily="34" charset="0"/>
                <a:ea typeface="方正兰亭黑简体" panose="02000000000000000000" pitchFamily="2" charset="-122"/>
                <a:cs typeface="Arial Unicode MS" panose="020B0604020202020204" pitchFamily="34" charset="-122"/>
              </a:rPr>
              <a:t>03</a:t>
            </a:r>
            <a:endParaRPr lang="zh-CN" altLang="en-US" sz="2100" b="1" dirty="0">
              <a:solidFill>
                <a:schemeClr val="bg1"/>
              </a:solidFill>
              <a:latin typeface="Impact MT Std" pitchFamily="34" charset="0"/>
              <a:ea typeface="方正兰亭黑简体" panose="02000000000000000000" pitchFamily="2" charset="-122"/>
              <a:cs typeface="Arial Unicode MS" panose="020B0604020202020204" pitchFamily="3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7144841" y="2734176"/>
            <a:ext cx="288731" cy="238252"/>
            <a:chOff x="2778125" y="844550"/>
            <a:chExt cx="971550" cy="801688"/>
          </a:xfrm>
          <a:solidFill>
            <a:srgbClr val="EA6103"/>
          </a:solidFill>
        </p:grpSpPr>
        <p:sp>
          <p:nvSpPr>
            <p:cNvPr id="70" name="Freeform 32"/>
            <p:cNvSpPr/>
            <p:nvPr/>
          </p:nvSpPr>
          <p:spPr bwMode="auto">
            <a:xfrm>
              <a:off x="3081338" y="1498600"/>
              <a:ext cx="365125" cy="147638"/>
            </a:xfrm>
            <a:custGeom>
              <a:avLst/>
              <a:gdLst>
                <a:gd name="T0" fmla="*/ 88 w 96"/>
                <a:gd name="T1" fmla="*/ 23 h 39"/>
                <a:gd name="T2" fmla="*/ 56 w 96"/>
                <a:gd name="T3" fmla="*/ 23 h 39"/>
                <a:gd name="T4" fmla="*/ 56 w 96"/>
                <a:gd name="T5" fmla="*/ 8 h 39"/>
                <a:gd name="T6" fmla="*/ 48 w 96"/>
                <a:gd name="T7" fmla="*/ 0 h 39"/>
                <a:gd name="T8" fmla="*/ 40 w 96"/>
                <a:gd name="T9" fmla="*/ 8 h 39"/>
                <a:gd name="T10" fmla="*/ 40 w 96"/>
                <a:gd name="T11" fmla="*/ 23 h 39"/>
                <a:gd name="T12" fmla="*/ 8 w 96"/>
                <a:gd name="T13" fmla="*/ 23 h 39"/>
                <a:gd name="T14" fmla="*/ 0 w 96"/>
                <a:gd name="T15" fmla="*/ 31 h 39"/>
                <a:gd name="T16" fmla="*/ 8 w 96"/>
                <a:gd name="T17" fmla="*/ 39 h 39"/>
                <a:gd name="T18" fmla="*/ 88 w 96"/>
                <a:gd name="T19" fmla="*/ 39 h 39"/>
                <a:gd name="T20" fmla="*/ 96 w 96"/>
                <a:gd name="T21" fmla="*/ 31 h 39"/>
                <a:gd name="T22" fmla="*/ 88 w 96"/>
                <a:gd name="T23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" h="39">
                  <a:moveTo>
                    <a:pt x="88" y="23"/>
                  </a:moveTo>
                  <a:cubicBezTo>
                    <a:pt x="56" y="23"/>
                    <a:pt x="56" y="23"/>
                    <a:pt x="56" y="23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3" y="0"/>
                    <a:pt x="48" y="0"/>
                  </a:cubicBezTo>
                  <a:cubicBezTo>
                    <a:pt x="44" y="0"/>
                    <a:pt x="40" y="4"/>
                    <a:pt x="40" y="8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3" y="23"/>
                    <a:pt x="0" y="26"/>
                    <a:pt x="0" y="31"/>
                  </a:cubicBezTo>
                  <a:cubicBezTo>
                    <a:pt x="0" y="35"/>
                    <a:pt x="3" y="39"/>
                    <a:pt x="8" y="39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93" y="39"/>
                    <a:pt x="96" y="35"/>
                    <a:pt x="96" y="31"/>
                  </a:cubicBezTo>
                  <a:cubicBezTo>
                    <a:pt x="96" y="26"/>
                    <a:pt x="93" y="23"/>
                    <a:pt x="88" y="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2778125" y="844550"/>
              <a:ext cx="971550" cy="615950"/>
            </a:xfrm>
            <a:custGeom>
              <a:avLst/>
              <a:gdLst>
                <a:gd name="T0" fmla="*/ 240 w 256"/>
                <a:gd name="T1" fmla="*/ 0 h 162"/>
                <a:gd name="T2" fmla="*/ 16 w 256"/>
                <a:gd name="T3" fmla="*/ 0 h 162"/>
                <a:gd name="T4" fmla="*/ 0 w 256"/>
                <a:gd name="T5" fmla="*/ 16 h 162"/>
                <a:gd name="T6" fmla="*/ 0 w 256"/>
                <a:gd name="T7" fmla="*/ 146 h 162"/>
                <a:gd name="T8" fmla="*/ 16 w 256"/>
                <a:gd name="T9" fmla="*/ 162 h 162"/>
                <a:gd name="T10" fmla="*/ 240 w 256"/>
                <a:gd name="T11" fmla="*/ 162 h 162"/>
                <a:gd name="T12" fmla="*/ 256 w 256"/>
                <a:gd name="T13" fmla="*/ 146 h 162"/>
                <a:gd name="T14" fmla="*/ 256 w 256"/>
                <a:gd name="T15" fmla="*/ 16 h 162"/>
                <a:gd name="T16" fmla="*/ 240 w 256"/>
                <a:gd name="T17" fmla="*/ 0 h 162"/>
                <a:gd name="T18" fmla="*/ 16 w 256"/>
                <a:gd name="T19" fmla="*/ 146 h 162"/>
                <a:gd name="T20" fmla="*/ 16 w 256"/>
                <a:gd name="T21" fmla="*/ 134 h 162"/>
                <a:gd name="T22" fmla="*/ 169 w 256"/>
                <a:gd name="T23" fmla="*/ 134 h 162"/>
                <a:gd name="T24" fmla="*/ 175 w 256"/>
                <a:gd name="T25" fmla="*/ 129 h 162"/>
                <a:gd name="T26" fmla="*/ 169 w 256"/>
                <a:gd name="T27" fmla="*/ 123 h 162"/>
                <a:gd name="T28" fmla="*/ 16 w 256"/>
                <a:gd name="T29" fmla="*/ 123 h 162"/>
                <a:gd name="T30" fmla="*/ 16 w 256"/>
                <a:gd name="T31" fmla="*/ 16 h 162"/>
                <a:gd name="T32" fmla="*/ 240 w 256"/>
                <a:gd name="T33" fmla="*/ 16 h 162"/>
                <a:gd name="T34" fmla="*/ 240 w 256"/>
                <a:gd name="T35" fmla="*/ 123 h 162"/>
                <a:gd name="T36" fmla="*/ 202 w 256"/>
                <a:gd name="T37" fmla="*/ 123 h 162"/>
                <a:gd name="T38" fmla="*/ 197 w 256"/>
                <a:gd name="T39" fmla="*/ 129 h 162"/>
                <a:gd name="T40" fmla="*/ 202 w 256"/>
                <a:gd name="T41" fmla="*/ 134 h 162"/>
                <a:gd name="T42" fmla="*/ 240 w 256"/>
                <a:gd name="T43" fmla="*/ 134 h 162"/>
                <a:gd name="T44" fmla="*/ 240 w 256"/>
                <a:gd name="T45" fmla="*/ 146 h 162"/>
                <a:gd name="T46" fmla="*/ 16 w 256"/>
                <a:gd name="T47" fmla="*/ 14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6" h="162">
                  <a:moveTo>
                    <a:pt x="240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54"/>
                    <a:pt x="7" y="162"/>
                    <a:pt x="16" y="162"/>
                  </a:cubicBezTo>
                  <a:cubicBezTo>
                    <a:pt x="240" y="162"/>
                    <a:pt x="240" y="162"/>
                    <a:pt x="240" y="162"/>
                  </a:cubicBezTo>
                  <a:cubicBezTo>
                    <a:pt x="249" y="162"/>
                    <a:pt x="256" y="154"/>
                    <a:pt x="256" y="14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56" y="7"/>
                    <a:pt x="249" y="0"/>
                    <a:pt x="240" y="0"/>
                  </a:cubicBezTo>
                  <a:close/>
                  <a:moveTo>
                    <a:pt x="16" y="146"/>
                  </a:moveTo>
                  <a:cubicBezTo>
                    <a:pt x="16" y="134"/>
                    <a:pt x="16" y="134"/>
                    <a:pt x="16" y="134"/>
                  </a:cubicBezTo>
                  <a:cubicBezTo>
                    <a:pt x="169" y="134"/>
                    <a:pt x="169" y="134"/>
                    <a:pt x="169" y="134"/>
                  </a:cubicBezTo>
                  <a:cubicBezTo>
                    <a:pt x="172" y="134"/>
                    <a:pt x="175" y="132"/>
                    <a:pt x="175" y="129"/>
                  </a:cubicBezTo>
                  <a:cubicBezTo>
                    <a:pt x="175" y="126"/>
                    <a:pt x="172" y="123"/>
                    <a:pt x="169" y="123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40" y="16"/>
                    <a:pt x="240" y="16"/>
                    <a:pt x="240" y="16"/>
                  </a:cubicBezTo>
                  <a:cubicBezTo>
                    <a:pt x="240" y="123"/>
                    <a:pt x="240" y="123"/>
                    <a:pt x="240" y="123"/>
                  </a:cubicBezTo>
                  <a:cubicBezTo>
                    <a:pt x="202" y="123"/>
                    <a:pt x="202" y="123"/>
                    <a:pt x="202" y="123"/>
                  </a:cubicBezTo>
                  <a:cubicBezTo>
                    <a:pt x="199" y="123"/>
                    <a:pt x="197" y="126"/>
                    <a:pt x="197" y="129"/>
                  </a:cubicBezTo>
                  <a:cubicBezTo>
                    <a:pt x="197" y="132"/>
                    <a:pt x="199" y="134"/>
                    <a:pt x="202" y="134"/>
                  </a:cubicBezTo>
                  <a:cubicBezTo>
                    <a:pt x="240" y="134"/>
                    <a:pt x="240" y="134"/>
                    <a:pt x="240" y="134"/>
                  </a:cubicBezTo>
                  <a:cubicBezTo>
                    <a:pt x="240" y="146"/>
                    <a:pt x="240" y="146"/>
                    <a:pt x="240" y="146"/>
                  </a:cubicBezTo>
                  <a:lnTo>
                    <a:pt x="16" y="14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2" name="Freeform 86"/>
          <p:cNvSpPr>
            <a:spLocks noEditPoints="1"/>
          </p:cNvSpPr>
          <p:nvPr/>
        </p:nvSpPr>
        <p:spPr bwMode="auto">
          <a:xfrm>
            <a:off x="3906070" y="1692338"/>
            <a:ext cx="294962" cy="331225"/>
          </a:xfrm>
          <a:custGeom>
            <a:avLst/>
            <a:gdLst>
              <a:gd name="T0" fmla="*/ 119 w 228"/>
              <a:gd name="T1" fmla="*/ 14 h 256"/>
              <a:gd name="T2" fmla="*/ 114 w 228"/>
              <a:gd name="T3" fmla="*/ 0 h 256"/>
              <a:gd name="T4" fmla="*/ 109 w 228"/>
              <a:gd name="T5" fmla="*/ 14 h 256"/>
              <a:gd name="T6" fmla="*/ 109 w 228"/>
              <a:gd name="T7" fmla="*/ 242 h 256"/>
              <a:gd name="T8" fmla="*/ 114 w 228"/>
              <a:gd name="T9" fmla="*/ 256 h 256"/>
              <a:gd name="T10" fmla="*/ 119 w 228"/>
              <a:gd name="T11" fmla="*/ 242 h 256"/>
              <a:gd name="T12" fmla="*/ 206 w 228"/>
              <a:gd name="T13" fmla="*/ 163 h 256"/>
              <a:gd name="T14" fmla="*/ 183 w 228"/>
              <a:gd name="T15" fmla="*/ 128 h 256"/>
              <a:gd name="T16" fmla="*/ 206 w 228"/>
              <a:gd name="T17" fmla="*/ 93 h 256"/>
              <a:gd name="T18" fmla="*/ 206 w 228"/>
              <a:gd name="T19" fmla="*/ 163 h 256"/>
              <a:gd name="T20" fmla="*/ 119 w 228"/>
              <a:gd name="T21" fmla="*/ 226 h 256"/>
              <a:gd name="T22" fmla="*/ 167 w 228"/>
              <a:gd name="T23" fmla="*/ 167 h 256"/>
              <a:gd name="T24" fmla="*/ 61 w 228"/>
              <a:gd name="T25" fmla="*/ 167 h 256"/>
              <a:gd name="T26" fmla="*/ 109 w 228"/>
              <a:gd name="T27" fmla="*/ 226 h 256"/>
              <a:gd name="T28" fmla="*/ 61 w 228"/>
              <a:gd name="T29" fmla="*/ 167 h 256"/>
              <a:gd name="T30" fmla="*/ 58 w 228"/>
              <a:gd name="T31" fmla="*/ 100 h 256"/>
              <a:gd name="T32" fmla="*/ 109 w 228"/>
              <a:gd name="T33" fmla="*/ 154 h 256"/>
              <a:gd name="T34" fmla="*/ 56 w 228"/>
              <a:gd name="T35" fmla="*/ 128 h 256"/>
              <a:gd name="T36" fmla="*/ 119 w 228"/>
              <a:gd name="T37" fmla="*/ 102 h 256"/>
              <a:gd name="T38" fmla="*/ 172 w 228"/>
              <a:gd name="T39" fmla="*/ 128 h 256"/>
              <a:gd name="T40" fmla="*/ 119 w 228"/>
              <a:gd name="T41" fmla="*/ 154 h 256"/>
              <a:gd name="T42" fmla="*/ 69 w 228"/>
              <a:gd name="T43" fmla="*/ 43 h 256"/>
              <a:gd name="T44" fmla="*/ 78 w 228"/>
              <a:gd name="T45" fmla="*/ 50 h 256"/>
              <a:gd name="T46" fmla="*/ 109 w 228"/>
              <a:gd name="T47" fmla="*/ 30 h 256"/>
              <a:gd name="T48" fmla="*/ 114 w 228"/>
              <a:gd name="T49" fmla="*/ 55 h 256"/>
              <a:gd name="T50" fmla="*/ 119 w 228"/>
              <a:gd name="T51" fmla="*/ 30 h 256"/>
              <a:gd name="T52" fmla="*/ 150 w 228"/>
              <a:gd name="T53" fmla="*/ 50 h 256"/>
              <a:gd name="T54" fmla="*/ 158 w 228"/>
              <a:gd name="T55" fmla="*/ 51 h 256"/>
              <a:gd name="T56" fmla="*/ 156 w 228"/>
              <a:gd name="T57" fmla="*/ 39 h 256"/>
              <a:gd name="T58" fmla="*/ 178 w 228"/>
              <a:gd name="T59" fmla="*/ 88 h 256"/>
              <a:gd name="T60" fmla="*/ 164 w 228"/>
              <a:gd name="T61" fmla="*/ 64 h 256"/>
              <a:gd name="T62" fmla="*/ 167 w 228"/>
              <a:gd name="T63" fmla="*/ 89 h 256"/>
              <a:gd name="T64" fmla="*/ 119 w 228"/>
              <a:gd name="T65" fmla="*/ 74 h 256"/>
              <a:gd name="T66" fmla="*/ 109 w 228"/>
              <a:gd name="T67" fmla="*/ 74 h 256"/>
              <a:gd name="T68" fmla="*/ 61 w 228"/>
              <a:gd name="T69" fmla="*/ 89 h 256"/>
              <a:gd name="T70" fmla="*/ 63 w 228"/>
              <a:gd name="T71" fmla="*/ 64 h 256"/>
              <a:gd name="T72" fmla="*/ 50 w 228"/>
              <a:gd name="T73" fmla="*/ 88 h 256"/>
              <a:gd name="T74" fmla="*/ 72 w 228"/>
              <a:gd name="T75" fmla="*/ 39 h 256"/>
              <a:gd name="T76" fmla="*/ 48 w 228"/>
              <a:gd name="T77" fmla="*/ 98 h 256"/>
              <a:gd name="T78" fmla="*/ 48 w 228"/>
              <a:gd name="T79" fmla="*/ 157 h 256"/>
              <a:gd name="T80" fmla="*/ 16 w 228"/>
              <a:gd name="T81" fmla="*/ 128 h 256"/>
              <a:gd name="T82" fmla="*/ 27 w 228"/>
              <a:gd name="T83" fmla="*/ 173 h 256"/>
              <a:gd name="T84" fmla="*/ 73 w 228"/>
              <a:gd name="T85" fmla="*/ 217 h 256"/>
              <a:gd name="T86" fmla="*/ 155 w 228"/>
              <a:gd name="T87" fmla="*/ 217 h 256"/>
              <a:gd name="T88" fmla="*/ 201 w 228"/>
              <a:gd name="T89" fmla="*/ 173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28" h="256">
                <a:moveTo>
                  <a:pt x="228" y="128"/>
                </a:moveTo>
                <a:cubicBezTo>
                  <a:pt x="228" y="67"/>
                  <a:pt x="180" y="17"/>
                  <a:pt x="119" y="14"/>
                </a:cubicBezTo>
                <a:cubicBezTo>
                  <a:pt x="119" y="6"/>
                  <a:pt x="119" y="6"/>
                  <a:pt x="119" y="6"/>
                </a:cubicBezTo>
                <a:cubicBezTo>
                  <a:pt x="119" y="3"/>
                  <a:pt x="117" y="0"/>
                  <a:pt x="114" y="0"/>
                </a:cubicBezTo>
                <a:cubicBezTo>
                  <a:pt x="111" y="0"/>
                  <a:pt x="109" y="3"/>
                  <a:pt x="109" y="6"/>
                </a:cubicBezTo>
                <a:cubicBezTo>
                  <a:pt x="109" y="14"/>
                  <a:pt x="109" y="14"/>
                  <a:pt x="109" y="14"/>
                </a:cubicBezTo>
                <a:cubicBezTo>
                  <a:pt x="48" y="17"/>
                  <a:pt x="0" y="67"/>
                  <a:pt x="0" y="128"/>
                </a:cubicBezTo>
                <a:cubicBezTo>
                  <a:pt x="0" y="189"/>
                  <a:pt x="48" y="239"/>
                  <a:pt x="109" y="242"/>
                </a:cubicBezTo>
                <a:cubicBezTo>
                  <a:pt x="109" y="251"/>
                  <a:pt x="109" y="251"/>
                  <a:pt x="109" y="251"/>
                </a:cubicBezTo>
                <a:cubicBezTo>
                  <a:pt x="109" y="254"/>
                  <a:pt x="111" y="256"/>
                  <a:pt x="114" y="256"/>
                </a:cubicBezTo>
                <a:cubicBezTo>
                  <a:pt x="117" y="256"/>
                  <a:pt x="119" y="254"/>
                  <a:pt x="119" y="251"/>
                </a:cubicBezTo>
                <a:cubicBezTo>
                  <a:pt x="119" y="242"/>
                  <a:pt x="119" y="242"/>
                  <a:pt x="119" y="242"/>
                </a:cubicBezTo>
                <a:cubicBezTo>
                  <a:pt x="180" y="239"/>
                  <a:pt x="228" y="189"/>
                  <a:pt x="228" y="128"/>
                </a:cubicBezTo>
                <a:close/>
                <a:moveTo>
                  <a:pt x="206" y="163"/>
                </a:moveTo>
                <a:cubicBezTo>
                  <a:pt x="201" y="161"/>
                  <a:pt x="193" y="159"/>
                  <a:pt x="180" y="157"/>
                </a:cubicBezTo>
                <a:cubicBezTo>
                  <a:pt x="182" y="148"/>
                  <a:pt x="183" y="138"/>
                  <a:pt x="183" y="128"/>
                </a:cubicBezTo>
                <a:cubicBezTo>
                  <a:pt x="183" y="118"/>
                  <a:pt x="182" y="108"/>
                  <a:pt x="180" y="98"/>
                </a:cubicBezTo>
                <a:cubicBezTo>
                  <a:pt x="193" y="97"/>
                  <a:pt x="201" y="95"/>
                  <a:pt x="206" y="93"/>
                </a:cubicBezTo>
                <a:cubicBezTo>
                  <a:pt x="210" y="104"/>
                  <a:pt x="212" y="116"/>
                  <a:pt x="212" y="128"/>
                </a:cubicBezTo>
                <a:cubicBezTo>
                  <a:pt x="212" y="140"/>
                  <a:pt x="210" y="152"/>
                  <a:pt x="206" y="163"/>
                </a:cubicBezTo>
                <a:close/>
                <a:moveTo>
                  <a:pt x="130" y="225"/>
                </a:moveTo>
                <a:cubicBezTo>
                  <a:pt x="127" y="225"/>
                  <a:pt x="123" y="226"/>
                  <a:pt x="119" y="226"/>
                </a:cubicBezTo>
                <a:cubicBezTo>
                  <a:pt x="119" y="165"/>
                  <a:pt x="119" y="165"/>
                  <a:pt x="119" y="165"/>
                </a:cubicBezTo>
                <a:cubicBezTo>
                  <a:pt x="138" y="165"/>
                  <a:pt x="154" y="166"/>
                  <a:pt x="167" y="167"/>
                </a:cubicBezTo>
                <a:cubicBezTo>
                  <a:pt x="161" y="195"/>
                  <a:pt x="147" y="216"/>
                  <a:pt x="130" y="225"/>
                </a:cubicBezTo>
                <a:close/>
                <a:moveTo>
                  <a:pt x="61" y="167"/>
                </a:moveTo>
                <a:cubicBezTo>
                  <a:pt x="74" y="166"/>
                  <a:pt x="90" y="165"/>
                  <a:pt x="109" y="165"/>
                </a:cubicBezTo>
                <a:cubicBezTo>
                  <a:pt x="109" y="226"/>
                  <a:pt x="109" y="226"/>
                  <a:pt x="109" y="226"/>
                </a:cubicBezTo>
                <a:cubicBezTo>
                  <a:pt x="105" y="226"/>
                  <a:pt x="101" y="225"/>
                  <a:pt x="98" y="225"/>
                </a:cubicBezTo>
                <a:cubicBezTo>
                  <a:pt x="81" y="216"/>
                  <a:pt x="67" y="195"/>
                  <a:pt x="61" y="167"/>
                </a:cubicBezTo>
                <a:close/>
                <a:moveTo>
                  <a:pt x="56" y="128"/>
                </a:moveTo>
                <a:cubicBezTo>
                  <a:pt x="56" y="118"/>
                  <a:pt x="57" y="109"/>
                  <a:pt x="58" y="100"/>
                </a:cubicBezTo>
                <a:cubicBezTo>
                  <a:pt x="73" y="101"/>
                  <a:pt x="90" y="102"/>
                  <a:pt x="109" y="102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90" y="154"/>
                  <a:pt x="73" y="155"/>
                  <a:pt x="58" y="156"/>
                </a:cubicBezTo>
                <a:cubicBezTo>
                  <a:pt x="57" y="147"/>
                  <a:pt x="56" y="138"/>
                  <a:pt x="56" y="128"/>
                </a:cubicBezTo>
                <a:close/>
                <a:moveTo>
                  <a:pt x="119" y="154"/>
                </a:moveTo>
                <a:cubicBezTo>
                  <a:pt x="119" y="102"/>
                  <a:pt x="119" y="102"/>
                  <a:pt x="119" y="102"/>
                </a:cubicBezTo>
                <a:cubicBezTo>
                  <a:pt x="138" y="102"/>
                  <a:pt x="155" y="101"/>
                  <a:pt x="169" y="100"/>
                </a:cubicBezTo>
                <a:cubicBezTo>
                  <a:pt x="171" y="109"/>
                  <a:pt x="172" y="118"/>
                  <a:pt x="172" y="128"/>
                </a:cubicBezTo>
                <a:cubicBezTo>
                  <a:pt x="172" y="138"/>
                  <a:pt x="171" y="147"/>
                  <a:pt x="170" y="156"/>
                </a:cubicBezTo>
                <a:cubicBezTo>
                  <a:pt x="155" y="155"/>
                  <a:pt x="138" y="154"/>
                  <a:pt x="119" y="154"/>
                </a:cubicBezTo>
                <a:close/>
                <a:moveTo>
                  <a:pt x="72" y="39"/>
                </a:moveTo>
                <a:cubicBezTo>
                  <a:pt x="71" y="40"/>
                  <a:pt x="70" y="42"/>
                  <a:pt x="69" y="43"/>
                </a:cubicBezTo>
                <a:cubicBezTo>
                  <a:pt x="67" y="46"/>
                  <a:pt x="68" y="49"/>
                  <a:pt x="70" y="51"/>
                </a:cubicBezTo>
                <a:cubicBezTo>
                  <a:pt x="73" y="52"/>
                  <a:pt x="76" y="52"/>
                  <a:pt x="78" y="50"/>
                </a:cubicBezTo>
                <a:cubicBezTo>
                  <a:pt x="84" y="41"/>
                  <a:pt x="91" y="35"/>
                  <a:pt x="98" y="31"/>
                </a:cubicBezTo>
                <a:cubicBezTo>
                  <a:pt x="102" y="30"/>
                  <a:pt x="105" y="30"/>
                  <a:pt x="109" y="30"/>
                </a:cubicBezTo>
                <a:cubicBezTo>
                  <a:pt x="109" y="50"/>
                  <a:pt x="109" y="50"/>
                  <a:pt x="109" y="50"/>
                </a:cubicBezTo>
                <a:cubicBezTo>
                  <a:pt x="109" y="53"/>
                  <a:pt x="111" y="55"/>
                  <a:pt x="114" y="55"/>
                </a:cubicBezTo>
                <a:cubicBezTo>
                  <a:pt x="117" y="55"/>
                  <a:pt x="119" y="53"/>
                  <a:pt x="119" y="50"/>
                </a:cubicBezTo>
                <a:cubicBezTo>
                  <a:pt x="119" y="30"/>
                  <a:pt x="119" y="30"/>
                  <a:pt x="119" y="30"/>
                </a:cubicBezTo>
                <a:cubicBezTo>
                  <a:pt x="123" y="30"/>
                  <a:pt x="126" y="30"/>
                  <a:pt x="130" y="31"/>
                </a:cubicBezTo>
                <a:cubicBezTo>
                  <a:pt x="137" y="35"/>
                  <a:pt x="144" y="41"/>
                  <a:pt x="150" y="50"/>
                </a:cubicBezTo>
                <a:cubicBezTo>
                  <a:pt x="151" y="51"/>
                  <a:pt x="153" y="52"/>
                  <a:pt x="155" y="52"/>
                </a:cubicBezTo>
                <a:cubicBezTo>
                  <a:pt x="156" y="52"/>
                  <a:pt x="157" y="51"/>
                  <a:pt x="158" y="51"/>
                </a:cubicBezTo>
                <a:cubicBezTo>
                  <a:pt x="160" y="49"/>
                  <a:pt x="161" y="46"/>
                  <a:pt x="159" y="43"/>
                </a:cubicBezTo>
                <a:cubicBezTo>
                  <a:pt x="158" y="42"/>
                  <a:pt x="157" y="40"/>
                  <a:pt x="156" y="39"/>
                </a:cubicBezTo>
                <a:cubicBezTo>
                  <a:pt x="175" y="48"/>
                  <a:pt x="191" y="64"/>
                  <a:pt x="201" y="83"/>
                </a:cubicBezTo>
                <a:cubicBezTo>
                  <a:pt x="199" y="85"/>
                  <a:pt x="190" y="86"/>
                  <a:pt x="178" y="88"/>
                </a:cubicBezTo>
                <a:cubicBezTo>
                  <a:pt x="176" y="81"/>
                  <a:pt x="174" y="73"/>
                  <a:pt x="171" y="67"/>
                </a:cubicBezTo>
                <a:cubicBezTo>
                  <a:pt x="170" y="64"/>
                  <a:pt x="167" y="63"/>
                  <a:pt x="164" y="64"/>
                </a:cubicBezTo>
                <a:cubicBezTo>
                  <a:pt x="162" y="65"/>
                  <a:pt x="160" y="68"/>
                  <a:pt x="162" y="71"/>
                </a:cubicBezTo>
                <a:cubicBezTo>
                  <a:pt x="164" y="76"/>
                  <a:pt x="166" y="83"/>
                  <a:pt x="167" y="89"/>
                </a:cubicBezTo>
                <a:cubicBezTo>
                  <a:pt x="154" y="90"/>
                  <a:pt x="138" y="91"/>
                  <a:pt x="119" y="91"/>
                </a:cubicBezTo>
                <a:cubicBezTo>
                  <a:pt x="119" y="74"/>
                  <a:pt x="119" y="74"/>
                  <a:pt x="119" y="74"/>
                </a:cubicBezTo>
                <a:cubicBezTo>
                  <a:pt x="119" y="71"/>
                  <a:pt x="117" y="68"/>
                  <a:pt x="114" y="68"/>
                </a:cubicBezTo>
                <a:cubicBezTo>
                  <a:pt x="111" y="68"/>
                  <a:pt x="109" y="71"/>
                  <a:pt x="109" y="74"/>
                </a:cubicBezTo>
                <a:cubicBezTo>
                  <a:pt x="109" y="91"/>
                  <a:pt x="109" y="91"/>
                  <a:pt x="109" y="91"/>
                </a:cubicBezTo>
                <a:cubicBezTo>
                  <a:pt x="90" y="91"/>
                  <a:pt x="74" y="90"/>
                  <a:pt x="61" y="89"/>
                </a:cubicBezTo>
                <a:cubicBezTo>
                  <a:pt x="62" y="83"/>
                  <a:pt x="64" y="76"/>
                  <a:pt x="66" y="71"/>
                </a:cubicBezTo>
                <a:cubicBezTo>
                  <a:pt x="68" y="68"/>
                  <a:pt x="66" y="65"/>
                  <a:pt x="63" y="64"/>
                </a:cubicBezTo>
                <a:cubicBezTo>
                  <a:pt x="61" y="63"/>
                  <a:pt x="58" y="64"/>
                  <a:pt x="57" y="67"/>
                </a:cubicBezTo>
                <a:cubicBezTo>
                  <a:pt x="54" y="73"/>
                  <a:pt x="52" y="81"/>
                  <a:pt x="50" y="88"/>
                </a:cubicBezTo>
                <a:cubicBezTo>
                  <a:pt x="37" y="86"/>
                  <a:pt x="29" y="85"/>
                  <a:pt x="27" y="83"/>
                </a:cubicBezTo>
                <a:cubicBezTo>
                  <a:pt x="36" y="64"/>
                  <a:pt x="53" y="48"/>
                  <a:pt x="72" y="39"/>
                </a:cubicBezTo>
                <a:close/>
                <a:moveTo>
                  <a:pt x="22" y="93"/>
                </a:moveTo>
                <a:cubicBezTo>
                  <a:pt x="27" y="95"/>
                  <a:pt x="35" y="97"/>
                  <a:pt x="48" y="98"/>
                </a:cubicBezTo>
                <a:cubicBezTo>
                  <a:pt x="46" y="108"/>
                  <a:pt x="45" y="118"/>
                  <a:pt x="45" y="128"/>
                </a:cubicBezTo>
                <a:cubicBezTo>
                  <a:pt x="45" y="138"/>
                  <a:pt x="46" y="148"/>
                  <a:pt x="48" y="157"/>
                </a:cubicBezTo>
                <a:cubicBezTo>
                  <a:pt x="35" y="159"/>
                  <a:pt x="27" y="161"/>
                  <a:pt x="22" y="163"/>
                </a:cubicBezTo>
                <a:cubicBezTo>
                  <a:pt x="18" y="152"/>
                  <a:pt x="16" y="140"/>
                  <a:pt x="16" y="128"/>
                </a:cubicBezTo>
                <a:cubicBezTo>
                  <a:pt x="16" y="116"/>
                  <a:pt x="18" y="104"/>
                  <a:pt x="22" y="93"/>
                </a:cubicBezTo>
                <a:close/>
                <a:moveTo>
                  <a:pt x="27" y="173"/>
                </a:moveTo>
                <a:cubicBezTo>
                  <a:pt x="29" y="171"/>
                  <a:pt x="37" y="169"/>
                  <a:pt x="50" y="168"/>
                </a:cubicBezTo>
                <a:cubicBezTo>
                  <a:pt x="55" y="188"/>
                  <a:pt x="63" y="205"/>
                  <a:pt x="73" y="217"/>
                </a:cubicBezTo>
                <a:cubicBezTo>
                  <a:pt x="53" y="208"/>
                  <a:pt x="37" y="192"/>
                  <a:pt x="27" y="173"/>
                </a:cubicBezTo>
                <a:close/>
                <a:moveTo>
                  <a:pt x="155" y="217"/>
                </a:moveTo>
                <a:cubicBezTo>
                  <a:pt x="165" y="205"/>
                  <a:pt x="173" y="188"/>
                  <a:pt x="178" y="168"/>
                </a:cubicBezTo>
                <a:cubicBezTo>
                  <a:pt x="190" y="169"/>
                  <a:pt x="199" y="171"/>
                  <a:pt x="201" y="173"/>
                </a:cubicBezTo>
                <a:cubicBezTo>
                  <a:pt x="191" y="192"/>
                  <a:pt x="175" y="208"/>
                  <a:pt x="155" y="217"/>
                </a:cubicBezTo>
                <a:close/>
              </a:path>
            </a:pathLst>
          </a:custGeom>
          <a:solidFill>
            <a:srgbClr val="0099A9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grpSp>
        <p:nvGrpSpPr>
          <p:cNvPr id="73" name="组合 72"/>
          <p:cNvGrpSpPr/>
          <p:nvPr/>
        </p:nvGrpSpPr>
        <p:grpSpPr>
          <a:xfrm>
            <a:off x="3922307" y="3532253"/>
            <a:ext cx="278726" cy="331223"/>
            <a:chOff x="3386138" y="1465263"/>
            <a:chExt cx="817563" cy="971551"/>
          </a:xfrm>
          <a:solidFill>
            <a:srgbClr val="EA5E66"/>
          </a:solidFill>
        </p:grpSpPr>
        <p:sp>
          <p:nvSpPr>
            <p:cNvPr id="74" name="Freeform 94"/>
            <p:cNvSpPr>
              <a:spLocks noEditPoints="1"/>
            </p:cNvSpPr>
            <p:nvPr/>
          </p:nvSpPr>
          <p:spPr bwMode="auto">
            <a:xfrm>
              <a:off x="3560763" y="1465263"/>
              <a:ext cx="468313" cy="466725"/>
            </a:xfrm>
            <a:custGeom>
              <a:avLst/>
              <a:gdLst>
                <a:gd name="T0" fmla="*/ 62 w 123"/>
                <a:gd name="T1" fmla="*/ 123 h 123"/>
                <a:gd name="T2" fmla="*/ 123 w 123"/>
                <a:gd name="T3" fmla="*/ 62 h 123"/>
                <a:gd name="T4" fmla="*/ 62 w 123"/>
                <a:gd name="T5" fmla="*/ 0 h 123"/>
                <a:gd name="T6" fmla="*/ 0 w 123"/>
                <a:gd name="T7" fmla="*/ 62 h 123"/>
                <a:gd name="T8" fmla="*/ 62 w 123"/>
                <a:gd name="T9" fmla="*/ 123 h 123"/>
                <a:gd name="T10" fmla="*/ 62 w 123"/>
                <a:gd name="T11" fmla="*/ 16 h 123"/>
                <a:gd name="T12" fmla="*/ 107 w 123"/>
                <a:gd name="T13" fmla="*/ 62 h 123"/>
                <a:gd name="T14" fmla="*/ 62 w 123"/>
                <a:gd name="T15" fmla="*/ 107 h 123"/>
                <a:gd name="T16" fmla="*/ 16 w 123"/>
                <a:gd name="T17" fmla="*/ 62 h 123"/>
                <a:gd name="T18" fmla="*/ 62 w 123"/>
                <a:gd name="T19" fmla="*/ 1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23">
                  <a:moveTo>
                    <a:pt x="62" y="123"/>
                  </a:moveTo>
                  <a:cubicBezTo>
                    <a:pt x="96" y="123"/>
                    <a:pt x="123" y="96"/>
                    <a:pt x="123" y="62"/>
                  </a:cubicBezTo>
                  <a:cubicBezTo>
                    <a:pt x="123" y="28"/>
                    <a:pt x="96" y="0"/>
                    <a:pt x="62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96"/>
                    <a:pt x="28" y="123"/>
                    <a:pt x="62" y="123"/>
                  </a:cubicBezTo>
                  <a:close/>
                  <a:moveTo>
                    <a:pt x="62" y="16"/>
                  </a:moveTo>
                  <a:cubicBezTo>
                    <a:pt x="87" y="16"/>
                    <a:pt x="107" y="37"/>
                    <a:pt x="107" y="62"/>
                  </a:cubicBezTo>
                  <a:cubicBezTo>
                    <a:pt x="107" y="87"/>
                    <a:pt x="87" y="107"/>
                    <a:pt x="62" y="107"/>
                  </a:cubicBezTo>
                  <a:cubicBezTo>
                    <a:pt x="37" y="107"/>
                    <a:pt x="16" y="87"/>
                    <a:pt x="16" y="62"/>
                  </a:cubicBezTo>
                  <a:cubicBezTo>
                    <a:pt x="16" y="37"/>
                    <a:pt x="37" y="16"/>
                    <a:pt x="62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75" name="Freeform 95"/>
            <p:cNvSpPr>
              <a:spLocks noEditPoints="1"/>
            </p:cNvSpPr>
            <p:nvPr/>
          </p:nvSpPr>
          <p:spPr bwMode="auto">
            <a:xfrm>
              <a:off x="3386138" y="1958976"/>
              <a:ext cx="817563" cy="477838"/>
            </a:xfrm>
            <a:custGeom>
              <a:avLst/>
              <a:gdLst>
                <a:gd name="T0" fmla="*/ 214 w 215"/>
                <a:gd name="T1" fmla="*/ 57 h 126"/>
                <a:gd name="T2" fmla="*/ 144 w 215"/>
                <a:gd name="T3" fmla="*/ 1 h 126"/>
                <a:gd name="T4" fmla="*/ 135 w 215"/>
                <a:gd name="T5" fmla="*/ 6 h 126"/>
                <a:gd name="T6" fmla="*/ 108 w 215"/>
                <a:gd name="T7" fmla="*/ 37 h 126"/>
                <a:gd name="T8" fmla="*/ 81 w 215"/>
                <a:gd name="T9" fmla="*/ 6 h 126"/>
                <a:gd name="T10" fmla="*/ 71 w 215"/>
                <a:gd name="T11" fmla="*/ 1 h 126"/>
                <a:gd name="T12" fmla="*/ 2 w 215"/>
                <a:gd name="T13" fmla="*/ 57 h 126"/>
                <a:gd name="T14" fmla="*/ 2 w 215"/>
                <a:gd name="T15" fmla="*/ 65 h 126"/>
                <a:gd name="T16" fmla="*/ 108 w 215"/>
                <a:gd name="T17" fmla="*/ 126 h 126"/>
                <a:gd name="T18" fmla="*/ 214 w 215"/>
                <a:gd name="T19" fmla="*/ 65 h 126"/>
                <a:gd name="T20" fmla="*/ 214 w 215"/>
                <a:gd name="T21" fmla="*/ 57 h 126"/>
                <a:gd name="T22" fmla="*/ 146 w 215"/>
                <a:gd name="T23" fmla="*/ 19 h 126"/>
                <a:gd name="T24" fmla="*/ 159 w 215"/>
                <a:gd name="T25" fmla="*/ 25 h 126"/>
                <a:gd name="T26" fmla="*/ 131 w 215"/>
                <a:gd name="T27" fmla="*/ 60 h 126"/>
                <a:gd name="T28" fmla="*/ 127 w 215"/>
                <a:gd name="T29" fmla="*/ 56 h 126"/>
                <a:gd name="T30" fmla="*/ 118 w 215"/>
                <a:gd name="T31" fmla="*/ 49 h 126"/>
                <a:gd name="T32" fmla="*/ 146 w 215"/>
                <a:gd name="T33" fmla="*/ 19 h 126"/>
                <a:gd name="T34" fmla="*/ 97 w 215"/>
                <a:gd name="T35" fmla="*/ 49 h 126"/>
                <a:gd name="T36" fmla="*/ 88 w 215"/>
                <a:gd name="T37" fmla="*/ 56 h 126"/>
                <a:gd name="T38" fmla="*/ 84 w 215"/>
                <a:gd name="T39" fmla="*/ 60 h 126"/>
                <a:gd name="T40" fmla="*/ 57 w 215"/>
                <a:gd name="T41" fmla="*/ 25 h 126"/>
                <a:gd name="T42" fmla="*/ 70 w 215"/>
                <a:gd name="T43" fmla="*/ 19 h 126"/>
                <a:gd name="T44" fmla="*/ 97 w 215"/>
                <a:gd name="T45" fmla="*/ 49 h 126"/>
                <a:gd name="T46" fmla="*/ 113 w 215"/>
                <a:gd name="T47" fmla="*/ 110 h 126"/>
                <a:gd name="T48" fmla="*/ 113 w 215"/>
                <a:gd name="T49" fmla="*/ 74 h 126"/>
                <a:gd name="T50" fmla="*/ 108 w 215"/>
                <a:gd name="T51" fmla="*/ 69 h 126"/>
                <a:gd name="T52" fmla="*/ 102 w 215"/>
                <a:gd name="T53" fmla="*/ 74 h 126"/>
                <a:gd name="T54" fmla="*/ 102 w 215"/>
                <a:gd name="T55" fmla="*/ 110 h 126"/>
                <a:gd name="T56" fmla="*/ 18 w 215"/>
                <a:gd name="T57" fmla="*/ 61 h 126"/>
                <a:gd name="T58" fmla="*/ 48 w 215"/>
                <a:gd name="T59" fmla="*/ 30 h 126"/>
                <a:gd name="T60" fmla="*/ 81 w 215"/>
                <a:gd name="T61" fmla="*/ 71 h 126"/>
                <a:gd name="T62" fmla="*/ 87 w 215"/>
                <a:gd name="T63" fmla="*/ 71 h 126"/>
                <a:gd name="T64" fmla="*/ 95 w 215"/>
                <a:gd name="T65" fmla="*/ 64 h 126"/>
                <a:gd name="T66" fmla="*/ 108 w 215"/>
                <a:gd name="T67" fmla="*/ 54 h 126"/>
                <a:gd name="T68" fmla="*/ 120 w 215"/>
                <a:gd name="T69" fmla="*/ 64 h 126"/>
                <a:gd name="T70" fmla="*/ 128 w 215"/>
                <a:gd name="T71" fmla="*/ 71 h 126"/>
                <a:gd name="T72" fmla="*/ 131 w 215"/>
                <a:gd name="T73" fmla="*/ 72 h 126"/>
                <a:gd name="T74" fmla="*/ 135 w 215"/>
                <a:gd name="T75" fmla="*/ 71 h 126"/>
                <a:gd name="T76" fmla="*/ 168 w 215"/>
                <a:gd name="T77" fmla="*/ 30 h 126"/>
                <a:gd name="T78" fmla="*/ 197 w 215"/>
                <a:gd name="T79" fmla="*/ 61 h 126"/>
                <a:gd name="T80" fmla="*/ 113 w 215"/>
                <a:gd name="T81" fmla="*/ 11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" h="126">
                  <a:moveTo>
                    <a:pt x="214" y="57"/>
                  </a:moveTo>
                  <a:cubicBezTo>
                    <a:pt x="198" y="30"/>
                    <a:pt x="174" y="11"/>
                    <a:pt x="144" y="1"/>
                  </a:cubicBezTo>
                  <a:cubicBezTo>
                    <a:pt x="141" y="0"/>
                    <a:pt x="137" y="2"/>
                    <a:pt x="135" y="6"/>
                  </a:cubicBezTo>
                  <a:cubicBezTo>
                    <a:pt x="129" y="18"/>
                    <a:pt x="119" y="29"/>
                    <a:pt x="108" y="37"/>
                  </a:cubicBezTo>
                  <a:cubicBezTo>
                    <a:pt x="96" y="29"/>
                    <a:pt x="87" y="18"/>
                    <a:pt x="81" y="6"/>
                  </a:cubicBezTo>
                  <a:cubicBezTo>
                    <a:pt x="79" y="2"/>
                    <a:pt x="75" y="0"/>
                    <a:pt x="71" y="1"/>
                  </a:cubicBezTo>
                  <a:cubicBezTo>
                    <a:pt x="42" y="11"/>
                    <a:pt x="17" y="30"/>
                    <a:pt x="2" y="57"/>
                  </a:cubicBezTo>
                  <a:cubicBezTo>
                    <a:pt x="0" y="59"/>
                    <a:pt x="0" y="62"/>
                    <a:pt x="2" y="65"/>
                  </a:cubicBezTo>
                  <a:cubicBezTo>
                    <a:pt x="24" y="103"/>
                    <a:pt x="64" y="126"/>
                    <a:pt x="108" y="126"/>
                  </a:cubicBezTo>
                  <a:cubicBezTo>
                    <a:pt x="151" y="126"/>
                    <a:pt x="192" y="103"/>
                    <a:pt x="214" y="65"/>
                  </a:cubicBezTo>
                  <a:cubicBezTo>
                    <a:pt x="215" y="62"/>
                    <a:pt x="215" y="59"/>
                    <a:pt x="214" y="57"/>
                  </a:cubicBezTo>
                  <a:close/>
                  <a:moveTo>
                    <a:pt x="146" y="19"/>
                  </a:moveTo>
                  <a:cubicBezTo>
                    <a:pt x="150" y="21"/>
                    <a:pt x="155" y="23"/>
                    <a:pt x="159" y="25"/>
                  </a:cubicBezTo>
                  <a:cubicBezTo>
                    <a:pt x="152" y="36"/>
                    <a:pt x="143" y="50"/>
                    <a:pt x="131" y="60"/>
                  </a:cubicBezTo>
                  <a:cubicBezTo>
                    <a:pt x="130" y="59"/>
                    <a:pt x="129" y="58"/>
                    <a:pt x="127" y="56"/>
                  </a:cubicBezTo>
                  <a:cubicBezTo>
                    <a:pt x="124" y="54"/>
                    <a:pt x="121" y="51"/>
                    <a:pt x="118" y="49"/>
                  </a:cubicBezTo>
                  <a:cubicBezTo>
                    <a:pt x="130" y="41"/>
                    <a:pt x="139" y="31"/>
                    <a:pt x="146" y="19"/>
                  </a:cubicBezTo>
                  <a:close/>
                  <a:moveTo>
                    <a:pt x="97" y="49"/>
                  </a:moveTo>
                  <a:cubicBezTo>
                    <a:pt x="94" y="51"/>
                    <a:pt x="91" y="54"/>
                    <a:pt x="88" y="56"/>
                  </a:cubicBezTo>
                  <a:cubicBezTo>
                    <a:pt x="87" y="58"/>
                    <a:pt x="85" y="59"/>
                    <a:pt x="84" y="60"/>
                  </a:cubicBezTo>
                  <a:cubicBezTo>
                    <a:pt x="72" y="50"/>
                    <a:pt x="63" y="36"/>
                    <a:pt x="57" y="25"/>
                  </a:cubicBezTo>
                  <a:cubicBezTo>
                    <a:pt x="61" y="23"/>
                    <a:pt x="65" y="21"/>
                    <a:pt x="70" y="19"/>
                  </a:cubicBezTo>
                  <a:cubicBezTo>
                    <a:pt x="76" y="31"/>
                    <a:pt x="86" y="41"/>
                    <a:pt x="97" y="49"/>
                  </a:cubicBezTo>
                  <a:close/>
                  <a:moveTo>
                    <a:pt x="113" y="110"/>
                  </a:moveTo>
                  <a:cubicBezTo>
                    <a:pt x="113" y="74"/>
                    <a:pt x="113" y="74"/>
                    <a:pt x="113" y="74"/>
                  </a:cubicBezTo>
                  <a:cubicBezTo>
                    <a:pt x="113" y="72"/>
                    <a:pt x="111" y="69"/>
                    <a:pt x="108" y="69"/>
                  </a:cubicBezTo>
                  <a:cubicBezTo>
                    <a:pt x="105" y="69"/>
                    <a:pt x="102" y="72"/>
                    <a:pt x="102" y="74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68" y="108"/>
                    <a:pt x="37" y="90"/>
                    <a:pt x="18" y="61"/>
                  </a:cubicBezTo>
                  <a:cubicBezTo>
                    <a:pt x="26" y="49"/>
                    <a:pt x="36" y="38"/>
                    <a:pt x="48" y="30"/>
                  </a:cubicBezTo>
                  <a:cubicBezTo>
                    <a:pt x="55" y="44"/>
                    <a:pt x="66" y="59"/>
                    <a:pt x="81" y="71"/>
                  </a:cubicBezTo>
                  <a:cubicBezTo>
                    <a:pt x="83" y="73"/>
                    <a:pt x="85" y="73"/>
                    <a:pt x="87" y="71"/>
                  </a:cubicBezTo>
                  <a:cubicBezTo>
                    <a:pt x="90" y="69"/>
                    <a:pt x="93" y="67"/>
                    <a:pt x="95" y="64"/>
                  </a:cubicBezTo>
                  <a:cubicBezTo>
                    <a:pt x="99" y="61"/>
                    <a:pt x="104" y="57"/>
                    <a:pt x="108" y="54"/>
                  </a:cubicBezTo>
                  <a:cubicBezTo>
                    <a:pt x="112" y="57"/>
                    <a:pt x="116" y="61"/>
                    <a:pt x="120" y="64"/>
                  </a:cubicBezTo>
                  <a:cubicBezTo>
                    <a:pt x="123" y="67"/>
                    <a:pt x="125" y="69"/>
                    <a:pt x="128" y="71"/>
                  </a:cubicBezTo>
                  <a:cubicBezTo>
                    <a:pt x="129" y="72"/>
                    <a:pt x="130" y="72"/>
                    <a:pt x="131" y="72"/>
                  </a:cubicBezTo>
                  <a:cubicBezTo>
                    <a:pt x="133" y="72"/>
                    <a:pt x="134" y="72"/>
                    <a:pt x="135" y="71"/>
                  </a:cubicBezTo>
                  <a:cubicBezTo>
                    <a:pt x="149" y="59"/>
                    <a:pt x="160" y="44"/>
                    <a:pt x="168" y="30"/>
                  </a:cubicBezTo>
                  <a:cubicBezTo>
                    <a:pt x="180" y="38"/>
                    <a:pt x="190" y="49"/>
                    <a:pt x="197" y="61"/>
                  </a:cubicBezTo>
                  <a:cubicBezTo>
                    <a:pt x="179" y="90"/>
                    <a:pt x="147" y="108"/>
                    <a:pt x="113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6" name="矩形 75"/>
          <p:cNvSpPr/>
          <p:nvPr/>
        </p:nvSpPr>
        <p:spPr>
          <a:xfrm>
            <a:off x="4274305" y="1778124"/>
            <a:ext cx="1972879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—2019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77" name="矩形 76"/>
          <p:cNvSpPr/>
          <p:nvPr/>
        </p:nvSpPr>
        <p:spPr>
          <a:xfrm>
            <a:off x="4274305" y="1568403"/>
            <a:ext cx="249471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就读于上海财经大学</a:t>
            </a:r>
          </a:p>
        </p:txBody>
      </p:sp>
      <p:sp>
        <p:nvSpPr>
          <p:cNvPr id="78" name="矩形 77"/>
          <p:cNvSpPr/>
          <p:nvPr/>
        </p:nvSpPr>
        <p:spPr>
          <a:xfrm>
            <a:off x="4799060" y="2722383"/>
            <a:ext cx="2023042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—2015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79" name="矩形 78"/>
          <p:cNvSpPr/>
          <p:nvPr/>
        </p:nvSpPr>
        <p:spPr>
          <a:xfrm>
            <a:off x="4799059" y="2512662"/>
            <a:ext cx="1960583" cy="3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就读于深圳市宝安高中</a:t>
            </a:r>
          </a:p>
        </p:txBody>
      </p:sp>
      <p:sp>
        <p:nvSpPr>
          <p:cNvPr id="80" name="矩形 79"/>
          <p:cNvSpPr/>
          <p:nvPr/>
        </p:nvSpPr>
        <p:spPr>
          <a:xfrm>
            <a:off x="4245137" y="3649537"/>
            <a:ext cx="2023042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—2012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05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81" name="矩形 80"/>
          <p:cNvSpPr/>
          <p:nvPr/>
        </p:nvSpPr>
        <p:spPr>
          <a:xfrm>
            <a:off x="4245136" y="3439816"/>
            <a:ext cx="257696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就读于深圳市第一初级中学</a:t>
            </a:r>
          </a:p>
        </p:txBody>
      </p:sp>
      <p:grpSp>
        <p:nvGrpSpPr>
          <p:cNvPr id="87" name="组合 86"/>
          <p:cNvGrpSpPr/>
          <p:nvPr/>
        </p:nvGrpSpPr>
        <p:grpSpPr>
          <a:xfrm>
            <a:off x="-635" y="635"/>
            <a:ext cx="9145270" cy="175895"/>
            <a:chOff x="0" y="-1"/>
            <a:chExt cx="9985800" cy="287760"/>
          </a:xfrm>
        </p:grpSpPr>
        <p:sp>
          <p:nvSpPr>
            <p:cNvPr id="8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8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-635" y="4964430"/>
            <a:ext cx="9145270" cy="175895"/>
            <a:chOff x="0" y="-1"/>
            <a:chExt cx="9985800" cy="287760"/>
          </a:xfrm>
        </p:grpSpPr>
        <p:sp>
          <p:nvSpPr>
            <p:cNvPr id="9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328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329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330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799" y="999713"/>
            <a:ext cx="4127350" cy="3468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725470" y="36857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94A3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实习经历</a:t>
            </a:r>
            <a:endParaRPr lang="en-US" altLang="zh-CN" sz="2800" dirty="0">
              <a:solidFill>
                <a:srgbClr val="0094A3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384505" y="889609"/>
            <a:ext cx="43845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356032" y="2735066"/>
            <a:ext cx="19977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3" descr="C:\Users\Administrator\Desktop\58pic_529623bd16668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900548" y="967864"/>
            <a:ext cx="2468713" cy="457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直接连接符 72"/>
          <p:cNvCxnSpPr/>
          <p:nvPr/>
        </p:nvCxnSpPr>
        <p:spPr>
          <a:xfrm>
            <a:off x="3978088" y="1486290"/>
            <a:ext cx="19977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3276193" y="1060426"/>
            <a:ext cx="851730" cy="851730"/>
            <a:chOff x="1677608" y="2996952"/>
            <a:chExt cx="1395643" cy="1395643"/>
          </a:xfrm>
        </p:grpSpPr>
        <p:sp>
          <p:nvSpPr>
            <p:cNvPr id="75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</a:endParaRPr>
            </a:p>
          </p:txBody>
        </p:sp>
        <p:sp>
          <p:nvSpPr>
            <p:cNvPr id="76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solidFill>
              <a:srgbClr val="EA5E66"/>
            </a:soli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143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DIN-BoldItalic" pitchFamily="50" charset="0"/>
                </a:rPr>
                <a:t>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543418" y="1342939"/>
            <a:ext cx="317280" cy="292542"/>
            <a:chOff x="7339246" y="1487600"/>
            <a:chExt cx="423150" cy="390158"/>
          </a:xfrm>
        </p:grpSpPr>
        <p:sp>
          <p:nvSpPr>
            <p:cNvPr id="78" name="Freeform 364"/>
            <p:cNvSpPr/>
            <p:nvPr/>
          </p:nvSpPr>
          <p:spPr bwMode="auto">
            <a:xfrm>
              <a:off x="7339246" y="1689008"/>
              <a:ext cx="423150" cy="188750"/>
            </a:xfrm>
            <a:custGeom>
              <a:avLst/>
              <a:gdLst>
                <a:gd name="T0" fmla="*/ 222 w 262"/>
                <a:gd name="T1" fmla="*/ 18 h 94"/>
                <a:gd name="T2" fmla="*/ 205 w 262"/>
                <a:gd name="T3" fmla="*/ 18 h 94"/>
                <a:gd name="T4" fmla="*/ 205 w 262"/>
                <a:gd name="T5" fmla="*/ 0 h 94"/>
                <a:gd name="T6" fmla="*/ 57 w 262"/>
                <a:gd name="T7" fmla="*/ 0 h 94"/>
                <a:gd name="T8" fmla="*/ 57 w 262"/>
                <a:gd name="T9" fmla="*/ 18 h 94"/>
                <a:gd name="T10" fmla="*/ 40 w 262"/>
                <a:gd name="T11" fmla="*/ 18 h 94"/>
                <a:gd name="T12" fmla="*/ 40 w 262"/>
                <a:gd name="T13" fmla="*/ 0 h 94"/>
                <a:gd name="T14" fmla="*/ 0 w 262"/>
                <a:gd name="T15" fmla="*/ 0 h 94"/>
                <a:gd name="T16" fmla="*/ 0 w 262"/>
                <a:gd name="T17" fmla="*/ 83 h 94"/>
                <a:gd name="T18" fmla="*/ 11 w 262"/>
                <a:gd name="T19" fmla="*/ 94 h 94"/>
                <a:gd name="T20" fmla="*/ 251 w 262"/>
                <a:gd name="T21" fmla="*/ 94 h 94"/>
                <a:gd name="T22" fmla="*/ 262 w 262"/>
                <a:gd name="T23" fmla="*/ 83 h 94"/>
                <a:gd name="T24" fmla="*/ 262 w 262"/>
                <a:gd name="T25" fmla="*/ 0 h 94"/>
                <a:gd name="T26" fmla="*/ 222 w 262"/>
                <a:gd name="T27" fmla="*/ 0 h 94"/>
                <a:gd name="T28" fmla="*/ 222 w 262"/>
                <a:gd name="T29" fmla="*/ 1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2" h="94">
                  <a:moveTo>
                    <a:pt x="222" y="18"/>
                  </a:moveTo>
                  <a:cubicBezTo>
                    <a:pt x="205" y="18"/>
                    <a:pt x="205" y="18"/>
                    <a:pt x="205" y="18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9"/>
                    <a:pt x="5" y="94"/>
                    <a:pt x="11" y="94"/>
                  </a:cubicBezTo>
                  <a:cubicBezTo>
                    <a:pt x="251" y="94"/>
                    <a:pt x="251" y="94"/>
                    <a:pt x="251" y="94"/>
                  </a:cubicBezTo>
                  <a:cubicBezTo>
                    <a:pt x="258" y="94"/>
                    <a:pt x="262" y="89"/>
                    <a:pt x="262" y="83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22" y="0"/>
                    <a:pt x="222" y="0"/>
                    <a:pt x="222" y="0"/>
                  </a:cubicBezTo>
                  <a:lnTo>
                    <a:pt x="222" y="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79" name="Freeform 365"/>
            <p:cNvSpPr/>
            <p:nvPr/>
          </p:nvSpPr>
          <p:spPr bwMode="auto">
            <a:xfrm>
              <a:off x="7339246" y="1552399"/>
              <a:ext cx="423150" cy="128060"/>
            </a:xfrm>
            <a:custGeom>
              <a:avLst/>
              <a:gdLst>
                <a:gd name="T0" fmla="*/ 251 w 262"/>
                <a:gd name="T1" fmla="*/ 0 h 45"/>
                <a:gd name="T2" fmla="*/ 11 w 262"/>
                <a:gd name="T3" fmla="*/ 0 h 45"/>
                <a:gd name="T4" fmla="*/ 0 w 262"/>
                <a:gd name="T5" fmla="*/ 11 h 45"/>
                <a:gd name="T6" fmla="*/ 0 w 262"/>
                <a:gd name="T7" fmla="*/ 45 h 45"/>
                <a:gd name="T8" fmla="*/ 40 w 262"/>
                <a:gd name="T9" fmla="*/ 45 h 45"/>
                <a:gd name="T10" fmla="*/ 40 w 262"/>
                <a:gd name="T11" fmla="*/ 34 h 45"/>
                <a:gd name="T12" fmla="*/ 57 w 262"/>
                <a:gd name="T13" fmla="*/ 34 h 45"/>
                <a:gd name="T14" fmla="*/ 57 w 262"/>
                <a:gd name="T15" fmla="*/ 45 h 45"/>
                <a:gd name="T16" fmla="*/ 205 w 262"/>
                <a:gd name="T17" fmla="*/ 45 h 45"/>
                <a:gd name="T18" fmla="*/ 205 w 262"/>
                <a:gd name="T19" fmla="*/ 34 h 45"/>
                <a:gd name="T20" fmla="*/ 222 w 262"/>
                <a:gd name="T21" fmla="*/ 34 h 45"/>
                <a:gd name="T22" fmla="*/ 222 w 262"/>
                <a:gd name="T23" fmla="*/ 45 h 45"/>
                <a:gd name="T24" fmla="*/ 262 w 262"/>
                <a:gd name="T25" fmla="*/ 45 h 45"/>
                <a:gd name="T26" fmla="*/ 262 w 262"/>
                <a:gd name="T27" fmla="*/ 11 h 45"/>
                <a:gd name="T28" fmla="*/ 251 w 262"/>
                <a:gd name="T2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2" h="45">
                  <a:moveTo>
                    <a:pt x="25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205" y="45"/>
                    <a:pt x="205" y="45"/>
                    <a:pt x="205" y="45"/>
                  </a:cubicBezTo>
                  <a:cubicBezTo>
                    <a:pt x="205" y="34"/>
                    <a:pt x="205" y="34"/>
                    <a:pt x="205" y="34"/>
                  </a:cubicBezTo>
                  <a:cubicBezTo>
                    <a:pt x="222" y="34"/>
                    <a:pt x="222" y="34"/>
                    <a:pt x="222" y="34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62" y="45"/>
                    <a:pt x="262" y="45"/>
                    <a:pt x="262" y="45"/>
                  </a:cubicBezTo>
                  <a:cubicBezTo>
                    <a:pt x="262" y="11"/>
                    <a:pt x="262" y="11"/>
                    <a:pt x="262" y="11"/>
                  </a:cubicBezTo>
                  <a:cubicBezTo>
                    <a:pt x="262" y="5"/>
                    <a:pt x="258" y="0"/>
                    <a:pt x="2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0" name="Freeform 366"/>
            <p:cNvSpPr/>
            <p:nvPr/>
          </p:nvSpPr>
          <p:spPr bwMode="auto">
            <a:xfrm>
              <a:off x="7443155" y="1487600"/>
              <a:ext cx="215332" cy="79403"/>
            </a:xfrm>
            <a:custGeom>
              <a:avLst/>
              <a:gdLst>
                <a:gd name="T0" fmla="*/ 132 w 132"/>
                <a:gd name="T1" fmla="*/ 63 h 63"/>
                <a:gd name="T2" fmla="*/ 115 w 132"/>
                <a:gd name="T3" fmla="*/ 63 h 63"/>
                <a:gd name="T4" fmla="*/ 115 w 132"/>
                <a:gd name="T5" fmla="*/ 20 h 63"/>
                <a:gd name="T6" fmla="*/ 112 w 132"/>
                <a:gd name="T7" fmla="*/ 17 h 63"/>
                <a:gd name="T8" fmla="*/ 20 w 132"/>
                <a:gd name="T9" fmla="*/ 17 h 63"/>
                <a:gd name="T10" fmla="*/ 18 w 132"/>
                <a:gd name="T11" fmla="*/ 20 h 63"/>
                <a:gd name="T12" fmla="*/ 18 w 132"/>
                <a:gd name="T13" fmla="*/ 63 h 63"/>
                <a:gd name="T14" fmla="*/ 0 w 132"/>
                <a:gd name="T15" fmla="*/ 63 h 63"/>
                <a:gd name="T16" fmla="*/ 0 w 132"/>
                <a:gd name="T17" fmla="*/ 20 h 63"/>
                <a:gd name="T18" fmla="*/ 20 w 132"/>
                <a:gd name="T19" fmla="*/ 0 h 63"/>
                <a:gd name="T20" fmla="*/ 112 w 132"/>
                <a:gd name="T21" fmla="*/ 0 h 63"/>
                <a:gd name="T22" fmla="*/ 132 w 132"/>
                <a:gd name="T23" fmla="*/ 20 h 63"/>
                <a:gd name="T24" fmla="*/ 132 w 132"/>
                <a:gd name="T2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2" h="63">
                  <a:moveTo>
                    <a:pt x="132" y="63"/>
                  </a:moveTo>
                  <a:cubicBezTo>
                    <a:pt x="115" y="63"/>
                    <a:pt x="115" y="63"/>
                    <a:pt x="115" y="63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18"/>
                    <a:pt x="114" y="17"/>
                    <a:pt x="112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8" y="18"/>
                    <a:pt x="18" y="20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23" y="0"/>
                    <a:pt x="132" y="9"/>
                    <a:pt x="132" y="20"/>
                  </a:cubicBezTo>
                  <a:lnTo>
                    <a:pt x="132" y="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81" name="矩形 80"/>
          <p:cNvSpPr/>
          <p:nvPr/>
        </p:nvSpPr>
        <p:spPr>
          <a:xfrm>
            <a:off x="4194056" y="1203300"/>
            <a:ext cx="1565765" cy="28765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月至今</a:t>
            </a:r>
          </a:p>
        </p:txBody>
      </p:sp>
      <p:sp>
        <p:nvSpPr>
          <p:cNvPr id="82" name="矩形 47"/>
          <p:cNvSpPr>
            <a:spLocks noChangeArrowheads="1"/>
          </p:cNvSpPr>
          <p:nvPr/>
        </p:nvSpPr>
        <p:spPr bwMode="auto">
          <a:xfrm>
            <a:off x="4194056" y="1509225"/>
            <a:ext cx="3833428" cy="45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熊猫办公有限公司    市场营销实习生</a:t>
            </a:r>
            <a:endParaRPr lang="en-US" altLang="zh-CN" sz="1050" b="1" dirty="0" smtClean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主要负责公司线上端资源的销售工作（以开拓客户为主）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3666277" y="2302241"/>
            <a:ext cx="851730" cy="851730"/>
            <a:chOff x="1677608" y="2996952"/>
            <a:chExt cx="1395643" cy="1395643"/>
          </a:xfrm>
        </p:grpSpPr>
        <p:sp>
          <p:nvSpPr>
            <p:cNvPr id="84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</a:endParaRPr>
            </a:p>
          </p:txBody>
        </p:sp>
        <p:sp>
          <p:nvSpPr>
            <p:cNvPr id="85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solidFill>
              <a:srgbClr val="EA6103"/>
            </a:soli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143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DIN-BoldItalic" pitchFamily="50" charset="0"/>
                </a:rPr>
                <a:t>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926200" y="2568723"/>
            <a:ext cx="336553" cy="342670"/>
            <a:chOff x="2000378" y="1974523"/>
            <a:chExt cx="576064" cy="586534"/>
          </a:xfrm>
        </p:grpSpPr>
        <p:sp>
          <p:nvSpPr>
            <p:cNvPr id="87" name="Freeform 562"/>
            <p:cNvSpPr>
              <a:spLocks noEditPoints="1"/>
            </p:cNvSpPr>
            <p:nvPr/>
          </p:nvSpPr>
          <p:spPr bwMode="auto">
            <a:xfrm>
              <a:off x="2000378" y="1974523"/>
              <a:ext cx="576064" cy="504844"/>
            </a:xfrm>
            <a:custGeom>
              <a:avLst/>
              <a:gdLst>
                <a:gd name="T0" fmla="*/ 182 w 233"/>
                <a:gd name="T1" fmla="*/ 7 h 204"/>
                <a:gd name="T2" fmla="*/ 183 w 233"/>
                <a:gd name="T3" fmla="*/ 0 h 204"/>
                <a:gd name="T4" fmla="*/ 116 w 233"/>
                <a:gd name="T5" fmla="*/ 0 h 204"/>
                <a:gd name="T6" fmla="*/ 50 w 233"/>
                <a:gd name="T7" fmla="*/ 0 h 204"/>
                <a:gd name="T8" fmla="*/ 50 w 233"/>
                <a:gd name="T9" fmla="*/ 7 h 204"/>
                <a:gd name="T10" fmla="*/ 0 w 233"/>
                <a:gd name="T11" fmla="*/ 7 h 204"/>
                <a:gd name="T12" fmla="*/ 0 w 233"/>
                <a:gd name="T13" fmla="*/ 14 h 204"/>
                <a:gd name="T14" fmla="*/ 31 w 233"/>
                <a:gd name="T15" fmla="*/ 95 h 204"/>
                <a:gd name="T16" fmla="*/ 86 w 233"/>
                <a:gd name="T17" fmla="*/ 131 h 204"/>
                <a:gd name="T18" fmla="*/ 100 w 233"/>
                <a:gd name="T19" fmla="*/ 143 h 204"/>
                <a:gd name="T20" fmla="*/ 100 w 233"/>
                <a:gd name="T21" fmla="*/ 186 h 204"/>
                <a:gd name="T22" fmla="*/ 83 w 233"/>
                <a:gd name="T23" fmla="*/ 204 h 204"/>
                <a:gd name="T24" fmla="*/ 116 w 233"/>
                <a:gd name="T25" fmla="*/ 204 h 204"/>
                <a:gd name="T26" fmla="*/ 150 w 233"/>
                <a:gd name="T27" fmla="*/ 204 h 204"/>
                <a:gd name="T28" fmla="*/ 133 w 233"/>
                <a:gd name="T29" fmla="*/ 186 h 204"/>
                <a:gd name="T30" fmla="*/ 133 w 233"/>
                <a:gd name="T31" fmla="*/ 143 h 204"/>
                <a:gd name="T32" fmla="*/ 147 w 233"/>
                <a:gd name="T33" fmla="*/ 131 h 204"/>
                <a:gd name="T34" fmla="*/ 202 w 233"/>
                <a:gd name="T35" fmla="*/ 95 h 204"/>
                <a:gd name="T36" fmla="*/ 233 w 233"/>
                <a:gd name="T37" fmla="*/ 14 h 204"/>
                <a:gd name="T38" fmla="*/ 233 w 233"/>
                <a:gd name="T39" fmla="*/ 7 h 204"/>
                <a:gd name="T40" fmla="*/ 182 w 233"/>
                <a:gd name="T41" fmla="*/ 7 h 204"/>
                <a:gd name="T42" fmla="*/ 42 w 233"/>
                <a:gd name="T43" fmla="*/ 86 h 204"/>
                <a:gd name="T44" fmla="*/ 15 w 233"/>
                <a:gd name="T45" fmla="*/ 21 h 204"/>
                <a:gd name="T46" fmla="*/ 51 w 233"/>
                <a:gd name="T47" fmla="*/ 21 h 204"/>
                <a:gd name="T48" fmla="*/ 53 w 233"/>
                <a:gd name="T49" fmla="*/ 49 h 204"/>
                <a:gd name="T50" fmla="*/ 69 w 233"/>
                <a:gd name="T51" fmla="*/ 107 h 204"/>
                <a:gd name="T52" fmla="*/ 42 w 233"/>
                <a:gd name="T53" fmla="*/ 86 h 204"/>
                <a:gd name="T54" fmla="*/ 190 w 233"/>
                <a:gd name="T55" fmla="*/ 86 h 204"/>
                <a:gd name="T56" fmla="*/ 163 w 233"/>
                <a:gd name="T57" fmla="*/ 107 h 204"/>
                <a:gd name="T58" fmla="*/ 180 w 233"/>
                <a:gd name="T59" fmla="*/ 49 h 204"/>
                <a:gd name="T60" fmla="*/ 181 w 233"/>
                <a:gd name="T61" fmla="*/ 21 h 204"/>
                <a:gd name="T62" fmla="*/ 218 w 233"/>
                <a:gd name="T63" fmla="*/ 21 h 204"/>
                <a:gd name="T64" fmla="*/ 190 w 233"/>
                <a:gd name="T65" fmla="*/ 8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3" h="204">
                  <a:moveTo>
                    <a:pt x="182" y="7"/>
                  </a:moveTo>
                  <a:cubicBezTo>
                    <a:pt x="183" y="0"/>
                    <a:pt x="183" y="0"/>
                    <a:pt x="183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0" y="58"/>
                    <a:pt x="31" y="95"/>
                  </a:cubicBezTo>
                  <a:cubicBezTo>
                    <a:pt x="32" y="96"/>
                    <a:pt x="52" y="119"/>
                    <a:pt x="86" y="131"/>
                  </a:cubicBezTo>
                  <a:cubicBezTo>
                    <a:pt x="93" y="139"/>
                    <a:pt x="100" y="143"/>
                    <a:pt x="100" y="143"/>
                  </a:cubicBezTo>
                  <a:cubicBezTo>
                    <a:pt x="100" y="186"/>
                    <a:pt x="100" y="186"/>
                    <a:pt x="100" y="186"/>
                  </a:cubicBezTo>
                  <a:cubicBezTo>
                    <a:pt x="83" y="204"/>
                    <a:pt x="83" y="204"/>
                    <a:pt x="83" y="204"/>
                  </a:cubicBezTo>
                  <a:cubicBezTo>
                    <a:pt x="116" y="204"/>
                    <a:pt x="116" y="204"/>
                    <a:pt x="116" y="204"/>
                  </a:cubicBezTo>
                  <a:cubicBezTo>
                    <a:pt x="150" y="204"/>
                    <a:pt x="150" y="204"/>
                    <a:pt x="150" y="204"/>
                  </a:cubicBezTo>
                  <a:cubicBezTo>
                    <a:pt x="133" y="186"/>
                    <a:pt x="133" y="186"/>
                    <a:pt x="133" y="186"/>
                  </a:cubicBezTo>
                  <a:cubicBezTo>
                    <a:pt x="133" y="143"/>
                    <a:pt x="133" y="143"/>
                    <a:pt x="133" y="143"/>
                  </a:cubicBezTo>
                  <a:cubicBezTo>
                    <a:pt x="133" y="143"/>
                    <a:pt x="139" y="139"/>
                    <a:pt x="147" y="131"/>
                  </a:cubicBezTo>
                  <a:cubicBezTo>
                    <a:pt x="181" y="119"/>
                    <a:pt x="201" y="96"/>
                    <a:pt x="202" y="95"/>
                  </a:cubicBezTo>
                  <a:cubicBezTo>
                    <a:pt x="233" y="58"/>
                    <a:pt x="233" y="16"/>
                    <a:pt x="233" y="14"/>
                  </a:cubicBezTo>
                  <a:cubicBezTo>
                    <a:pt x="233" y="7"/>
                    <a:pt x="233" y="7"/>
                    <a:pt x="233" y="7"/>
                  </a:cubicBezTo>
                  <a:lnTo>
                    <a:pt x="182" y="7"/>
                  </a:lnTo>
                  <a:close/>
                  <a:moveTo>
                    <a:pt x="42" y="86"/>
                  </a:moveTo>
                  <a:cubicBezTo>
                    <a:pt x="22" y="61"/>
                    <a:pt x="16" y="34"/>
                    <a:pt x="15" y="21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5" y="74"/>
                    <a:pt x="62" y="93"/>
                    <a:pt x="69" y="107"/>
                  </a:cubicBezTo>
                  <a:cubicBezTo>
                    <a:pt x="52" y="97"/>
                    <a:pt x="43" y="86"/>
                    <a:pt x="42" y="86"/>
                  </a:cubicBezTo>
                  <a:close/>
                  <a:moveTo>
                    <a:pt x="190" y="86"/>
                  </a:moveTo>
                  <a:cubicBezTo>
                    <a:pt x="190" y="86"/>
                    <a:pt x="180" y="97"/>
                    <a:pt x="163" y="107"/>
                  </a:cubicBezTo>
                  <a:cubicBezTo>
                    <a:pt x="171" y="93"/>
                    <a:pt x="178" y="74"/>
                    <a:pt x="180" y="49"/>
                  </a:cubicBezTo>
                  <a:cubicBezTo>
                    <a:pt x="181" y="21"/>
                    <a:pt x="181" y="21"/>
                    <a:pt x="181" y="21"/>
                  </a:cubicBezTo>
                  <a:cubicBezTo>
                    <a:pt x="218" y="21"/>
                    <a:pt x="218" y="21"/>
                    <a:pt x="218" y="21"/>
                  </a:cubicBezTo>
                  <a:cubicBezTo>
                    <a:pt x="216" y="34"/>
                    <a:pt x="211" y="61"/>
                    <a:pt x="190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88" name="Freeform 563"/>
            <p:cNvSpPr/>
            <p:nvPr/>
          </p:nvSpPr>
          <p:spPr bwMode="auto">
            <a:xfrm>
              <a:off x="2129730" y="2488785"/>
              <a:ext cx="317360" cy="72272"/>
            </a:xfrm>
            <a:custGeom>
              <a:avLst/>
              <a:gdLst>
                <a:gd name="T0" fmla="*/ 0 w 303"/>
                <a:gd name="T1" fmla="*/ 0 h 69"/>
                <a:gd name="T2" fmla="*/ 0 w 303"/>
                <a:gd name="T3" fmla="*/ 69 h 69"/>
                <a:gd name="T4" fmla="*/ 152 w 303"/>
                <a:gd name="T5" fmla="*/ 69 h 69"/>
                <a:gd name="T6" fmla="*/ 303 w 303"/>
                <a:gd name="T7" fmla="*/ 69 h 69"/>
                <a:gd name="T8" fmla="*/ 303 w 303"/>
                <a:gd name="T9" fmla="*/ 0 h 69"/>
                <a:gd name="T10" fmla="*/ 152 w 303"/>
                <a:gd name="T11" fmla="*/ 0 h 69"/>
                <a:gd name="T12" fmla="*/ 0 w 303"/>
                <a:gd name="T1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3" h="69">
                  <a:moveTo>
                    <a:pt x="0" y="0"/>
                  </a:moveTo>
                  <a:lnTo>
                    <a:pt x="0" y="69"/>
                  </a:lnTo>
                  <a:lnTo>
                    <a:pt x="152" y="69"/>
                  </a:lnTo>
                  <a:lnTo>
                    <a:pt x="303" y="69"/>
                  </a:lnTo>
                  <a:lnTo>
                    <a:pt x="303" y="0"/>
                  </a:lnTo>
                  <a:lnTo>
                    <a:pt x="1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9" name="矩形 88"/>
          <p:cNvSpPr/>
          <p:nvPr/>
        </p:nvSpPr>
        <p:spPr>
          <a:xfrm>
            <a:off x="4572000" y="2452075"/>
            <a:ext cx="2838450" cy="27697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——2019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0" name="矩形 47"/>
          <p:cNvSpPr>
            <a:spLocks noChangeArrowheads="1"/>
          </p:cNvSpPr>
          <p:nvPr/>
        </p:nvSpPr>
        <p:spPr bwMode="auto">
          <a:xfrm>
            <a:off x="4572000" y="2758000"/>
            <a:ext cx="3833428" cy="650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熊猫办公有限公司    软件工程师</a:t>
            </a:r>
            <a:endParaRPr lang="en-US" altLang="zh-CN" sz="1050" b="1" dirty="0" smtClean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负责公司业务系统的设计及改进，参与公司网上商城系统产品功能设计与实施工作。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3978088" y="4008481"/>
            <a:ext cx="19977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3288334" y="3544055"/>
            <a:ext cx="851730" cy="851730"/>
            <a:chOff x="1677608" y="2996952"/>
            <a:chExt cx="1395643" cy="1395643"/>
          </a:xfrm>
        </p:grpSpPr>
        <p:sp>
          <p:nvSpPr>
            <p:cNvPr id="93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</a:endParaRPr>
            </a:p>
          </p:txBody>
        </p:sp>
        <p:sp>
          <p:nvSpPr>
            <p:cNvPr id="94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solidFill>
              <a:srgbClr val="0099A9"/>
            </a:soli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143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DIN-BoldItalic" pitchFamily="50" charset="0"/>
                </a:rPr>
                <a:t></a:t>
              </a:r>
            </a:p>
          </p:txBody>
        </p:sp>
      </p:grpSp>
      <p:sp>
        <p:nvSpPr>
          <p:cNvPr id="95" name="Freeform 133"/>
          <p:cNvSpPr/>
          <p:nvPr/>
        </p:nvSpPr>
        <p:spPr bwMode="auto">
          <a:xfrm>
            <a:off x="3511594" y="3785279"/>
            <a:ext cx="409879" cy="369281"/>
          </a:xfrm>
          <a:custGeom>
            <a:avLst/>
            <a:gdLst>
              <a:gd name="T0" fmla="*/ 442 w 525"/>
              <a:gd name="T1" fmla="*/ 185 h 473"/>
              <a:gd name="T2" fmla="*/ 442 w 525"/>
              <a:gd name="T3" fmla="*/ 40 h 473"/>
              <a:gd name="T4" fmla="*/ 343 w 525"/>
              <a:gd name="T5" fmla="*/ 40 h 473"/>
              <a:gd name="T6" fmla="*/ 343 w 525"/>
              <a:gd name="T7" fmla="*/ 83 h 473"/>
              <a:gd name="T8" fmla="*/ 262 w 525"/>
              <a:gd name="T9" fmla="*/ 0 h 473"/>
              <a:gd name="T10" fmla="*/ 0 w 525"/>
              <a:gd name="T11" fmla="*/ 267 h 473"/>
              <a:gd name="T12" fmla="*/ 59 w 525"/>
              <a:gd name="T13" fmla="*/ 267 h 473"/>
              <a:gd name="T14" fmla="*/ 59 w 525"/>
              <a:gd name="T15" fmla="*/ 473 h 473"/>
              <a:gd name="T16" fmla="*/ 165 w 525"/>
              <a:gd name="T17" fmla="*/ 473 h 473"/>
              <a:gd name="T18" fmla="*/ 165 w 525"/>
              <a:gd name="T19" fmla="*/ 326 h 473"/>
              <a:gd name="T20" fmla="*/ 359 w 525"/>
              <a:gd name="T21" fmla="*/ 326 h 473"/>
              <a:gd name="T22" fmla="*/ 359 w 525"/>
              <a:gd name="T23" fmla="*/ 473 h 473"/>
              <a:gd name="T24" fmla="*/ 466 w 525"/>
              <a:gd name="T25" fmla="*/ 473 h 473"/>
              <a:gd name="T26" fmla="*/ 466 w 525"/>
              <a:gd name="T27" fmla="*/ 267 h 473"/>
              <a:gd name="T28" fmla="*/ 525 w 525"/>
              <a:gd name="T29" fmla="*/ 267 h 473"/>
              <a:gd name="T30" fmla="*/ 442 w 525"/>
              <a:gd name="T31" fmla="*/ 185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25" h="473">
                <a:moveTo>
                  <a:pt x="442" y="185"/>
                </a:moveTo>
                <a:lnTo>
                  <a:pt x="442" y="40"/>
                </a:lnTo>
                <a:lnTo>
                  <a:pt x="343" y="40"/>
                </a:lnTo>
                <a:lnTo>
                  <a:pt x="343" y="83"/>
                </a:lnTo>
                <a:lnTo>
                  <a:pt x="262" y="0"/>
                </a:lnTo>
                <a:lnTo>
                  <a:pt x="0" y="267"/>
                </a:lnTo>
                <a:lnTo>
                  <a:pt x="59" y="267"/>
                </a:lnTo>
                <a:lnTo>
                  <a:pt x="59" y="473"/>
                </a:lnTo>
                <a:lnTo>
                  <a:pt x="165" y="473"/>
                </a:lnTo>
                <a:lnTo>
                  <a:pt x="165" y="326"/>
                </a:lnTo>
                <a:lnTo>
                  <a:pt x="359" y="326"/>
                </a:lnTo>
                <a:lnTo>
                  <a:pt x="359" y="473"/>
                </a:lnTo>
                <a:lnTo>
                  <a:pt x="466" y="473"/>
                </a:lnTo>
                <a:lnTo>
                  <a:pt x="466" y="267"/>
                </a:lnTo>
                <a:lnTo>
                  <a:pt x="525" y="267"/>
                </a:lnTo>
                <a:lnTo>
                  <a:pt x="442" y="1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96" name="矩形 95"/>
          <p:cNvSpPr/>
          <p:nvPr/>
        </p:nvSpPr>
        <p:spPr>
          <a:xfrm>
            <a:off x="4194057" y="3725491"/>
            <a:ext cx="2816343" cy="276975"/>
          </a:xfrm>
          <a:prstGeom prst="rect">
            <a:avLst/>
          </a:prstGeom>
        </p:spPr>
        <p:txBody>
          <a:bodyPr wrap="square" lIns="68555" tIns="34278" rIns="68555" bIns="34278">
            <a:spAutoFit/>
          </a:bodyPr>
          <a:lstStyle/>
          <a:p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-2019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7" name="矩形 96"/>
          <p:cNvSpPr>
            <a:spLocks noChangeArrowheads="1"/>
          </p:cNvSpPr>
          <p:nvPr/>
        </p:nvSpPr>
        <p:spPr bwMode="auto">
          <a:xfrm>
            <a:off x="4194056" y="4031415"/>
            <a:ext cx="3833428" cy="84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熊猫办公有限公司  校园大使主席</a:t>
            </a:r>
            <a:endParaRPr lang="en-US" altLang="zh-CN" sz="1050" b="1" dirty="0" smtClean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辅助完成各大高校的“孵化计划”，整体运营前期开展线上线下的宣传活动，维护整个计划的正常运行，确保整个计划顺利完成。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635" y="635"/>
            <a:ext cx="9145270" cy="175895"/>
            <a:chOff x="0" y="-1"/>
            <a:chExt cx="9985800" cy="287760"/>
          </a:xfrm>
        </p:grpSpPr>
        <p:sp>
          <p:nvSpPr>
            <p:cNvPr id="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635" y="4964430"/>
            <a:ext cx="9145270" cy="175895"/>
            <a:chOff x="0" y="-1"/>
            <a:chExt cx="9985800" cy="287760"/>
          </a:xfrm>
        </p:grpSpPr>
        <p:sp>
          <p:nvSpPr>
            <p:cNvPr id="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654246" y="1455997"/>
            <a:ext cx="4376519" cy="92333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5400" dirty="0" smtClean="0">
                <a:solidFill>
                  <a:srgbClr val="FFAB3F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岗位认识 </a:t>
            </a:r>
            <a:r>
              <a:rPr lang="zh-CN" altLang="en-US" dirty="0" smtClean="0">
                <a:solidFill>
                  <a:srgbClr val="FFAB3F"/>
                </a:solidFill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ABOUT ME</a:t>
            </a:r>
          </a:p>
        </p:txBody>
      </p:sp>
      <p:sp>
        <p:nvSpPr>
          <p:cNvPr id="3" name="矩形 2"/>
          <p:cNvSpPr/>
          <p:nvPr/>
        </p:nvSpPr>
        <p:spPr>
          <a:xfrm>
            <a:off x="3782786" y="2388495"/>
            <a:ext cx="2800767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E99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销售技能   </a:t>
            </a:r>
            <a:endParaRPr lang="en-US" altLang="zh-CN" sz="2800" dirty="0">
              <a:solidFill>
                <a:srgbClr val="E99C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E99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沟通能力</a:t>
            </a:r>
            <a:endParaRPr lang="en-US" altLang="zh-CN" sz="2800" dirty="0">
              <a:solidFill>
                <a:srgbClr val="E99C3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E99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协调能力</a:t>
            </a:r>
            <a:r>
              <a:rPr lang="en-US" altLang="zh-CN" sz="2800" dirty="0">
                <a:solidFill>
                  <a:srgbClr val="E99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 </a:t>
            </a:r>
            <a:r>
              <a:rPr lang="en-US" altLang="zh-CN" sz="2800" dirty="0" smtClean="0">
                <a:solidFill>
                  <a:srgbClr val="E99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 </a:t>
            </a: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E99C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团结合作能力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54610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64945" y="1107941"/>
            <a:ext cx="1598944" cy="1598944"/>
            <a:chOff x="1990026" y="2085034"/>
            <a:chExt cx="1821716" cy="1821716"/>
          </a:xfrm>
        </p:grpSpPr>
        <p:grpSp>
          <p:nvGrpSpPr>
            <p:cNvPr id="29" name="组合 28"/>
            <p:cNvGrpSpPr/>
            <p:nvPr/>
          </p:nvGrpSpPr>
          <p:grpSpPr>
            <a:xfrm>
              <a:off x="1990026" y="2085034"/>
              <a:ext cx="1821716" cy="1821716"/>
              <a:chOff x="475814" y="349984"/>
              <a:chExt cx="1821716" cy="1821716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475814" y="349984"/>
                <a:ext cx="1821716" cy="18217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 w="22225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292100" dist="1397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584986" y="459157"/>
                <a:ext cx="1603371" cy="1603370"/>
                <a:chOff x="2706461" y="2004333"/>
                <a:chExt cx="2228850" cy="2228850"/>
              </a:xfrm>
              <a:effectLst/>
            </p:grpSpPr>
            <p:sp>
              <p:nvSpPr>
                <p:cNvPr id="34" name="椭圆 33"/>
                <p:cNvSpPr/>
                <p:nvPr/>
              </p:nvSpPr>
              <p:spPr>
                <a:xfrm>
                  <a:off x="2706461" y="2004333"/>
                  <a:ext cx="2228850" cy="2228850"/>
                </a:xfrm>
                <a:prstGeom prst="ellipse">
                  <a:avLst/>
                </a:prstGeom>
                <a:solidFill>
                  <a:srgbClr val="E99C3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2819402" y="2117274"/>
                  <a:ext cx="2002968" cy="20029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5D5D5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2977244" y="2275116"/>
                  <a:ext cx="1687284" cy="1687284"/>
                </a:xfrm>
                <a:prstGeom prst="ellipse">
                  <a:avLst/>
                </a:prstGeom>
                <a:solidFill>
                  <a:srgbClr val="E99C3A"/>
                </a:solidFill>
                <a:ln w="3810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177800" dist="762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30" name="KSO_Shape"/>
            <p:cNvSpPr/>
            <p:nvPr/>
          </p:nvSpPr>
          <p:spPr bwMode="auto">
            <a:xfrm>
              <a:off x="2747908" y="2689943"/>
              <a:ext cx="319141" cy="638281"/>
            </a:xfrm>
            <a:custGeom>
              <a:avLst/>
              <a:gdLst/>
              <a:ahLst/>
              <a:cxnLst/>
              <a:rect l="0" t="0" r="r" b="b"/>
              <a:pathLst>
                <a:path w="725488" h="1450976">
                  <a:moveTo>
                    <a:pt x="180975" y="543686"/>
                  </a:moveTo>
                  <a:lnTo>
                    <a:pt x="544513" y="543686"/>
                  </a:lnTo>
                  <a:lnTo>
                    <a:pt x="544513" y="785648"/>
                  </a:lnTo>
                  <a:lnTo>
                    <a:pt x="544248" y="794903"/>
                  </a:lnTo>
                  <a:lnTo>
                    <a:pt x="543187" y="804158"/>
                  </a:lnTo>
                  <a:lnTo>
                    <a:pt x="542392" y="813149"/>
                  </a:lnTo>
                  <a:lnTo>
                    <a:pt x="540536" y="822140"/>
                  </a:lnTo>
                  <a:lnTo>
                    <a:pt x="538679" y="830867"/>
                  </a:lnTo>
                  <a:lnTo>
                    <a:pt x="536293" y="839329"/>
                  </a:lnTo>
                  <a:lnTo>
                    <a:pt x="533111" y="847791"/>
                  </a:lnTo>
                  <a:lnTo>
                    <a:pt x="530194" y="856253"/>
                  </a:lnTo>
                  <a:lnTo>
                    <a:pt x="526482" y="864186"/>
                  </a:lnTo>
                  <a:lnTo>
                    <a:pt x="522504" y="871855"/>
                  </a:lnTo>
                  <a:lnTo>
                    <a:pt x="517997" y="879523"/>
                  </a:lnTo>
                  <a:lnTo>
                    <a:pt x="513224" y="886928"/>
                  </a:lnTo>
                  <a:lnTo>
                    <a:pt x="508186" y="893803"/>
                  </a:lnTo>
                  <a:lnTo>
                    <a:pt x="502882" y="900943"/>
                  </a:lnTo>
                  <a:lnTo>
                    <a:pt x="497049" y="907290"/>
                  </a:lnTo>
                  <a:lnTo>
                    <a:pt x="490950" y="913636"/>
                  </a:lnTo>
                  <a:lnTo>
                    <a:pt x="484851" y="919718"/>
                  </a:lnTo>
                  <a:lnTo>
                    <a:pt x="478222" y="925271"/>
                  </a:lnTo>
                  <a:lnTo>
                    <a:pt x="471328" y="930825"/>
                  </a:lnTo>
                  <a:lnTo>
                    <a:pt x="464169" y="935849"/>
                  </a:lnTo>
                  <a:lnTo>
                    <a:pt x="456744" y="940609"/>
                  </a:lnTo>
                  <a:lnTo>
                    <a:pt x="449054" y="944840"/>
                  </a:lnTo>
                  <a:lnTo>
                    <a:pt x="441630" y="949071"/>
                  </a:lnTo>
                  <a:lnTo>
                    <a:pt x="433145" y="952773"/>
                  </a:lnTo>
                  <a:lnTo>
                    <a:pt x="424925" y="955682"/>
                  </a:lnTo>
                  <a:lnTo>
                    <a:pt x="416705" y="958855"/>
                  </a:lnTo>
                  <a:lnTo>
                    <a:pt x="407954" y="961235"/>
                  </a:lnTo>
                  <a:lnTo>
                    <a:pt x="399204" y="963086"/>
                  </a:lnTo>
                  <a:lnTo>
                    <a:pt x="390188" y="964673"/>
                  </a:lnTo>
                  <a:lnTo>
                    <a:pt x="380908" y="965730"/>
                  </a:lnTo>
                  <a:lnTo>
                    <a:pt x="371892" y="966788"/>
                  </a:lnTo>
                  <a:lnTo>
                    <a:pt x="362612" y="966788"/>
                  </a:lnTo>
                  <a:lnTo>
                    <a:pt x="353331" y="966788"/>
                  </a:lnTo>
                  <a:lnTo>
                    <a:pt x="344050" y="965730"/>
                  </a:lnTo>
                  <a:lnTo>
                    <a:pt x="334770" y="964673"/>
                  </a:lnTo>
                  <a:lnTo>
                    <a:pt x="326019" y="963086"/>
                  </a:lnTo>
                  <a:lnTo>
                    <a:pt x="317269" y="961235"/>
                  </a:lnTo>
                  <a:lnTo>
                    <a:pt x="308518" y="958855"/>
                  </a:lnTo>
                  <a:lnTo>
                    <a:pt x="300033" y="955682"/>
                  </a:lnTo>
                  <a:lnTo>
                    <a:pt x="291813" y="952773"/>
                  </a:lnTo>
                  <a:lnTo>
                    <a:pt x="283858" y="949071"/>
                  </a:lnTo>
                  <a:lnTo>
                    <a:pt x="275903" y="944840"/>
                  </a:lnTo>
                  <a:lnTo>
                    <a:pt x="268214" y="940609"/>
                  </a:lnTo>
                  <a:lnTo>
                    <a:pt x="261054" y="935849"/>
                  </a:lnTo>
                  <a:lnTo>
                    <a:pt x="253895" y="930825"/>
                  </a:lnTo>
                  <a:lnTo>
                    <a:pt x="247001" y="925271"/>
                  </a:lnTo>
                  <a:lnTo>
                    <a:pt x="240372" y="919718"/>
                  </a:lnTo>
                  <a:lnTo>
                    <a:pt x="234008" y="913636"/>
                  </a:lnTo>
                  <a:lnTo>
                    <a:pt x="228174" y="907290"/>
                  </a:lnTo>
                  <a:lnTo>
                    <a:pt x="222341" y="900943"/>
                  </a:lnTo>
                  <a:lnTo>
                    <a:pt x="217037" y="893803"/>
                  </a:lnTo>
                  <a:lnTo>
                    <a:pt x="211999" y="886928"/>
                  </a:lnTo>
                  <a:lnTo>
                    <a:pt x="207226" y="879523"/>
                  </a:lnTo>
                  <a:lnTo>
                    <a:pt x="202984" y="871855"/>
                  </a:lnTo>
                  <a:lnTo>
                    <a:pt x="199006" y="864186"/>
                  </a:lnTo>
                  <a:lnTo>
                    <a:pt x="195294" y="856253"/>
                  </a:lnTo>
                  <a:lnTo>
                    <a:pt x="191847" y="847791"/>
                  </a:lnTo>
                  <a:lnTo>
                    <a:pt x="189195" y="839329"/>
                  </a:lnTo>
                  <a:lnTo>
                    <a:pt x="186809" y="830867"/>
                  </a:lnTo>
                  <a:lnTo>
                    <a:pt x="184422" y="822140"/>
                  </a:lnTo>
                  <a:lnTo>
                    <a:pt x="183097" y="813149"/>
                  </a:lnTo>
                  <a:lnTo>
                    <a:pt x="181771" y="804158"/>
                  </a:lnTo>
                  <a:lnTo>
                    <a:pt x="181240" y="794903"/>
                  </a:lnTo>
                  <a:lnTo>
                    <a:pt x="180975" y="785648"/>
                  </a:lnTo>
                  <a:lnTo>
                    <a:pt x="180975" y="543686"/>
                  </a:lnTo>
                  <a:close/>
                  <a:moveTo>
                    <a:pt x="60589" y="484188"/>
                  </a:moveTo>
                  <a:lnTo>
                    <a:pt x="66675" y="484453"/>
                  </a:lnTo>
                  <a:lnTo>
                    <a:pt x="72760" y="485510"/>
                  </a:lnTo>
                  <a:lnTo>
                    <a:pt x="78581" y="487096"/>
                  </a:lnTo>
                  <a:lnTo>
                    <a:pt x="84137" y="488947"/>
                  </a:lnTo>
                  <a:lnTo>
                    <a:pt x="89429" y="491591"/>
                  </a:lnTo>
                  <a:lnTo>
                    <a:pt x="94191" y="494499"/>
                  </a:lnTo>
                  <a:lnTo>
                    <a:pt x="99219" y="497935"/>
                  </a:lnTo>
                  <a:lnTo>
                    <a:pt x="103452" y="501901"/>
                  </a:lnTo>
                  <a:lnTo>
                    <a:pt x="107421" y="506131"/>
                  </a:lnTo>
                  <a:lnTo>
                    <a:pt x="110596" y="510889"/>
                  </a:lnTo>
                  <a:lnTo>
                    <a:pt x="113771" y="515912"/>
                  </a:lnTo>
                  <a:lnTo>
                    <a:pt x="116152" y="521200"/>
                  </a:lnTo>
                  <a:lnTo>
                    <a:pt x="118269" y="526487"/>
                  </a:lnTo>
                  <a:lnTo>
                    <a:pt x="119856" y="532303"/>
                  </a:lnTo>
                  <a:lnTo>
                    <a:pt x="120650" y="538383"/>
                  </a:lnTo>
                  <a:lnTo>
                    <a:pt x="121179" y="544464"/>
                  </a:lnTo>
                  <a:lnTo>
                    <a:pt x="121179" y="786095"/>
                  </a:lnTo>
                  <a:lnTo>
                    <a:pt x="121179" y="793233"/>
                  </a:lnTo>
                  <a:lnTo>
                    <a:pt x="121973" y="803807"/>
                  </a:lnTo>
                  <a:lnTo>
                    <a:pt x="123560" y="817554"/>
                  </a:lnTo>
                  <a:lnTo>
                    <a:pt x="124619" y="825750"/>
                  </a:lnTo>
                  <a:lnTo>
                    <a:pt x="126206" y="834209"/>
                  </a:lnTo>
                  <a:lnTo>
                    <a:pt x="128058" y="843462"/>
                  </a:lnTo>
                  <a:lnTo>
                    <a:pt x="130175" y="853244"/>
                  </a:lnTo>
                  <a:lnTo>
                    <a:pt x="132821" y="863290"/>
                  </a:lnTo>
                  <a:lnTo>
                    <a:pt x="136260" y="873600"/>
                  </a:lnTo>
                  <a:lnTo>
                    <a:pt x="139964" y="883910"/>
                  </a:lnTo>
                  <a:lnTo>
                    <a:pt x="144198" y="894485"/>
                  </a:lnTo>
                  <a:lnTo>
                    <a:pt x="149225" y="905588"/>
                  </a:lnTo>
                  <a:lnTo>
                    <a:pt x="154517" y="916163"/>
                  </a:lnTo>
                  <a:lnTo>
                    <a:pt x="160867" y="927002"/>
                  </a:lnTo>
                  <a:lnTo>
                    <a:pt x="164306" y="932289"/>
                  </a:lnTo>
                  <a:lnTo>
                    <a:pt x="167746" y="937577"/>
                  </a:lnTo>
                  <a:lnTo>
                    <a:pt x="171714" y="942864"/>
                  </a:lnTo>
                  <a:lnTo>
                    <a:pt x="175683" y="947887"/>
                  </a:lnTo>
                  <a:lnTo>
                    <a:pt x="179652" y="953174"/>
                  </a:lnTo>
                  <a:lnTo>
                    <a:pt x="184150" y="957933"/>
                  </a:lnTo>
                  <a:lnTo>
                    <a:pt x="188384" y="962956"/>
                  </a:lnTo>
                  <a:lnTo>
                    <a:pt x="193411" y="967714"/>
                  </a:lnTo>
                  <a:lnTo>
                    <a:pt x="198438" y="972209"/>
                  </a:lnTo>
                  <a:lnTo>
                    <a:pt x="203730" y="976967"/>
                  </a:lnTo>
                  <a:lnTo>
                    <a:pt x="209286" y="981197"/>
                  </a:lnTo>
                  <a:lnTo>
                    <a:pt x="214577" y="985427"/>
                  </a:lnTo>
                  <a:lnTo>
                    <a:pt x="220663" y="989657"/>
                  </a:lnTo>
                  <a:lnTo>
                    <a:pt x="226748" y="993622"/>
                  </a:lnTo>
                  <a:lnTo>
                    <a:pt x="233363" y="997323"/>
                  </a:lnTo>
                  <a:lnTo>
                    <a:pt x="239977" y="1001025"/>
                  </a:lnTo>
                  <a:lnTo>
                    <a:pt x="246857" y="1004461"/>
                  </a:lnTo>
                  <a:lnTo>
                    <a:pt x="254000" y="1007634"/>
                  </a:lnTo>
                  <a:lnTo>
                    <a:pt x="261673" y="1010542"/>
                  </a:lnTo>
                  <a:lnTo>
                    <a:pt x="269346" y="1013714"/>
                  </a:lnTo>
                  <a:lnTo>
                    <a:pt x="277019" y="1016093"/>
                  </a:lnTo>
                  <a:lnTo>
                    <a:pt x="285750" y="1018473"/>
                  </a:lnTo>
                  <a:lnTo>
                    <a:pt x="294217" y="1020852"/>
                  </a:lnTo>
                  <a:lnTo>
                    <a:pt x="302948" y="1022438"/>
                  </a:lnTo>
                  <a:lnTo>
                    <a:pt x="312209" y="1024024"/>
                  </a:lnTo>
                  <a:lnTo>
                    <a:pt x="321734" y="1025611"/>
                  </a:lnTo>
                  <a:lnTo>
                    <a:pt x="331523" y="1026404"/>
                  </a:lnTo>
                  <a:lnTo>
                    <a:pt x="341842" y="1027461"/>
                  </a:lnTo>
                  <a:lnTo>
                    <a:pt x="352161" y="1027726"/>
                  </a:lnTo>
                  <a:lnTo>
                    <a:pt x="362744" y="1027990"/>
                  </a:lnTo>
                  <a:lnTo>
                    <a:pt x="373857" y="1027726"/>
                  </a:lnTo>
                  <a:lnTo>
                    <a:pt x="384440" y="1027197"/>
                  </a:lnTo>
                  <a:lnTo>
                    <a:pt x="394759" y="1026404"/>
                  </a:lnTo>
                  <a:lnTo>
                    <a:pt x="404813" y="1025346"/>
                  </a:lnTo>
                  <a:lnTo>
                    <a:pt x="414602" y="1023760"/>
                  </a:lnTo>
                  <a:lnTo>
                    <a:pt x="424127" y="1022174"/>
                  </a:lnTo>
                  <a:lnTo>
                    <a:pt x="432859" y="1020059"/>
                  </a:lnTo>
                  <a:lnTo>
                    <a:pt x="441854" y="1017944"/>
                  </a:lnTo>
                  <a:lnTo>
                    <a:pt x="450321" y="1015565"/>
                  </a:lnTo>
                  <a:lnTo>
                    <a:pt x="458523" y="1012921"/>
                  </a:lnTo>
                  <a:lnTo>
                    <a:pt x="466196" y="1009749"/>
                  </a:lnTo>
                  <a:lnTo>
                    <a:pt x="473869" y="1006312"/>
                  </a:lnTo>
                  <a:lnTo>
                    <a:pt x="481013" y="1003140"/>
                  </a:lnTo>
                  <a:lnTo>
                    <a:pt x="488157" y="999438"/>
                  </a:lnTo>
                  <a:lnTo>
                    <a:pt x="494771" y="995473"/>
                  </a:lnTo>
                  <a:lnTo>
                    <a:pt x="501386" y="991507"/>
                  </a:lnTo>
                  <a:lnTo>
                    <a:pt x="507736" y="987278"/>
                  </a:lnTo>
                  <a:lnTo>
                    <a:pt x="513821" y="983048"/>
                  </a:lnTo>
                  <a:lnTo>
                    <a:pt x="519113" y="978289"/>
                  </a:lnTo>
                  <a:lnTo>
                    <a:pt x="524669" y="973795"/>
                  </a:lnTo>
                  <a:lnTo>
                    <a:pt x="530225" y="969036"/>
                  </a:lnTo>
                  <a:lnTo>
                    <a:pt x="534988" y="964013"/>
                  </a:lnTo>
                  <a:lnTo>
                    <a:pt x="540015" y="959255"/>
                  </a:lnTo>
                  <a:lnTo>
                    <a:pt x="544248" y="953967"/>
                  </a:lnTo>
                  <a:lnTo>
                    <a:pt x="548746" y="948944"/>
                  </a:lnTo>
                  <a:lnTo>
                    <a:pt x="552715" y="943657"/>
                  </a:lnTo>
                  <a:lnTo>
                    <a:pt x="556684" y="938105"/>
                  </a:lnTo>
                  <a:lnTo>
                    <a:pt x="560388" y="932554"/>
                  </a:lnTo>
                  <a:lnTo>
                    <a:pt x="564092" y="927266"/>
                  </a:lnTo>
                  <a:lnTo>
                    <a:pt x="567267" y="921715"/>
                  </a:lnTo>
                  <a:lnTo>
                    <a:pt x="573352" y="910876"/>
                  </a:lnTo>
                  <a:lnTo>
                    <a:pt x="578644" y="899772"/>
                  </a:lnTo>
                  <a:lnTo>
                    <a:pt x="583407" y="888404"/>
                  </a:lnTo>
                  <a:lnTo>
                    <a:pt x="587375" y="877830"/>
                  </a:lnTo>
                  <a:lnTo>
                    <a:pt x="591080" y="867255"/>
                  </a:lnTo>
                  <a:lnTo>
                    <a:pt x="594255" y="856416"/>
                  </a:lnTo>
                  <a:lnTo>
                    <a:pt x="596636" y="846899"/>
                  </a:lnTo>
                  <a:lnTo>
                    <a:pt x="598752" y="837117"/>
                  </a:lnTo>
                  <a:lnTo>
                    <a:pt x="600605" y="828129"/>
                  </a:lnTo>
                  <a:lnTo>
                    <a:pt x="601928" y="819934"/>
                  </a:lnTo>
                  <a:lnTo>
                    <a:pt x="602721" y="812267"/>
                  </a:lnTo>
                  <a:lnTo>
                    <a:pt x="604044" y="799577"/>
                  </a:lnTo>
                  <a:lnTo>
                    <a:pt x="604573" y="790853"/>
                  </a:lnTo>
                  <a:lnTo>
                    <a:pt x="604573" y="786095"/>
                  </a:lnTo>
                  <a:lnTo>
                    <a:pt x="604573" y="544464"/>
                  </a:lnTo>
                  <a:lnTo>
                    <a:pt x="604838" y="538383"/>
                  </a:lnTo>
                  <a:lnTo>
                    <a:pt x="605896" y="532303"/>
                  </a:lnTo>
                  <a:lnTo>
                    <a:pt x="607219" y="526487"/>
                  </a:lnTo>
                  <a:lnTo>
                    <a:pt x="609336" y="521200"/>
                  </a:lnTo>
                  <a:lnTo>
                    <a:pt x="611982" y="515912"/>
                  </a:lnTo>
                  <a:lnTo>
                    <a:pt x="614892" y="510889"/>
                  </a:lnTo>
                  <a:lnTo>
                    <a:pt x="618332" y="506131"/>
                  </a:lnTo>
                  <a:lnTo>
                    <a:pt x="622300" y="501901"/>
                  </a:lnTo>
                  <a:lnTo>
                    <a:pt x="626534" y="497935"/>
                  </a:lnTo>
                  <a:lnTo>
                    <a:pt x="631296" y="494499"/>
                  </a:lnTo>
                  <a:lnTo>
                    <a:pt x="636323" y="491591"/>
                  </a:lnTo>
                  <a:lnTo>
                    <a:pt x="641350" y="488947"/>
                  </a:lnTo>
                  <a:lnTo>
                    <a:pt x="646907" y="487096"/>
                  </a:lnTo>
                  <a:lnTo>
                    <a:pt x="652992" y="485510"/>
                  </a:lnTo>
                  <a:lnTo>
                    <a:pt x="658813" y="484453"/>
                  </a:lnTo>
                  <a:lnTo>
                    <a:pt x="664898" y="484188"/>
                  </a:lnTo>
                  <a:lnTo>
                    <a:pt x="671248" y="484453"/>
                  </a:lnTo>
                  <a:lnTo>
                    <a:pt x="677069" y="485510"/>
                  </a:lnTo>
                  <a:lnTo>
                    <a:pt x="682890" y="487096"/>
                  </a:lnTo>
                  <a:lnTo>
                    <a:pt x="688711" y="488947"/>
                  </a:lnTo>
                  <a:lnTo>
                    <a:pt x="694003" y="491591"/>
                  </a:lnTo>
                  <a:lnTo>
                    <a:pt x="698765" y="494499"/>
                  </a:lnTo>
                  <a:lnTo>
                    <a:pt x="703528" y="497935"/>
                  </a:lnTo>
                  <a:lnTo>
                    <a:pt x="708026" y="501901"/>
                  </a:lnTo>
                  <a:lnTo>
                    <a:pt x="711994" y="506131"/>
                  </a:lnTo>
                  <a:lnTo>
                    <a:pt x="715169" y="510889"/>
                  </a:lnTo>
                  <a:lnTo>
                    <a:pt x="718344" y="515912"/>
                  </a:lnTo>
                  <a:lnTo>
                    <a:pt x="720726" y="521200"/>
                  </a:lnTo>
                  <a:lnTo>
                    <a:pt x="722842" y="526487"/>
                  </a:lnTo>
                  <a:lnTo>
                    <a:pt x="724430" y="532303"/>
                  </a:lnTo>
                  <a:lnTo>
                    <a:pt x="725223" y="538383"/>
                  </a:lnTo>
                  <a:lnTo>
                    <a:pt x="725488" y="544464"/>
                  </a:lnTo>
                  <a:lnTo>
                    <a:pt x="725488" y="786095"/>
                  </a:lnTo>
                  <a:lnTo>
                    <a:pt x="725223" y="797462"/>
                  </a:lnTo>
                  <a:lnTo>
                    <a:pt x="724694" y="809095"/>
                  </a:lnTo>
                  <a:lnTo>
                    <a:pt x="723636" y="821255"/>
                  </a:lnTo>
                  <a:lnTo>
                    <a:pt x="722313" y="833681"/>
                  </a:lnTo>
                  <a:lnTo>
                    <a:pt x="720461" y="846370"/>
                  </a:lnTo>
                  <a:lnTo>
                    <a:pt x="718080" y="859853"/>
                  </a:lnTo>
                  <a:lnTo>
                    <a:pt x="714905" y="873336"/>
                  </a:lnTo>
                  <a:lnTo>
                    <a:pt x="711465" y="886554"/>
                  </a:lnTo>
                  <a:lnTo>
                    <a:pt x="707496" y="900830"/>
                  </a:lnTo>
                  <a:lnTo>
                    <a:pt x="702998" y="914312"/>
                  </a:lnTo>
                  <a:lnTo>
                    <a:pt x="698236" y="928324"/>
                  </a:lnTo>
                  <a:lnTo>
                    <a:pt x="692415" y="942335"/>
                  </a:lnTo>
                  <a:lnTo>
                    <a:pt x="686065" y="956347"/>
                  </a:lnTo>
                  <a:lnTo>
                    <a:pt x="679186" y="970094"/>
                  </a:lnTo>
                  <a:lnTo>
                    <a:pt x="671513" y="983841"/>
                  </a:lnTo>
                  <a:lnTo>
                    <a:pt x="663311" y="997323"/>
                  </a:lnTo>
                  <a:lnTo>
                    <a:pt x="658813" y="1003933"/>
                  </a:lnTo>
                  <a:lnTo>
                    <a:pt x="654315" y="1010542"/>
                  </a:lnTo>
                  <a:lnTo>
                    <a:pt x="649552" y="1017151"/>
                  </a:lnTo>
                  <a:lnTo>
                    <a:pt x="644525" y="1023496"/>
                  </a:lnTo>
                  <a:lnTo>
                    <a:pt x="639498" y="1029841"/>
                  </a:lnTo>
                  <a:lnTo>
                    <a:pt x="634207" y="1035921"/>
                  </a:lnTo>
                  <a:lnTo>
                    <a:pt x="628650" y="1042001"/>
                  </a:lnTo>
                  <a:lnTo>
                    <a:pt x="623094" y="1048082"/>
                  </a:lnTo>
                  <a:lnTo>
                    <a:pt x="617009" y="1054162"/>
                  </a:lnTo>
                  <a:lnTo>
                    <a:pt x="610923" y="1059978"/>
                  </a:lnTo>
                  <a:lnTo>
                    <a:pt x="604838" y="1065530"/>
                  </a:lnTo>
                  <a:lnTo>
                    <a:pt x="598488" y="1071082"/>
                  </a:lnTo>
                  <a:lnTo>
                    <a:pt x="591873" y="1076369"/>
                  </a:lnTo>
                  <a:lnTo>
                    <a:pt x="584730" y="1081656"/>
                  </a:lnTo>
                  <a:lnTo>
                    <a:pt x="577850" y="1086944"/>
                  </a:lnTo>
                  <a:lnTo>
                    <a:pt x="570442" y="1091702"/>
                  </a:lnTo>
                  <a:lnTo>
                    <a:pt x="563034" y="1096461"/>
                  </a:lnTo>
                  <a:lnTo>
                    <a:pt x="555096" y="1101219"/>
                  </a:lnTo>
                  <a:lnTo>
                    <a:pt x="547159" y="1105714"/>
                  </a:lnTo>
                  <a:lnTo>
                    <a:pt x="538957" y="1109944"/>
                  </a:lnTo>
                  <a:lnTo>
                    <a:pt x="530755" y="1113909"/>
                  </a:lnTo>
                  <a:lnTo>
                    <a:pt x="522288" y="1117875"/>
                  </a:lnTo>
                  <a:lnTo>
                    <a:pt x="513292" y="1121576"/>
                  </a:lnTo>
                  <a:lnTo>
                    <a:pt x="504296" y="1125277"/>
                  </a:lnTo>
                  <a:lnTo>
                    <a:pt x="495036" y="1128185"/>
                  </a:lnTo>
                  <a:lnTo>
                    <a:pt x="485246" y="1131357"/>
                  </a:lnTo>
                  <a:lnTo>
                    <a:pt x="475721" y="1134001"/>
                  </a:lnTo>
                  <a:lnTo>
                    <a:pt x="465932" y="1136909"/>
                  </a:lnTo>
                  <a:lnTo>
                    <a:pt x="455613" y="1139288"/>
                  </a:lnTo>
                  <a:lnTo>
                    <a:pt x="445029" y="1141139"/>
                  </a:lnTo>
                  <a:lnTo>
                    <a:pt x="434182" y="1142989"/>
                  </a:lnTo>
                  <a:lnTo>
                    <a:pt x="423069" y="1144840"/>
                  </a:lnTo>
                  <a:lnTo>
                    <a:pt x="423069" y="1329896"/>
                  </a:lnTo>
                  <a:lnTo>
                    <a:pt x="664898" y="1329896"/>
                  </a:lnTo>
                  <a:lnTo>
                    <a:pt x="671248" y="1330161"/>
                  </a:lnTo>
                  <a:lnTo>
                    <a:pt x="677069" y="1331218"/>
                  </a:lnTo>
                  <a:lnTo>
                    <a:pt x="682890" y="1332540"/>
                  </a:lnTo>
                  <a:lnTo>
                    <a:pt x="688711" y="1334919"/>
                  </a:lnTo>
                  <a:lnTo>
                    <a:pt x="694003" y="1337299"/>
                  </a:lnTo>
                  <a:lnTo>
                    <a:pt x="698765" y="1340207"/>
                  </a:lnTo>
                  <a:lnTo>
                    <a:pt x="703528" y="1343643"/>
                  </a:lnTo>
                  <a:lnTo>
                    <a:pt x="708026" y="1347609"/>
                  </a:lnTo>
                  <a:lnTo>
                    <a:pt x="711994" y="1351839"/>
                  </a:lnTo>
                  <a:lnTo>
                    <a:pt x="715169" y="1356862"/>
                  </a:lnTo>
                  <a:lnTo>
                    <a:pt x="718344" y="1361620"/>
                  </a:lnTo>
                  <a:lnTo>
                    <a:pt x="720726" y="1366908"/>
                  </a:lnTo>
                  <a:lnTo>
                    <a:pt x="722842" y="1372195"/>
                  </a:lnTo>
                  <a:lnTo>
                    <a:pt x="724430" y="1378011"/>
                  </a:lnTo>
                  <a:lnTo>
                    <a:pt x="725223" y="1384092"/>
                  </a:lnTo>
                  <a:lnTo>
                    <a:pt x="725488" y="1390172"/>
                  </a:lnTo>
                  <a:lnTo>
                    <a:pt x="725223" y="1396517"/>
                  </a:lnTo>
                  <a:lnTo>
                    <a:pt x="724430" y="1402333"/>
                  </a:lnTo>
                  <a:lnTo>
                    <a:pt x="722842" y="1408149"/>
                  </a:lnTo>
                  <a:lnTo>
                    <a:pt x="720726" y="1413965"/>
                  </a:lnTo>
                  <a:lnTo>
                    <a:pt x="718344" y="1419252"/>
                  </a:lnTo>
                  <a:lnTo>
                    <a:pt x="715169" y="1424011"/>
                  </a:lnTo>
                  <a:lnTo>
                    <a:pt x="711994" y="1429034"/>
                  </a:lnTo>
                  <a:lnTo>
                    <a:pt x="708026" y="1433264"/>
                  </a:lnTo>
                  <a:lnTo>
                    <a:pt x="703528" y="1436965"/>
                  </a:lnTo>
                  <a:lnTo>
                    <a:pt x="698765" y="1440402"/>
                  </a:lnTo>
                  <a:lnTo>
                    <a:pt x="694003" y="1443574"/>
                  </a:lnTo>
                  <a:lnTo>
                    <a:pt x="688711" y="1445953"/>
                  </a:lnTo>
                  <a:lnTo>
                    <a:pt x="682890" y="1448068"/>
                  </a:lnTo>
                  <a:lnTo>
                    <a:pt x="677069" y="1449654"/>
                  </a:lnTo>
                  <a:lnTo>
                    <a:pt x="671248" y="1450447"/>
                  </a:lnTo>
                  <a:lnTo>
                    <a:pt x="664898" y="1450976"/>
                  </a:lnTo>
                  <a:lnTo>
                    <a:pt x="60589" y="1450976"/>
                  </a:lnTo>
                  <a:lnTo>
                    <a:pt x="54239" y="1450447"/>
                  </a:lnTo>
                  <a:lnTo>
                    <a:pt x="48419" y="1449654"/>
                  </a:lnTo>
                  <a:lnTo>
                    <a:pt x="42598" y="1448068"/>
                  </a:lnTo>
                  <a:lnTo>
                    <a:pt x="37041" y="1445953"/>
                  </a:lnTo>
                  <a:lnTo>
                    <a:pt x="31750" y="1443574"/>
                  </a:lnTo>
                  <a:lnTo>
                    <a:pt x="26723" y="1440402"/>
                  </a:lnTo>
                  <a:lnTo>
                    <a:pt x="21960" y="1436965"/>
                  </a:lnTo>
                  <a:lnTo>
                    <a:pt x="17727" y="1433264"/>
                  </a:lnTo>
                  <a:lnTo>
                    <a:pt x="13758" y="1429034"/>
                  </a:lnTo>
                  <a:lnTo>
                    <a:pt x="10319" y="1424011"/>
                  </a:lnTo>
                  <a:lnTo>
                    <a:pt x="7408" y="1419252"/>
                  </a:lnTo>
                  <a:lnTo>
                    <a:pt x="5027" y="1413965"/>
                  </a:lnTo>
                  <a:lnTo>
                    <a:pt x="2646" y="1408149"/>
                  </a:lnTo>
                  <a:lnTo>
                    <a:pt x="1323" y="1402333"/>
                  </a:lnTo>
                  <a:lnTo>
                    <a:pt x="264" y="1396517"/>
                  </a:lnTo>
                  <a:lnTo>
                    <a:pt x="0" y="1390172"/>
                  </a:lnTo>
                  <a:lnTo>
                    <a:pt x="264" y="1384092"/>
                  </a:lnTo>
                  <a:lnTo>
                    <a:pt x="1323" y="1378011"/>
                  </a:lnTo>
                  <a:lnTo>
                    <a:pt x="2646" y="1372195"/>
                  </a:lnTo>
                  <a:lnTo>
                    <a:pt x="5027" y="1366908"/>
                  </a:lnTo>
                  <a:lnTo>
                    <a:pt x="7408" y="1361620"/>
                  </a:lnTo>
                  <a:lnTo>
                    <a:pt x="10319" y="1356862"/>
                  </a:lnTo>
                  <a:lnTo>
                    <a:pt x="13758" y="1351839"/>
                  </a:lnTo>
                  <a:lnTo>
                    <a:pt x="17727" y="1347609"/>
                  </a:lnTo>
                  <a:lnTo>
                    <a:pt x="21960" y="1343643"/>
                  </a:lnTo>
                  <a:lnTo>
                    <a:pt x="26723" y="1340207"/>
                  </a:lnTo>
                  <a:lnTo>
                    <a:pt x="31750" y="1337299"/>
                  </a:lnTo>
                  <a:lnTo>
                    <a:pt x="37041" y="1334919"/>
                  </a:lnTo>
                  <a:lnTo>
                    <a:pt x="42598" y="1332540"/>
                  </a:lnTo>
                  <a:lnTo>
                    <a:pt x="48419" y="1331218"/>
                  </a:lnTo>
                  <a:lnTo>
                    <a:pt x="54239" y="1330161"/>
                  </a:lnTo>
                  <a:lnTo>
                    <a:pt x="60589" y="1329896"/>
                  </a:lnTo>
                  <a:lnTo>
                    <a:pt x="302419" y="1329896"/>
                  </a:lnTo>
                  <a:lnTo>
                    <a:pt x="302419" y="1144840"/>
                  </a:lnTo>
                  <a:lnTo>
                    <a:pt x="291571" y="1142989"/>
                  </a:lnTo>
                  <a:lnTo>
                    <a:pt x="280459" y="1141139"/>
                  </a:lnTo>
                  <a:lnTo>
                    <a:pt x="270140" y="1139288"/>
                  </a:lnTo>
                  <a:lnTo>
                    <a:pt x="259821" y="1136909"/>
                  </a:lnTo>
                  <a:lnTo>
                    <a:pt x="250032" y="1134001"/>
                  </a:lnTo>
                  <a:lnTo>
                    <a:pt x="240242" y="1131357"/>
                  </a:lnTo>
                  <a:lnTo>
                    <a:pt x="230452" y="1128185"/>
                  </a:lnTo>
                  <a:lnTo>
                    <a:pt x="221457" y="1125277"/>
                  </a:lnTo>
                  <a:lnTo>
                    <a:pt x="212196" y="1121576"/>
                  </a:lnTo>
                  <a:lnTo>
                    <a:pt x="203465" y="1117875"/>
                  </a:lnTo>
                  <a:lnTo>
                    <a:pt x="194734" y="1113909"/>
                  </a:lnTo>
                  <a:lnTo>
                    <a:pt x="186532" y="1109944"/>
                  </a:lnTo>
                  <a:lnTo>
                    <a:pt x="178329" y="1105714"/>
                  </a:lnTo>
                  <a:lnTo>
                    <a:pt x="170392" y="1101219"/>
                  </a:lnTo>
                  <a:lnTo>
                    <a:pt x="162454" y="1096461"/>
                  </a:lnTo>
                  <a:lnTo>
                    <a:pt x="155310" y="1091702"/>
                  </a:lnTo>
                  <a:lnTo>
                    <a:pt x="147902" y="1086944"/>
                  </a:lnTo>
                  <a:lnTo>
                    <a:pt x="140758" y="1081656"/>
                  </a:lnTo>
                  <a:lnTo>
                    <a:pt x="133879" y="1076369"/>
                  </a:lnTo>
                  <a:lnTo>
                    <a:pt x="127264" y="1071082"/>
                  </a:lnTo>
                  <a:lnTo>
                    <a:pt x="120650" y="1065530"/>
                  </a:lnTo>
                  <a:lnTo>
                    <a:pt x="114564" y="1059978"/>
                  </a:lnTo>
                  <a:lnTo>
                    <a:pt x="108479" y="1054162"/>
                  </a:lnTo>
                  <a:lnTo>
                    <a:pt x="102394" y="1048082"/>
                  </a:lnTo>
                  <a:lnTo>
                    <a:pt x="97102" y="1042001"/>
                  </a:lnTo>
                  <a:lnTo>
                    <a:pt x="91546" y="1035921"/>
                  </a:lnTo>
                  <a:lnTo>
                    <a:pt x="85989" y="1029841"/>
                  </a:lnTo>
                  <a:lnTo>
                    <a:pt x="81227" y="1023496"/>
                  </a:lnTo>
                  <a:lnTo>
                    <a:pt x="75935" y="1017151"/>
                  </a:lnTo>
                  <a:lnTo>
                    <a:pt x="71437" y="1010542"/>
                  </a:lnTo>
                  <a:lnTo>
                    <a:pt x="66675" y="1003933"/>
                  </a:lnTo>
                  <a:lnTo>
                    <a:pt x="62177" y="997323"/>
                  </a:lnTo>
                  <a:lnTo>
                    <a:pt x="53975" y="983841"/>
                  </a:lnTo>
                  <a:lnTo>
                    <a:pt x="46302" y="970094"/>
                  </a:lnTo>
                  <a:lnTo>
                    <a:pt x="39687" y="956347"/>
                  </a:lnTo>
                  <a:lnTo>
                    <a:pt x="33337" y="942335"/>
                  </a:lnTo>
                  <a:lnTo>
                    <a:pt x="27516" y="928324"/>
                  </a:lnTo>
                  <a:lnTo>
                    <a:pt x="22489" y="914312"/>
                  </a:lnTo>
                  <a:lnTo>
                    <a:pt x="17991" y="900830"/>
                  </a:lnTo>
                  <a:lnTo>
                    <a:pt x="14023" y="886554"/>
                  </a:lnTo>
                  <a:lnTo>
                    <a:pt x="10583" y="873336"/>
                  </a:lnTo>
                  <a:lnTo>
                    <a:pt x="7673" y="859853"/>
                  </a:lnTo>
                  <a:lnTo>
                    <a:pt x="5291" y="846370"/>
                  </a:lnTo>
                  <a:lnTo>
                    <a:pt x="3439" y="833681"/>
                  </a:lnTo>
                  <a:lnTo>
                    <a:pt x="1852" y="821255"/>
                  </a:lnTo>
                  <a:lnTo>
                    <a:pt x="1058" y="809095"/>
                  </a:lnTo>
                  <a:lnTo>
                    <a:pt x="264" y="797462"/>
                  </a:lnTo>
                  <a:lnTo>
                    <a:pt x="0" y="786095"/>
                  </a:lnTo>
                  <a:lnTo>
                    <a:pt x="0" y="544464"/>
                  </a:lnTo>
                  <a:lnTo>
                    <a:pt x="264" y="538383"/>
                  </a:lnTo>
                  <a:lnTo>
                    <a:pt x="1323" y="532303"/>
                  </a:lnTo>
                  <a:lnTo>
                    <a:pt x="2646" y="526487"/>
                  </a:lnTo>
                  <a:lnTo>
                    <a:pt x="5027" y="521200"/>
                  </a:lnTo>
                  <a:lnTo>
                    <a:pt x="7408" y="515912"/>
                  </a:lnTo>
                  <a:lnTo>
                    <a:pt x="10319" y="510889"/>
                  </a:lnTo>
                  <a:lnTo>
                    <a:pt x="13758" y="506131"/>
                  </a:lnTo>
                  <a:lnTo>
                    <a:pt x="17727" y="501901"/>
                  </a:lnTo>
                  <a:lnTo>
                    <a:pt x="21960" y="497935"/>
                  </a:lnTo>
                  <a:lnTo>
                    <a:pt x="26723" y="494499"/>
                  </a:lnTo>
                  <a:lnTo>
                    <a:pt x="31750" y="491591"/>
                  </a:lnTo>
                  <a:lnTo>
                    <a:pt x="37041" y="488947"/>
                  </a:lnTo>
                  <a:lnTo>
                    <a:pt x="42598" y="487096"/>
                  </a:lnTo>
                  <a:lnTo>
                    <a:pt x="48419" y="485510"/>
                  </a:lnTo>
                  <a:lnTo>
                    <a:pt x="54239" y="484453"/>
                  </a:lnTo>
                  <a:lnTo>
                    <a:pt x="60589" y="484188"/>
                  </a:lnTo>
                  <a:close/>
                  <a:moveTo>
                    <a:pt x="362612" y="0"/>
                  </a:moveTo>
                  <a:lnTo>
                    <a:pt x="372158" y="265"/>
                  </a:lnTo>
                  <a:lnTo>
                    <a:pt x="381438" y="1058"/>
                  </a:lnTo>
                  <a:lnTo>
                    <a:pt x="390454" y="2116"/>
                  </a:lnTo>
                  <a:lnTo>
                    <a:pt x="399204" y="3967"/>
                  </a:lnTo>
                  <a:lnTo>
                    <a:pt x="408219" y="5553"/>
                  </a:lnTo>
                  <a:lnTo>
                    <a:pt x="416705" y="8198"/>
                  </a:lnTo>
                  <a:lnTo>
                    <a:pt x="424925" y="11107"/>
                  </a:lnTo>
                  <a:lnTo>
                    <a:pt x="433145" y="14280"/>
                  </a:lnTo>
                  <a:lnTo>
                    <a:pt x="441630" y="17982"/>
                  </a:lnTo>
                  <a:lnTo>
                    <a:pt x="449054" y="21949"/>
                  </a:lnTo>
                  <a:lnTo>
                    <a:pt x="456744" y="26444"/>
                  </a:lnTo>
                  <a:lnTo>
                    <a:pt x="464169" y="30939"/>
                  </a:lnTo>
                  <a:lnTo>
                    <a:pt x="471328" y="36228"/>
                  </a:lnTo>
                  <a:lnTo>
                    <a:pt x="478222" y="41253"/>
                  </a:lnTo>
                  <a:lnTo>
                    <a:pt x="484851" y="47070"/>
                  </a:lnTo>
                  <a:lnTo>
                    <a:pt x="490950" y="53152"/>
                  </a:lnTo>
                  <a:lnTo>
                    <a:pt x="497049" y="59234"/>
                  </a:lnTo>
                  <a:lnTo>
                    <a:pt x="502882" y="66110"/>
                  </a:lnTo>
                  <a:lnTo>
                    <a:pt x="508186" y="72721"/>
                  </a:lnTo>
                  <a:lnTo>
                    <a:pt x="513224" y="80125"/>
                  </a:lnTo>
                  <a:lnTo>
                    <a:pt x="517997" y="87265"/>
                  </a:lnTo>
                  <a:lnTo>
                    <a:pt x="522504" y="94934"/>
                  </a:lnTo>
                  <a:lnTo>
                    <a:pt x="526482" y="102602"/>
                  </a:lnTo>
                  <a:lnTo>
                    <a:pt x="530194" y="110800"/>
                  </a:lnTo>
                  <a:lnTo>
                    <a:pt x="533111" y="118998"/>
                  </a:lnTo>
                  <a:lnTo>
                    <a:pt x="536293" y="127195"/>
                  </a:lnTo>
                  <a:lnTo>
                    <a:pt x="538679" y="136186"/>
                  </a:lnTo>
                  <a:lnTo>
                    <a:pt x="540536" y="144648"/>
                  </a:lnTo>
                  <a:lnTo>
                    <a:pt x="542392" y="153903"/>
                  </a:lnTo>
                  <a:lnTo>
                    <a:pt x="543187" y="162630"/>
                  </a:lnTo>
                  <a:lnTo>
                    <a:pt x="544248" y="172150"/>
                  </a:lnTo>
                  <a:lnTo>
                    <a:pt x="544513" y="181141"/>
                  </a:lnTo>
                  <a:lnTo>
                    <a:pt x="544513" y="483394"/>
                  </a:lnTo>
                  <a:lnTo>
                    <a:pt x="180975" y="483394"/>
                  </a:lnTo>
                  <a:lnTo>
                    <a:pt x="180975" y="181141"/>
                  </a:lnTo>
                  <a:lnTo>
                    <a:pt x="181240" y="172150"/>
                  </a:lnTo>
                  <a:lnTo>
                    <a:pt x="181771" y="162630"/>
                  </a:lnTo>
                  <a:lnTo>
                    <a:pt x="183097" y="153903"/>
                  </a:lnTo>
                  <a:lnTo>
                    <a:pt x="184422" y="144648"/>
                  </a:lnTo>
                  <a:lnTo>
                    <a:pt x="186809" y="136186"/>
                  </a:lnTo>
                  <a:lnTo>
                    <a:pt x="189195" y="127195"/>
                  </a:lnTo>
                  <a:lnTo>
                    <a:pt x="191847" y="118998"/>
                  </a:lnTo>
                  <a:lnTo>
                    <a:pt x="195294" y="110800"/>
                  </a:lnTo>
                  <a:lnTo>
                    <a:pt x="199006" y="102602"/>
                  </a:lnTo>
                  <a:lnTo>
                    <a:pt x="202984" y="94934"/>
                  </a:lnTo>
                  <a:lnTo>
                    <a:pt x="207226" y="87265"/>
                  </a:lnTo>
                  <a:lnTo>
                    <a:pt x="211999" y="80125"/>
                  </a:lnTo>
                  <a:lnTo>
                    <a:pt x="217037" y="72721"/>
                  </a:lnTo>
                  <a:lnTo>
                    <a:pt x="222341" y="66110"/>
                  </a:lnTo>
                  <a:lnTo>
                    <a:pt x="228174" y="59234"/>
                  </a:lnTo>
                  <a:lnTo>
                    <a:pt x="234008" y="53152"/>
                  </a:lnTo>
                  <a:lnTo>
                    <a:pt x="240372" y="47070"/>
                  </a:lnTo>
                  <a:lnTo>
                    <a:pt x="247266" y="41253"/>
                  </a:lnTo>
                  <a:lnTo>
                    <a:pt x="253895" y="36228"/>
                  </a:lnTo>
                  <a:lnTo>
                    <a:pt x="261054" y="30939"/>
                  </a:lnTo>
                  <a:lnTo>
                    <a:pt x="268479" y="26444"/>
                  </a:lnTo>
                  <a:lnTo>
                    <a:pt x="275903" y="21949"/>
                  </a:lnTo>
                  <a:lnTo>
                    <a:pt x="283858" y="17982"/>
                  </a:lnTo>
                  <a:lnTo>
                    <a:pt x="291813" y="14280"/>
                  </a:lnTo>
                  <a:lnTo>
                    <a:pt x="300033" y="11107"/>
                  </a:lnTo>
                  <a:lnTo>
                    <a:pt x="308518" y="8198"/>
                  </a:lnTo>
                  <a:lnTo>
                    <a:pt x="317269" y="5553"/>
                  </a:lnTo>
                  <a:lnTo>
                    <a:pt x="326019" y="3967"/>
                  </a:lnTo>
                  <a:lnTo>
                    <a:pt x="334770" y="2116"/>
                  </a:lnTo>
                  <a:lnTo>
                    <a:pt x="344050" y="1058"/>
                  </a:lnTo>
                  <a:lnTo>
                    <a:pt x="353331" y="265"/>
                  </a:lnTo>
                  <a:lnTo>
                    <a:pt x="3626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1188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96845" y="368576"/>
            <a:ext cx="375793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700" dirty="0">
                <a:solidFill>
                  <a:srgbClr val="FFAB3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岗位认识 </a:t>
            </a:r>
            <a:r>
              <a:rPr lang="zh-CN" altLang="en-US" sz="1600" dirty="0">
                <a:solidFill>
                  <a:srgbClr val="FFAB3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市场营销员具备的能力</a:t>
            </a:r>
            <a:endParaRPr lang="zh-CN" altLang="en-US" sz="1600" dirty="0" smtClean="0">
              <a:solidFill>
                <a:srgbClr val="FFAB3F"/>
              </a:solidFill>
              <a:latin typeface="方正兰亭准黑_GBK" panose="02000000000000000000" pitchFamily="2" charset="-122"/>
              <a:ea typeface="方正兰亭准黑_GBK" panose="02000000000000000000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384505" y="889609"/>
            <a:ext cx="43845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/>
        </p:nvSpPr>
        <p:spPr>
          <a:xfrm>
            <a:off x="2196872" y="3593221"/>
            <a:ext cx="1086274" cy="1086274"/>
          </a:xfrm>
          <a:prstGeom prst="roundRect">
            <a:avLst>
              <a:gd name="adj" fmla="val 12985"/>
            </a:avLst>
          </a:prstGeom>
          <a:solidFill>
            <a:srgbClr val="F7636B"/>
          </a:solidFill>
          <a:ln w="254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39700" dist="762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3784920" y="3280847"/>
            <a:ext cx="860202" cy="860202"/>
          </a:xfrm>
          <a:prstGeom prst="roundRect">
            <a:avLst>
              <a:gd name="adj" fmla="val 12985"/>
            </a:avLst>
          </a:prstGeom>
          <a:solidFill>
            <a:srgbClr val="00A2B3"/>
          </a:solidFill>
          <a:ln w="254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39700" dist="762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5679094" y="1342644"/>
            <a:ext cx="860202" cy="860202"/>
          </a:xfrm>
          <a:prstGeom prst="roundRect">
            <a:avLst>
              <a:gd name="adj" fmla="val 12985"/>
            </a:avLst>
          </a:prstGeom>
          <a:solidFill>
            <a:srgbClr val="FFAB3F"/>
          </a:solidFill>
          <a:ln w="254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39700" dist="762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4073418" y="1704307"/>
            <a:ext cx="1086274" cy="1086274"/>
          </a:xfrm>
          <a:prstGeom prst="roundRect">
            <a:avLst>
              <a:gd name="adj" fmla="val 12985"/>
            </a:avLst>
          </a:prstGeom>
          <a:solidFill>
            <a:srgbClr val="F7636B"/>
          </a:solidFill>
          <a:ln w="254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39700" dist="762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8" name="任意多边形 107"/>
          <p:cNvSpPr/>
          <p:nvPr/>
        </p:nvSpPr>
        <p:spPr>
          <a:xfrm rot="18900000">
            <a:off x="1752962" y="2223048"/>
            <a:ext cx="5266356" cy="1390436"/>
          </a:xfrm>
          <a:custGeom>
            <a:avLst/>
            <a:gdLst>
              <a:gd name="connsiteX0" fmla="*/ 6382501 w 7023637"/>
              <a:gd name="connsiteY0" fmla="*/ 230936 h 1854397"/>
              <a:gd name="connsiteX1" fmla="*/ 6984659 w 7023637"/>
              <a:gd name="connsiteY1" fmla="*/ 833094 h 1854397"/>
              <a:gd name="connsiteX2" fmla="*/ 6984659 w 7023637"/>
              <a:gd name="connsiteY2" fmla="*/ 1021294 h 1854397"/>
              <a:gd name="connsiteX3" fmla="*/ 6382502 w 7023637"/>
              <a:gd name="connsiteY3" fmla="*/ 1623452 h 1854397"/>
              <a:gd name="connsiteX4" fmla="*/ 6238324 w 7023637"/>
              <a:gd name="connsiteY4" fmla="*/ 1652686 h 1854397"/>
              <a:gd name="connsiteX5" fmla="*/ 6233468 w 7023637"/>
              <a:gd name="connsiteY5" fmla="*/ 1649461 h 1854397"/>
              <a:gd name="connsiteX6" fmla="*/ 5619292 w 7023637"/>
              <a:gd name="connsiteY6" fmla="*/ 1035284 h 1854397"/>
              <a:gd name="connsiteX7" fmla="*/ 5381956 w 7023637"/>
              <a:gd name="connsiteY7" fmla="*/ 1035284 h 1854397"/>
              <a:gd name="connsiteX8" fmla="*/ 4622585 w 7023637"/>
              <a:gd name="connsiteY8" fmla="*/ 1794655 h 1854397"/>
              <a:gd name="connsiteX9" fmla="*/ 4612056 w 7023637"/>
              <a:gd name="connsiteY9" fmla="*/ 1810510 h 1854397"/>
              <a:gd name="connsiteX10" fmla="*/ 4564487 w 7023637"/>
              <a:gd name="connsiteY10" fmla="*/ 1842098 h 1854397"/>
              <a:gd name="connsiteX11" fmla="*/ 4423292 w 7023637"/>
              <a:gd name="connsiteY11" fmla="*/ 1835186 h 1854397"/>
              <a:gd name="connsiteX12" fmla="*/ 4387173 w 7023637"/>
              <a:gd name="connsiteY12" fmla="*/ 1808553 h 1854397"/>
              <a:gd name="connsiteX13" fmla="*/ 4380859 w 7023637"/>
              <a:gd name="connsiteY13" fmla="*/ 1799045 h 1854397"/>
              <a:gd name="connsiteX14" fmla="*/ 3621487 w 7023637"/>
              <a:gd name="connsiteY14" fmla="*/ 1039674 h 1854397"/>
              <a:gd name="connsiteX15" fmla="*/ 3439668 w 7023637"/>
              <a:gd name="connsiteY15" fmla="*/ 1002808 h 1854397"/>
              <a:gd name="connsiteX16" fmla="*/ 3407952 w 7023637"/>
              <a:gd name="connsiteY16" fmla="*/ 1023869 h 1854397"/>
              <a:gd name="connsiteX17" fmla="*/ 2808370 w 7023637"/>
              <a:gd name="connsiteY17" fmla="*/ 1623451 h 1854397"/>
              <a:gd name="connsiteX18" fmla="*/ 2620170 w 7023637"/>
              <a:gd name="connsiteY18" fmla="*/ 1623451 h 1854397"/>
              <a:gd name="connsiteX19" fmla="*/ 2194586 w 7023637"/>
              <a:gd name="connsiteY19" fmla="*/ 1197867 h 1854397"/>
              <a:gd name="connsiteX20" fmla="*/ 2194565 w 7023637"/>
              <a:gd name="connsiteY20" fmla="*/ 1197867 h 1854397"/>
              <a:gd name="connsiteX21" fmla="*/ 2042569 w 7023637"/>
              <a:gd name="connsiteY21" fmla="*/ 1045871 h 1854397"/>
              <a:gd name="connsiteX22" fmla="*/ 1805233 w 7023637"/>
              <a:gd name="connsiteY22" fmla="*/ 1045871 h 1854397"/>
              <a:gd name="connsiteX23" fmla="*/ 1045861 w 7023637"/>
              <a:gd name="connsiteY23" fmla="*/ 1805242 h 1854397"/>
              <a:gd name="connsiteX24" fmla="*/ 1045860 w 7023637"/>
              <a:gd name="connsiteY24" fmla="*/ 1805244 h 1854397"/>
              <a:gd name="connsiteX25" fmla="*/ 990345 w 7023637"/>
              <a:gd name="connsiteY25" fmla="*/ 1842109 h 1854397"/>
              <a:gd name="connsiteX26" fmla="*/ 808525 w 7023637"/>
              <a:gd name="connsiteY26" fmla="*/ 1805243 h 1854397"/>
              <a:gd name="connsiteX27" fmla="*/ 49154 w 7023637"/>
              <a:gd name="connsiteY27" fmla="*/ 1045872 h 1854397"/>
              <a:gd name="connsiteX28" fmla="*/ 49154 w 7023637"/>
              <a:gd name="connsiteY28" fmla="*/ 808536 h 1854397"/>
              <a:gd name="connsiteX29" fmla="*/ 808525 w 7023637"/>
              <a:gd name="connsiteY29" fmla="*/ 49164 h 1854397"/>
              <a:gd name="connsiteX30" fmla="*/ 1045861 w 7023637"/>
              <a:gd name="connsiteY30" fmla="*/ 49164 h 1854397"/>
              <a:gd name="connsiteX31" fmla="*/ 1653226 w 7023637"/>
              <a:gd name="connsiteY31" fmla="*/ 656529 h 1854397"/>
              <a:gd name="connsiteX32" fmla="*/ 1653248 w 7023637"/>
              <a:gd name="connsiteY32" fmla="*/ 656529 h 1854397"/>
              <a:gd name="connsiteX33" fmla="*/ 1805243 w 7023637"/>
              <a:gd name="connsiteY33" fmla="*/ 808524 h 1854397"/>
              <a:gd name="connsiteX34" fmla="*/ 2042579 w 7023637"/>
              <a:gd name="connsiteY34" fmla="*/ 808524 h 1854397"/>
              <a:gd name="connsiteX35" fmla="*/ 2112731 w 7023637"/>
              <a:gd name="connsiteY35" fmla="*/ 738372 h 1854397"/>
              <a:gd name="connsiteX36" fmla="*/ 2620169 w 7023637"/>
              <a:gd name="connsiteY36" fmla="*/ 230935 h 1854397"/>
              <a:gd name="connsiteX37" fmla="*/ 2808370 w 7023637"/>
              <a:gd name="connsiteY37" fmla="*/ 230935 h 1854397"/>
              <a:gd name="connsiteX38" fmla="*/ 3236140 w 7023637"/>
              <a:gd name="connsiteY38" fmla="*/ 658705 h 1854397"/>
              <a:gd name="connsiteX39" fmla="*/ 3240530 w 7023637"/>
              <a:gd name="connsiteY39" fmla="*/ 658705 h 1854397"/>
              <a:gd name="connsiteX40" fmla="*/ 3388156 w 7023637"/>
              <a:gd name="connsiteY40" fmla="*/ 806331 h 1854397"/>
              <a:gd name="connsiteX41" fmla="*/ 3625492 w 7023637"/>
              <a:gd name="connsiteY41" fmla="*/ 806331 h 1854397"/>
              <a:gd name="connsiteX42" fmla="*/ 4382672 w 7023637"/>
              <a:gd name="connsiteY42" fmla="*/ 49151 h 1854397"/>
              <a:gd name="connsiteX43" fmla="*/ 4438185 w 7023637"/>
              <a:gd name="connsiteY43" fmla="*/ 12288 h 1854397"/>
              <a:gd name="connsiteX44" fmla="*/ 4579381 w 7023637"/>
              <a:gd name="connsiteY44" fmla="*/ 19201 h 1854397"/>
              <a:gd name="connsiteX45" fmla="*/ 4615497 w 7023637"/>
              <a:gd name="connsiteY45" fmla="*/ 45831 h 1854397"/>
              <a:gd name="connsiteX46" fmla="*/ 4621812 w 7023637"/>
              <a:gd name="connsiteY46" fmla="*/ 55341 h 1854397"/>
              <a:gd name="connsiteX47" fmla="*/ 5381183 w 7023637"/>
              <a:gd name="connsiteY47" fmla="*/ 814712 h 1854397"/>
              <a:gd name="connsiteX48" fmla="*/ 5618519 w 7023637"/>
              <a:gd name="connsiteY48" fmla="*/ 814712 h 1854397"/>
              <a:gd name="connsiteX49" fmla="*/ 6218098 w 7023637"/>
              <a:gd name="connsiteY49" fmla="*/ 215133 h 1854397"/>
              <a:gd name="connsiteX50" fmla="*/ 6238324 w 7023637"/>
              <a:gd name="connsiteY50" fmla="*/ 201702 h 1854397"/>
              <a:gd name="connsiteX51" fmla="*/ 6382501 w 7023637"/>
              <a:gd name="connsiteY51" fmla="*/ 230936 h 185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023637" h="1854397">
                <a:moveTo>
                  <a:pt x="6382501" y="230936"/>
                </a:moveTo>
                <a:lnTo>
                  <a:pt x="6984659" y="833094"/>
                </a:lnTo>
                <a:cubicBezTo>
                  <a:pt x="7036630" y="885064"/>
                  <a:pt x="7036630" y="969325"/>
                  <a:pt x="6984659" y="1021294"/>
                </a:cubicBezTo>
                <a:lnTo>
                  <a:pt x="6382502" y="1623452"/>
                </a:lnTo>
                <a:cubicBezTo>
                  <a:pt x="6343525" y="1662430"/>
                  <a:pt x="6286384" y="1672174"/>
                  <a:pt x="6238324" y="1652686"/>
                </a:cubicBezTo>
                <a:lnTo>
                  <a:pt x="6233468" y="1649461"/>
                </a:lnTo>
                <a:lnTo>
                  <a:pt x="5619292" y="1035284"/>
                </a:lnTo>
                <a:cubicBezTo>
                  <a:pt x="5553753" y="969745"/>
                  <a:pt x="5447494" y="969745"/>
                  <a:pt x="5381956" y="1035284"/>
                </a:cubicBezTo>
                <a:lnTo>
                  <a:pt x="4622585" y="1794655"/>
                </a:lnTo>
                <a:lnTo>
                  <a:pt x="4612056" y="1810510"/>
                </a:lnTo>
                <a:lnTo>
                  <a:pt x="4564487" y="1842098"/>
                </a:lnTo>
                <a:cubicBezTo>
                  <a:pt x="4519032" y="1860531"/>
                  <a:pt x="4467136" y="1858226"/>
                  <a:pt x="4423292" y="1835186"/>
                </a:cubicBezTo>
                <a:lnTo>
                  <a:pt x="4387173" y="1808553"/>
                </a:lnTo>
                <a:lnTo>
                  <a:pt x="4380859" y="1799045"/>
                </a:lnTo>
                <a:lnTo>
                  <a:pt x="3621487" y="1039674"/>
                </a:lnTo>
                <a:cubicBezTo>
                  <a:pt x="3572333" y="990520"/>
                  <a:pt x="3500274" y="978231"/>
                  <a:pt x="3439668" y="1002808"/>
                </a:cubicBezTo>
                <a:lnTo>
                  <a:pt x="3407952" y="1023869"/>
                </a:lnTo>
                <a:lnTo>
                  <a:pt x="2808370" y="1623451"/>
                </a:lnTo>
                <a:cubicBezTo>
                  <a:pt x="2756400" y="1675421"/>
                  <a:pt x="2672140" y="1675421"/>
                  <a:pt x="2620170" y="1623451"/>
                </a:cubicBezTo>
                <a:lnTo>
                  <a:pt x="2194586" y="1197867"/>
                </a:lnTo>
                <a:lnTo>
                  <a:pt x="2194565" y="1197867"/>
                </a:lnTo>
                <a:lnTo>
                  <a:pt x="2042569" y="1045871"/>
                </a:lnTo>
                <a:cubicBezTo>
                  <a:pt x="1977030" y="980332"/>
                  <a:pt x="1870772" y="980332"/>
                  <a:pt x="1805233" y="1045871"/>
                </a:cubicBezTo>
                <a:lnTo>
                  <a:pt x="1045861" y="1805242"/>
                </a:lnTo>
                <a:lnTo>
                  <a:pt x="1045860" y="1805244"/>
                </a:lnTo>
                <a:lnTo>
                  <a:pt x="990345" y="1842109"/>
                </a:lnTo>
                <a:cubicBezTo>
                  <a:pt x="929738" y="1866686"/>
                  <a:pt x="857679" y="1854397"/>
                  <a:pt x="808525" y="1805243"/>
                </a:cubicBezTo>
                <a:lnTo>
                  <a:pt x="49154" y="1045872"/>
                </a:lnTo>
                <a:cubicBezTo>
                  <a:pt x="-16385" y="980333"/>
                  <a:pt x="-16385" y="874074"/>
                  <a:pt x="49154" y="808536"/>
                </a:cubicBezTo>
                <a:lnTo>
                  <a:pt x="808525" y="49164"/>
                </a:lnTo>
                <a:cubicBezTo>
                  <a:pt x="874064" y="-16375"/>
                  <a:pt x="980322" y="-16375"/>
                  <a:pt x="1045861" y="49164"/>
                </a:cubicBezTo>
                <a:lnTo>
                  <a:pt x="1653226" y="656529"/>
                </a:lnTo>
                <a:lnTo>
                  <a:pt x="1653248" y="656529"/>
                </a:lnTo>
                <a:lnTo>
                  <a:pt x="1805243" y="808524"/>
                </a:lnTo>
                <a:cubicBezTo>
                  <a:pt x="1870782" y="874063"/>
                  <a:pt x="1977040" y="874063"/>
                  <a:pt x="2042579" y="808524"/>
                </a:cubicBezTo>
                <a:lnTo>
                  <a:pt x="2112731" y="738372"/>
                </a:lnTo>
                <a:lnTo>
                  <a:pt x="2620169" y="230935"/>
                </a:lnTo>
                <a:cubicBezTo>
                  <a:pt x="2672139" y="178964"/>
                  <a:pt x="2756399" y="178964"/>
                  <a:pt x="2808370" y="230935"/>
                </a:cubicBezTo>
                <a:lnTo>
                  <a:pt x="3236140" y="658705"/>
                </a:lnTo>
                <a:lnTo>
                  <a:pt x="3240530" y="658705"/>
                </a:lnTo>
                <a:lnTo>
                  <a:pt x="3388156" y="806331"/>
                </a:lnTo>
                <a:cubicBezTo>
                  <a:pt x="3453695" y="871870"/>
                  <a:pt x="3559954" y="871870"/>
                  <a:pt x="3625492" y="806331"/>
                </a:cubicBezTo>
                <a:lnTo>
                  <a:pt x="4382672" y="49151"/>
                </a:lnTo>
                <a:lnTo>
                  <a:pt x="4438185" y="12288"/>
                </a:lnTo>
                <a:cubicBezTo>
                  <a:pt x="4483639" y="-6144"/>
                  <a:pt x="4535536" y="-3840"/>
                  <a:pt x="4579381" y="19201"/>
                </a:cubicBezTo>
                <a:lnTo>
                  <a:pt x="4615497" y="45831"/>
                </a:lnTo>
                <a:lnTo>
                  <a:pt x="4621812" y="55341"/>
                </a:lnTo>
                <a:lnTo>
                  <a:pt x="5381183" y="814712"/>
                </a:lnTo>
                <a:cubicBezTo>
                  <a:pt x="5446722" y="880251"/>
                  <a:pt x="5552980" y="880251"/>
                  <a:pt x="5618519" y="814712"/>
                </a:cubicBezTo>
                <a:lnTo>
                  <a:pt x="6218098" y="215133"/>
                </a:lnTo>
                <a:lnTo>
                  <a:pt x="6238324" y="201702"/>
                </a:lnTo>
                <a:cubicBezTo>
                  <a:pt x="6286383" y="182213"/>
                  <a:pt x="6343523" y="191958"/>
                  <a:pt x="6382501" y="230936"/>
                </a:cubicBezTo>
                <a:close/>
              </a:path>
            </a:pathLst>
          </a:custGeom>
          <a:gradFill>
            <a:gsLst>
              <a:gs pos="100000">
                <a:srgbClr val="F5F5F5"/>
              </a:gs>
              <a:gs pos="0">
                <a:srgbClr val="D9D9D9"/>
              </a:gs>
            </a:gsLst>
            <a:lin ang="5400000" scaled="0"/>
          </a:gradFill>
          <a:ln w="22225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outerShdw blurRad="1397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9" name="文本框 45"/>
          <p:cNvSpPr txBox="1"/>
          <p:nvPr/>
        </p:nvSpPr>
        <p:spPr>
          <a:xfrm>
            <a:off x="3003389" y="3813821"/>
            <a:ext cx="466603" cy="55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dirty="0">
                <a:solidFill>
                  <a:srgbClr val="F7636B"/>
                </a:solidFill>
                <a:latin typeface="Impact" panose="020B0806030902050204" pitchFamily="34" charset="0"/>
              </a:rPr>
              <a:t>A</a:t>
            </a:r>
          </a:p>
        </p:txBody>
      </p:sp>
      <p:sp>
        <p:nvSpPr>
          <p:cNvPr id="110" name="文本框 49"/>
          <p:cNvSpPr txBox="1"/>
          <p:nvPr/>
        </p:nvSpPr>
        <p:spPr>
          <a:xfrm>
            <a:off x="3908939" y="2949950"/>
            <a:ext cx="466603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dirty="0">
                <a:solidFill>
                  <a:srgbClr val="00A2B3"/>
                </a:solidFill>
                <a:latin typeface="Impact" panose="020B0806030902050204" pitchFamily="34" charset="0"/>
              </a:rPr>
              <a:t>B</a:t>
            </a:r>
          </a:p>
        </p:txBody>
      </p:sp>
      <p:sp>
        <p:nvSpPr>
          <p:cNvPr id="111" name="文本框 52"/>
          <p:cNvSpPr txBox="1"/>
          <p:nvPr/>
        </p:nvSpPr>
        <p:spPr>
          <a:xfrm>
            <a:off x="4865982" y="1924103"/>
            <a:ext cx="466603" cy="55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dirty="0">
                <a:solidFill>
                  <a:srgbClr val="F7636B"/>
                </a:solidFill>
                <a:latin typeface="Impact" panose="020B0806030902050204" pitchFamily="34" charset="0"/>
              </a:rPr>
              <a:t>C</a:t>
            </a:r>
          </a:p>
        </p:txBody>
      </p:sp>
      <p:sp>
        <p:nvSpPr>
          <p:cNvPr id="112" name="文本框 55"/>
          <p:cNvSpPr txBox="1"/>
          <p:nvPr/>
        </p:nvSpPr>
        <p:spPr>
          <a:xfrm>
            <a:off x="5801370" y="1060232"/>
            <a:ext cx="466603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dirty="0">
                <a:solidFill>
                  <a:srgbClr val="FFAB3F"/>
                </a:solidFill>
                <a:latin typeface="Impact" panose="020B0806030902050204" pitchFamily="34" charset="0"/>
              </a:rPr>
              <a:t>D</a:t>
            </a:r>
          </a:p>
        </p:txBody>
      </p:sp>
      <p:grpSp>
        <p:nvGrpSpPr>
          <p:cNvPr id="113" name="Group 4"/>
          <p:cNvGrpSpPr>
            <a:grpSpLocks noChangeAspect="1"/>
          </p:cNvGrpSpPr>
          <p:nvPr/>
        </p:nvGrpSpPr>
        <p:grpSpPr bwMode="auto">
          <a:xfrm>
            <a:off x="4708172" y="2465380"/>
            <a:ext cx="396626" cy="376586"/>
            <a:chOff x="4797" y="1501"/>
            <a:chExt cx="950" cy="902"/>
          </a:xfrm>
          <a:solidFill>
            <a:srgbClr val="F7636B"/>
          </a:solidFill>
        </p:grpSpPr>
        <p:sp>
          <p:nvSpPr>
            <p:cNvPr id="114" name="Freeform 5"/>
            <p:cNvSpPr/>
            <p:nvPr/>
          </p:nvSpPr>
          <p:spPr bwMode="auto">
            <a:xfrm>
              <a:off x="4797" y="1501"/>
              <a:ext cx="950" cy="902"/>
            </a:xfrm>
            <a:custGeom>
              <a:avLst/>
              <a:gdLst>
                <a:gd name="T0" fmla="*/ 384 w 399"/>
                <a:gd name="T1" fmla="*/ 350 h 379"/>
                <a:gd name="T2" fmla="*/ 371 w 399"/>
                <a:gd name="T3" fmla="*/ 360 h 379"/>
                <a:gd name="T4" fmla="*/ 307 w 399"/>
                <a:gd name="T5" fmla="*/ 360 h 379"/>
                <a:gd name="T6" fmla="*/ 307 w 399"/>
                <a:gd name="T7" fmla="*/ 349 h 379"/>
                <a:gd name="T8" fmla="*/ 297 w 399"/>
                <a:gd name="T9" fmla="*/ 349 h 379"/>
                <a:gd name="T10" fmla="*/ 297 w 399"/>
                <a:gd name="T11" fmla="*/ 360 h 379"/>
                <a:gd name="T12" fmla="*/ 224 w 399"/>
                <a:gd name="T13" fmla="*/ 360 h 379"/>
                <a:gd name="T14" fmla="*/ 224 w 399"/>
                <a:gd name="T15" fmla="*/ 349 h 379"/>
                <a:gd name="T16" fmla="*/ 215 w 399"/>
                <a:gd name="T17" fmla="*/ 349 h 379"/>
                <a:gd name="T18" fmla="*/ 215 w 399"/>
                <a:gd name="T19" fmla="*/ 360 h 379"/>
                <a:gd name="T20" fmla="*/ 141 w 399"/>
                <a:gd name="T21" fmla="*/ 360 h 379"/>
                <a:gd name="T22" fmla="*/ 141 w 399"/>
                <a:gd name="T23" fmla="*/ 349 h 379"/>
                <a:gd name="T24" fmla="*/ 132 w 399"/>
                <a:gd name="T25" fmla="*/ 349 h 379"/>
                <a:gd name="T26" fmla="*/ 132 w 399"/>
                <a:gd name="T27" fmla="*/ 360 h 379"/>
                <a:gd name="T28" fmla="*/ 59 w 399"/>
                <a:gd name="T29" fmla="*/ 360 h 379"/>
                <a:gd name="T30" fmla="*/ 59 w 399"/>
                <a:gd name="T31" fmla="*/ 349 h 379"/>
                <a:gd name="T32" fmla="*/ 49 w 399"/>
                <a:gd name="T33" fmla="*/ 349 h 379"/>
                <a:gd name="T34" fmla="*/ 49 w 399"/>
                <a:gd name="T35" fmla="*/ 360 h 379"/>
                <a:gd name="T36" fmla="*/ 20 w 399"/>
                <a:gd name="T37" fmla="*/ 360 h 379"/>
                <a:gd name="T38" fmla="*/ 20 w 399"/>
                <a:gd name="T39" fmla="*/ 331 h 379"/>
                <a:gd name="T40" fmla="*/ 31 w 399"/>
                <a:gd name="T41" fmla="*/ 331 h 379"/>
                <a:gd name="T42" fmla="*/ 31 w 399"/>
                <a:gd name="T43" fmla="*/ 322 h 379"/>
                <a:gd name="T44" fmla="*/ 20 w 399"/>
                <a:gd name="T45" fmla="*/ 322 h 379"/>
                <a:gd name="T46" fmla="*/ 20 w 399"/>
                <a:gd name="T47" fmla="*/ 244 h 379"/>
                <a:gd name="T48" fmla="*/ 31 w 399"/>
                <a:gd name="T49" fmla="*/ 244 h 379"/>
                <a:gd name="T50" fmla="*/ 31 w 399"/>
                <a:gd name="T51" fmla="*/ 235 h 379"/>
                <a:gd name="T52" fmla="*/ 20 w 399"/>
                <a:gd name="T53" fmla="*/ 235 h 379"/>
                <a:gd name="T54" fmla="*/ 20 w 399"/>
                <a:gd name="T55" fmla="*/ 157 h 379"/>
                <a:gd name="T56" fmla="*/ 31 w 399"/>
                <a:gd name="T57" fmla="*/ 157 h 379"/>
                <a:gd name="T58" fmla="*/ 31 w 399"/>
                <a:gd name="T59" fmla="*/ 148 h 379"/>
                <a:gd name="T60" fmla="*/ 20 w 399"/>
                <a:gd name="T61" fmla="*/ 148 h 379"/>
                <a:gd name="T62" fmla="*/ 20 w 399"/>
                <a:gd name="T63" fmla="*/ 70 h 379"/>
                <a:gd name="T64" fmla="*/ 31 w 399"/>
                <a:gd name="T65" fmla="*/ 70 h 379"/>
                <a:gd name="T66" fmla="*/ 31 w 399"/>
                <a:gd name="T67" fmla="*/ 61 h 379"/>
                <a:gd name="T68" fmla="*/ 20 w 399"/>
                <a:gd name="T69" fmla="*/ 61 h 379"/>
                <a:gd name="T70" fmla="*/ 20 w 399"/>
                <a:gd name="T71" fmla="*/ 28 h 379"/>
                <a:gd name="T72" fmla="*/ 30 w 399"/>
                <a:gd name="T73" fmla="*/ 14 h 379"/>
                <a:gd name="T74" fmla="*/ 16 w 399"/>
                <a:gd name="T75" fmla="*/ 0 h 379"/>
                <a:gd name="T76" fmla="*/ 1 w 399"/>
                <a:gd name="T77" fmla="*/ 14 h 379"/>
                <a:gd name="T78" fmla="*/ 11 w 399"/>
                <a:gd name="T79" fmla="*/ 28 h 379"/>
                <a:gd name="T80" fmla="*/ 11 w 399"/>
                <a:gd name="T81" fmla="*/ 61 h 379"/>
                <a:gd name="T82" fmla="*/ 0 w 399"/>
                <a:gd name="T83" fmla="*/ 61 h 379"/>
                <a:gd name="T84" fmla="*/ 0 w 399"/>
                <a:gd name="T85" fmla="*/ 70 h 379"/>
                <a:gd name="T86" fmla="*/ 11 w 399"/>
                <a:gd name="T87" fmla="*/ 70 h 379"/>
                <a:gd name="T88" fmla="*/ 11 w 399"/>
                <a:gd name="T89" fmla="*/ 148 h 379"/>
                <a:gd name="T90" fmla="*/ 0 w 399"/>
                <a:gd name="T91" fmla="*/ 148 h 379"/>
                <a:gd name="T92" fmla="*/ 0 w 399"/>
                <a:gd name="T93" fmla="*/ 157 h 379"/>
                <a:gd name="T94" fmla="*/ 11 w 399"/>
                <a:gd name="T95" fmla="*/ 157 h 379"/>
                <a:gd name="T96" fmla="*/ 11 w 399"/>
                <a:gd name="T97" fmla="*/ 235 h 379"/>
                <a:gd name="T98" fmla="*/ 0 w 399"/>
                <a:gd name="T99" fmla="*/ 235 h 379"/>
                <a:gd name="T100" fmla="*/ 0 w 399"/>
                <a:gd name="T101" fmla="*/ 244 h 379"/>
                <a:gd name="T102" fmla="*/ 11 w 399"/>
                <a:gd name="T103" fmla="*/ 244 h 379"/>
                <a:gd name="T104" fmla="*/ 11 w 399"/>
                <a:gd name="T105" fmla="*/ 322 h 379"/>
                <a:gd name="T106" fmla="*/ 0 w 399"/>
                <a:gd name="T107" fmla="*/ 322 h 379"/>
                <a:gd name="T108" fmla="*/ 0 w 399"/>
                <a:gd name="T109" fmla="*/ 331 h 379"/>
                <a:gd name="T110" fmla="*/ 11 w 399"/>
                <a:gd name="T111" fmla="*/ 331 h 379"/>
                <a:gd name="T112" fmla="*/ 11 w 399"/>
                <a:gd name="T113" fmla="*/ 369 h 379"/>
                <a:gd name="T114" fmla="*/ 371 w 399"/>
                <a:gd name="T115" fmla="*/ 369 h 379"/>
                <a:gd name="T116" fmla="*/ 384 w 399"/>
                <a:gd name="T117" fmla="*/ 379 h 379"/>
                <a:gd name="T118" fmla="*/ 399 w 399"/>
                <a:gd name="T119" fmla="*/ 365 h 379"/>
                <a:gd name="T120" fmla="*/ 384 w 399"/>
                <a:gd name="T121" fmla="*/ 35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9" h="379">
                  <a:moveTo>
                    <a:pt x="384" y="350"/>
                  </a:moveTo>
                  <a:cubicBezTo>
                    <a:pt x="378" y="350"/>
                    <a:pt x="373" y="354"/>
                    <a:pt x="371" y="360"/>
                  </a:cubicBezTo>
                  <a:cubicBezTo>
                    <a:pt x="307" y="360"/>
                    <a:pt x="307" y="360"/>
                    <a:pt x="307" y="360"/>
                  </a:cubicBezTo>
                  <a:cubicBezTo>
                    <a:pt x="307" y="349"/>
                    <a:pt x="307" y="349"/>
                    <a:pt x="307" y="349"/>
                  </a:cubicBezTo>
                  <a:cubicBezTo>
                    <a:pt x="297" y="349"/>
                    <a:pt x="297" y="349"/>
                    <a:pt x="297" y="349"/>
                  </a:cubicBezTo>
                  <a:cubicBezTo>
                    <a:pt x="297" y="360"/>
                    <a:pt x="297" y="360"/>
                    <a:pt x="297" y="360"/>
                  </a:cubicBezTo>
                  <a:cubicBezTo>
                    <a:pt x="224" y="360"/>
                    <a:pt x="224" y="360"/>
                    <a:pt x="224" y="360"/>
                  </a:cubicBezTo>
                  <a:cubicBezTo>
                    <a:pt x="224" y="349"/>
                    <a:pt x="224" y="349"/>
                    <a:pt x="224" y="349"/>
                  </a:cubicBezTo>
                  <a:cubicBezTo>
                    <a:pt x="215" y="349"/>
                    <a:pt x="215" y="349"/>
                    <a:pt x="215" y="349"/>
                  </a:cubicBezTo>
                  <a:cubicBezTo>
                    <a:pt x="215" y="360"/>
                    <a:pt x="215" y="360"/>
                    <a:pt x="215" y="360"/>
                  </a:cubicBezTo>
                  <a:cubicBezTo>
                    <a:pt x="141" y="360"/>
                    <a:pt x="141" y="360"/>
                    <a:pt x="141" y="360"/>
                  </a:cubicBezTo>
                  <a:cubicBezTo>
                    <a:pt x="141" y="349"/>
                    <a:pt x="141" y="349"/>
                    <a:pt x="141" y="349"/>
                  </a:cubicBezTo>
                  <a:cubicBezTo>
                    <a:pt x="132" y="349"/>
                    <a:pt x="132" y="349"/>
                    <a:pt x="132" y="349"/>
                  </a:cubicBezTo>
                  <a:cubicBezTo>
                    <a:pt x="132" y="360"/>
                    <a:pt x="132" y="360"/>
                    <a:pt x="132" y="360"/>
                  </a:cubicBezTo>
                  <a:cubicBezTo>
                    <a:pt x="59" y="360"/>
                    <a:pt x="59" y="360"/>
                    <a:pt x="59" y="360"/>
                  </a:cubicBezTo>
                  <a:cubicBezTo>
                    <a:pt x="59" y="349"/>
                    <a:pt x="59" y="349"/>
                    <a:pt x="59" y="349"/>
                  </a:cubicBezTo>
                  <a:cubicBezTo>
                    <a:pt x="49" y="349"/>
                    <a:pt x="49" y="349"/>
                    <a:pt x="49" y="349"/>
                  </a:cubicBezTo>
                  <a:cubicBezTo>
                    <a:pt x="49" y="360"/>
                    <a:pt x="49" y="360"/>
                    <a:pt x="49" y="360"/>
                  </a:cubicBezTo>
                  <a:cubicBezTo>
                    <a:pt x="20" y="360"/>
                    <a:pt x="20" y="360"/>
                    <a:pt x="20" y="360"/>
                  </a:cubicBezTo>
                  <a:cubicBezTo>
                    <a:pt x="20" y="331"/>
                    <a:pt x="20" y="331"/>
                    <a:pt x="20" y="331"/>
                  </a:cubicBezTo>
                  <a:cubicBezTo>
                    <a:pt x="31" y="331"/>
                    <a:pt x="31" y="331"/>
                    <a:pt x="31" y="331"/>
                  </a:cubicBezTo>
                  <a:cubicBezTo>
                    <a:pt x="31" y="322"/>
                    <a:pt x="31" y="322"/>
                    <a:pt x="31" y="322"/>
                  </a:cubicBezTo>
                  <a:cubicBezTo>
                    <a:pt x="20" y="322"/>
                    <a:pt x="20" y="322"/>
                    <a:pt x="20" y="322"/>
                  </a:cubicBezTo>
                  <a:cubicBezTo>
                    <a:pt x="20" y="244"/>
                    <a:pt x="20" y="244"/>
                    <a:pt x="20" y="244"/>
                  </a:cubicBezTo>
                  <a:cubicBezTo>
                    <a:pt x="31" y="244"/>
                    <a:pt x="31" y="244"/>
                    <a:pt x="31" y="244"/>
                  </a:cubicBezTo>
                  <a:cubicBezTo>
                    <a:pt x="31" y="235"/>
                    <a:pt x="31" y="235"/>
                    <a:pt x="31" y="235"/>
                  </a:cubicBezTo>
                  <a:cubicBezTo>
                    <a:pt x="20" y="235"/>
                    <a:pt x="20" y="235"/>
                    <a:pt x="20" y="235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20" y="148"/>
                    <a:pt x="20" y="148"/>
                    <a:pt x="20" y="148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6" y="26"/>
                    <a:pt x="30" y="21"/>
                    <a:pt x="30" y="14"/>
                  </a:cubicBezTo>
                  <a:cubicBezTo>
                    <a:pt x="30" y="6"/>
                    <a:pt x="24" y="0"/>
                    <a:pt x="16" y="0"/>
                  </a:cubicBezTo>
                  <a:cubicBezTo>
                    <a:pt x="8" y="0"/>
                    <a:pt x="1" y="6"/>
                    <a:pt x="1" y="14"/>
                  </a:cubicBezTo>
                  <a:cubicBezTo>
                    <a:pt x="1" y="21"/>
                    <a:pt x="5" y="26"/>
                    <a:pt x="11" y="28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1" y="244"/>
                    <a:pt x="11" y="244"/>
                    <a:pt x="11" y="244"/>
                  </a:cubicBezTo>
                  <a:cubicBezTo>
                    <a:pt x="11" y="322"/>
                    <a:pt x="11" y="322"/>
                    <a:pt x="11" y="322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11" y="331"/>
                    <a:pt x="11" y="331"/>
                    <a:pt x="11" y="331"/>
                  </a:cubicBezTo>
                  <a:cubicBezTo>
                    <a:pt x="11" y="369"/>
                    <a:pt x="11" y="369"/>
                    <a:pt x="11" y="369"/>
                  </a:cubicBezTo>
                  <a:cubicBezTo>
                    <a:pt x="371" y="369"/>
                    <a:pt x="371" y="369"/>
                    <a:pt x="371" y="369"/>
                  </a:cubicBezTo>
                  <a:cubicBezTo>
                    <a:pt x="373" y="375"/>
                    <a:pt x="378" y="379"/>
                    <a:pt x="384" y="379"/>
                  </a:cubicBezTo>
                  <a:cubicBezTo>
                    <a:pt x="392" y="379"/>
                    <a:pt x="399" y="372"/>
                    <a:pt x="399" y="365"/>
                  </a:cubicBezTo>
                  <a:cubicBezTo>
                    <a:pt x="399" y="357"/>
                    <a:pt x="392" y="350"/>
                    <a:pt x="384" y="3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5" name="Freeform 6"/>
            <p:cNvSpPr/>
            <p:nvPr/>
          </p:nvSpPr>
          <p:spPr bwMode="auto">
            <a:xfrm>
              <a:off x="4868" y="1594"/>
              <a:ext cx="793" cy="667"/>
            </a:xfrm>
            <a:custGeom>
              <a:avLst/>
              <a:gdLst>
                <a:gd name="T0" fmla="*/ 206 w 333"/>
                <a:gd name="T1" fmla="*/ 121 h 280"/>
                <a:gd name="T2" fmla="*/ 189 w 333"/>
                <a:gd name="T3" fmla="*/ 104 h 280"/>
                <a:gd name="T4" fmla="*/ 101 w 333"/>
                <a:gd name="T5" fmla="*/ 193 h 280"/>
                <a:gd name="T6" fmla="*/ 80 w 333"/>
                <a:gd name="T7" fmla="*/ 172 h 280"/>
                <a:gd name="T8" fmla="*/ 0 w 333"/>
                <a:gd name="T9" fmla="*/ 252 h 280"/>
                <a:gd name="T10" fmla="*/ 0 w 333"/>
                <a:gd name="T11" fmla="*/ 276 h 280"/>
                <a:gd name="T12" fmla="*/ 8 w 333"/>
                <a:gd name="T13" fmla="*/ 276 h 280"/>
                <a:gd name="T14" fmla="*/ 8 w 333"/>
                <a:gd name="T15" fmla="*/ 280 h 280"/>
                <a:gd name="T16" fmla="*/ 70 w 333"/>
                <a:gd name="T17" fmla="*/ 217 h 280"/>
                <a:gd name="T18" fmla="*/ 115 w 333"/>
                <a:gd name="T19" fmla="*/ 262 h 280"/>
                <a:gd name="T20" fmla="*/ 201 w 333"/>
                <a:gd name="T21" fmla="*/ 176 h 280"/>
                <a:gd name="T22" fmla="*/ 251 w 333"/>
                <a:gd name="T23" fmla="*/ 226 h 280"/>
                <a:gd name="T24" fmla="*/ 333 w 333"/>
                <a:gd name="T25" fmla="*/ 137 h 280"/>
                <a:gd name="T26" fmla="*/ 333 w 333"/>
                <a:gd name="T27" fmla="*/ 0 h 280"/>
                <a:gd name="T28" fmla="*/ 206 w 333"/>
                <a:gd name="T29" fmla="*/ 121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280">
                  <a:moveTo>
                    <a:pt x="206" y="121"/>
                  </a:moveTo>
                  <a:cubicBezTo>
                    <a:pt x="206" y="121"/>
                    <a:pt x="192" y="107"/>
                    <a:pt x="189" y="104"/>
                  </a:cubicBezTo>
                  <a:cubicBezTo>
                    <a:pt x="185" y="108"/>
                    <a:pt x="101" y="193"/>
                    <a:pt x="101" y="193"/>
                  </a:cubicBezTo>
                  <a:cubicBezTo>
                    <a:pt x="101" y="193"/>
                    <a:pt x="84" y="176"/>
                    <a:pt x="80" y="172"/>
                  </a:cubicBezTo>
                  <a:cubicBezTo>
                    <a:pt x="0" y="252"/>
                    <a:pt x="0" y="252"/>
                    <a:pt x="0" y="252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4" y="276"/>
                    <a:pt x="8" y="276"/>
                    <a:pt x="8" y="276"/>
                  </a:cubicBezTo>
                  <a:cubicBezTo>
                    <a:pt x="8" y="280"/>
                    <a:pt x="8" y="280"/>
                    <a:pt x="8" y="280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70" y="217"/>
                    <a:pt x="106" y="253"/>
                    <a:pt x="115" y="262"/>
                  </a:cubicBezTo>
                  <a:cubicBezTo>
                    <a:pt x="127" y="251"/>
                    <a:pt x="201" y="176"/>
                    <a:pt x="201" y="176"/>
                  </a:cubicBezTo>
                  <a:cubicBezTo>
                    <a:pt x="201" y="176"/>
                    <a:pt x="240" y="216"/>
                    <a:pt x="251" y="226"/>
                  </a:cubicBezTo>
                  <a:cubicBezTo>
                    <a:pt x="260" y="216"/>
                    <a:pt x="312" y="160"/>
                    <a:pt x="333" y="137"/>
                  </a:cubicBezTo>
                  <a:cubicBezTo>
                    <a:pt x="333" y="0"/>
                    <a:pt x="333" y="0"/>
                    <a:pt x="333" y="0"/>
                  </a:cubicBezTo>
                  <a:lnTo>
                    <a:pt x="206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6" name="Freeform 7"/>
            <p:cNvSpPr/>
            <p:nvPr/>
          </p:nvSpPr>
          <p:spPr bwMode="auto">
            <a:xfrm>
              <a:off x="4868" y="1563"/>
              <a:ext cx="793" cy="621"/>
            </a:xfrm>
            <a:custGeom>
              <a:avLst/>
              <a:gdLst>
                <a:gd name="T0" fmla="*/ 491 w 793"/>
                <a:gd name="T1" fmla="*/ 288 h 621"/>
                <a:gd name="T2" fmla="*/ 458 w 793"/>
                <a:gd name="T3" fmla="*/ 252 h 621"/>
                <a:gd name="T4" fmla="*/ 450 w 793"/>
                <a:gd name="T5" fmla="*/ 248 h 621"/>
                <a:gd name="T6" fmla="*/ 446 w 793"/>
                <a:gd name="T7" fmla="*/ 252 h 621"/>
                <a:gd name="T8" fmla="*/ 241 w 793"/>
                <a:gd name="T9" fmla="*/ 457 h 621"/>
                <a:gd name="T10" fmla="*/ 198 w 793"/>
                <a:gd name="T11" fmla="*/ 414 h 621"/>
                <a:gd name="T12" fmla="*/ 191 w 793"/>
                <a:gd name="T13" fmla="*/ 409 h 621"/>
                <a:gd name="T14" fmla="*/ 0 w 793"/>
                <a:gd name="T15" fmla="*/ 600 h 621"/>
                <a:gd name="T16" fmla="*/ 0 w 793"/>
                <a:gd name="T17" fmla="*/ 609 h 621"/>
                <a:gd name="T18" fmla="*/ 0 w 793"/>
                <a:gd name="T19" fmla="*/ 621 h 621"/>
                <a:gd name="T20" fmla="*/ 191 w 793"/>
                <a:gd name="T21" fmla="*/ 431 h 621"/>
                <a:gd name="T22" fmla="*/ 236 w 793"/>
                <a:gd name="T23" fmla="*/ 474 h 621"/>
                <a:gd name="T24" fmla="*/ 241 w 793"/>
                <a:gd name="T25" fmla="*/ 479 h 621"/>
                <a:gd name="T26" fmla="*/ 246 w 793"/>
                <a:gd name="T27" fmla="*/ 474 h 621"/>
                <a:gd name="T28" fmla="*/ 450 w 793"/>
                <a:gd name="T29" fmla="*/ 269 h 621"/>
                <a:gd name="T30" fmla="*/ 486 w 793"/>
                <a:gd name="T31" fmla="*/ 302 h 621"/>
                <a:gd name="T32" fmla="*/ 491 w 793"/>
                <a:gd name="T33" fmla="*/ 307 h 621"/>
                <a:gd name="T34" fmla="*/ 496 w 793"/>
                <a:gd name="T35" fmla="*/ 302 h 621"/>
                <a:gd name="T36" fmla="*/ 793 w 793"/>
                <a:gd name="T37" fmla="*/ 19 h 621"/>
                <a:gd name="T38" fmla="*/ 793 w 793"/>
                <a:gd name="T39" fmla="*/ 0 h 621"/>
                <a:gd name="T40" fmla="*/ 491 w 793"/>
                <a:gd name="T41" fmla="*/ 288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93" h="621">
                  <a:moveTo>
                    <a:pt x="491" y="288"/>
                  </a:moveTo>
                  <a:lnTo>
                    <a:pt x="458" y="252"/>
                  </a:lnTo>
                  <a:lnTo>
                    <a:pt x="450" y="248"/>
                  </a:lnTo>
                  <a:lnTo>
                    <a:pt x="446" y="252"/>
                  </a:lnTo>
                  <a:lnTo>
                    <a:pt x="241" y="457"/>
                  </a:lnTo>
                  <a:lnTo>
                    <a:pt x="198" y="414"/>
                  </a:lnTo>
                  <a:lnTo>
                    <a:pt x="191" y="409"/>
                  </a:lnTo>
                  <a:lnTo>
                    <a:pt x="0" y="600"/>
                  </a:lnTo>
                  <a:lnTo>
                    <a:pt x="0" y="609"/>
                  </a:lnTo>
                  <a:lnTo>
                    <a:pt x="0" y="621"/>
                  </a:lnTo>
                  <a:lnTo>
                    <a:pt x="191" y="431"/>
                  </a:lnTo>
                  <a:lnTo>
                    <a:pt x="236" y="474"/>
                  </a:lnTo>
                  <a:lnTo>
                    <a:pt x="241" y="479"/>
                  </a:lnTo>
                  <a:lnTo>
                    <a:pt x="246" y="474"/>
                  </a:lnTo>
                  <a:lnTo>
                    <a:pt x="450" y="269"/>
                  </a:lnTo>
                  <a:lnTo>
                    <a:pt x="486" y="302"/>
                  </a:lnTo>
                  <a:lnTo>
                    <a:pt x="491" y="307"/>
                  </a:lnTo>
                  <a:lnTo>
                    <a:pt x="496" y="302"/>
                  </a:lnTo>
                  <a:lnTo>
                    <a:pt x="793" y="19"/>
                  </a:lnTo>
                  <a:lnTo>
                    <a:pt x="793" y="0"/>
                  </a:lnTo>
                  <a:lnTo>
                    <a:pt x="491" y="2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7" name="Freeform 8"/>
            <p:cNvSpPr/>
            <p:nvPr/>
          </p:nvSpPr>
          <p:spPr bwMode="auto">
            <a:xfrm>
              <a:off x="4868" y="1984"/>
              <a:ext cx="793" cy="360"/>
            </a:xfrm>
            <a:custGeom>
              <a:avLst/>
              <a:gdLst>
                <a:gd name="T0" fmla="*/ 251 w 333"/>
                <a:gd name="T1" fmla="*/ 89 h 151"/>
                <a:gd name="T2" fmla="*/ 201 w 333"/>
                <a:gd name="T3" fmla="*/ 39 h 151"/>
                <a:gd name="T4" fmla="*/ 115 w 333"/>
                <a:gd name="T5" fmla="*/ 125 h 151"/>
                <a:gd name="T6" fmla="*/ 70 w 333"/>
                <a:gd name="T7" fmla="*/ 80 h 151"/>
                <a:gd name="T8" fmla="*/ 0 w 333"/>
                <a:gd name="T9" fmla="*/ 150 h 151"/>
                <a:gd name="T10" fmla="*/ 0 w 333"/>
                <a:gd name="T11" fmla="*/ 151 h 151"/>
                <a:gd name="T12" fmla="*/ 13 w 333"/>
                <a:gd name="T13" fmla="*/ 151 h 151"/>
                <a:gd name="T14" fmla="*/ 13 w 333"/>
                <a:gd name="T15" fmla="*/ 140 h 151"/>
                <a:gd name="T16" fmla="*/ 35 w 333"/>
                <a:gd name="T17" fmla="*/ 140 h 151"/>
                <a:gd name="T18" fmla="*/ 35 w 333"/>
                <a:gd name="T19" fmla="*/ 151 h 151"/>
                <a:gd name="T20" fmla="*/ 96 w 333"/>
                <a:gd name="T21" fmla="*/ 151 h 151"/>
                <a:gd name="T22" fmla="*/ 96 w 333"/>
                <a:gd name="T23" fmla="*/ 140 h 151"/>
                <a:gd name="T24" fmla="*/ 118 w 333"/>
                <a:gd name="T25" fmla="*/ 140 h 151"/>
                <a:gd name="T26" fmla="*/ 118 w 333"/>
                <a:gd name="T27" fmla="*/ 151 h 151"/>
                <a:gd name="T28" fmla="*/ 178 w 333"/>
                <a:gd name="T29" fmla="*/ 151 h 151"/>
                <a:gd name="T30" fmla="*/ 178 w 333"/>
                <a:gd name="T31" fmla="*/ 140 h 151"/>
                <a:gd name="T32" fmla="*/ 200 w 333"/>
                <a:gd name="T33" fmla="*/ 140 h 151"/>
                <a:gd name="T34" fmla="*/ 200 w 333"/>
                <a:gd name="T35" fmla="*/ 151 h 151"/>
                <a:gd name="T36" fmla="*/ 261 w 333"/>
                <a:gd name="T37" fmla="*/ 151 h 151"/>
                <a:gd name="T38" fmla="*/ 261 w 333"/>
                <a:gd name="T39" fmla="*/ 140 h 151"/>
                <a:gd name="T40" fmla="*/ 283 w 333"/>
                <a:gd name="T41" fmla="*/ 140 h 151"/>
                <a:gd name="T42" fmla="*/ 283 w 333"/>
                <a:gd name="T43" fmla="*/ 151 h 151"/>
                <a:gd name="T44" fmla="*/ 333 w 333"/>
                <a:gd name="T45" fmla="*/ 151 h 151"/>
                <a:gd name="T46" fmla="*/ 333 w 333"/>
                <a:gd name="T47" fmla="*/ 0 h 151"/>
                <a:gd name="T48" fmla="*/ 251 w 333"/>
                <a:gd name="T49" fmla="*/ 8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3" h="151">
                  <a:moveTo>
                    <a:pt x="251" y="89"/>
                  </a:moveTo>
                  <a:cubicBezTo>
                    <a:pt x="251" y="89"/>
                    <a:pt x="205" y="43"/>
                    <a:pt x="201" y="39"/>
                  </a:cubicBezTo>
                  <a:cubicBezTo>
                    <a:pt x="197" y="43"/>
                    <a:pt x="115" y="125"/>
                    <a:pt x="115" y="125"/>
                  </a:cubicBezTo>
                  <a:cubicBezTo>
                    <a:pt x="115" y="125"/>
                    <a:pt x="75" y="84"/>
                    <a:pt x="70" y="8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3" y="151"/>
                    <a:pt x="13" y="151"/>
                    <a:pt x="13" y="151"/>
                  </a:cubicBezTo>
                  <a:cubicBezTo>
                    <a:pt x="13" y="148"/>
                    <a:pt x="13" y="140"/>
                    <a:pt x="13" y="140"/>
                  </a:cubicBezTo>
                  <a:cubicBezTo>
                    <a:pt x="35" y="140"/>
                    <a:pt x="35" y="140"/>
                    <a:pt x="35" y="140"/>
                  </a:cubicBezTo>
                  <a:cubicBezTo>
                    <a:pt x="35" y="140"/>
                    <a:pt x="35" y="148"/>
                    <a:pt x="35" y="151"/>
                  </a:cubicBezTo>
                  <a:cubicBezTo>
                    <a:pt x="96" y="151"/>
                    <a:pt x="96" y="151"/>
                    <a:pt x="96" y="151"/>
                  </a:cubicBezTo>
                  <a:cubicBezTo>
                    <a:pt x="96" y="148"/>
                    <a:pt x="96" y="140"/>
                    <a:pt x="96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18" y="140"/>
                    <a:pt x="118" y="148"/>
                    <a:pt x="118" y="151"/>
                  </a:cubicBezTo>
                  <a:cubicBezTo>
                    <a:pt x="178" y="151"/>
                    <a:pt x="178" y="151"/>
                    <a:pt x="178" y="151"/>
                  </a:cubicBezTo>
                  <a:cubicBezTo>
                    <a:pt x="178" y="148"/>
                    <a:pt x="178" y="140"/>
                    <a:pt x="178" y="14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40"/>
                    <a:pt x="200" y="148"/>
                    <a:pt x="200" y="151"/>
                  </a:cubicBezTo>
                  <a:cubicBezTo>
                    <a:pt x="261" y="151"/>
                    <a:pt x="261" y="151"/>
                    <a:pt x="261" y="151"/>
                  </a:cubicBezTo>
                  <a:cubicBezTo>
                    <a:pt x="261" y="148"/>
                    <a:pt x="261" y="140"/>
                    <a:pt x="261" y="140"/>
                  </a:cubicBezTo>
                  <a:cubicBezTo>
                    <a:pt x="283" y="140"/>
                    <a:pt x="283" y="140"/>
                    <a:pt x="283" y="140"/>
                  </a:cubicBezTo>
                  <a:cubicBezTo>
                    <a:pt x="283" y="140"/>
                    <a:pt x="283" y="148"/>
                    <a:pt x="283" y="151"/>
                  </a:cubicBezTo>
                  <a:cubicBezTo>
                    <a:pt x="333" y="151"/>
                    <a:pt x="333" y="151"/>
                    <a:pt x="333" y="151"/>
                  </a:cubicBezTo>
                  <a:cubicBezTo>
                    <a:pt x="333" y="0"/>
                    <a:pt x="333" y="0"/>
                    <a:pt x="333" y="0"/>
                  </a:cubicBezTo>
                  <a:lnTo>
                    <a:pt x="251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8" name="Freeform 9"/>
            <p:cNvSpPr/>
            <p:nvPr/>
          </p:nvSpPr>
          <p:spPr bwMode="auto">
            <a:xfrm>
              <a:off x="4868" y="1951"/>
              <a:ext cx="793" cy="381"/>
            </a:xfrm>
            <a:custGeom>
              <a:avLst/>
              <a:gdLst>
                <a:gd name="T0" fmla="*/ 598 w 793"/>
                <a:gd name="T1" fmla="*/ 212 h 381"/>
                <a:gd name="T2" fmla="*/ 479 w 793"/>
                <a:gd name="T3" fmla="*/ 95 h 381"/>
                <a:gd name="T4" fmla="*/ 474 w 793"/>
                <a:gd name="T5" fmla="*/ 100 h 381"/>
                <a:gd name="T6" fmla="*/ 274 w 793"/>
                <a:gd name="T7" fmla="*/ 300 h 381"/>
                <a:gd name="T8" fmla="*/ 167 w 793"/>
                <a:gd name="T9" fmla="*/ 193 h 381"/>
                <a:gd name="T10" fmla="*/ 0 w 793"/>
                <a:gd name="T11" fmla="*/ 360 h 381"/>
                <a:gd name="T12" fmla="*/ 0 w 793"/>
                <a:gd name="T13" fmla="*/ 369 h 381"/>
                <a:gd name="T14" fmla="*/ 0 w 793"/>
                <a:gd name="T15" fmla="*/ 381 h 381"/>
                <a:gd name="T16" fmla="*/ 167 w 793"/>
                <a:gd name="T17" fmla="*/ 212 h 381"/>
                <a:gd name="T18" fmla="*/ 274 w 793"/>
                <a:gd name="T19" fmla="*/ 319 h 381"/>
                <a:gd name="T20" fmla="*/ 281 w 793"/>
                <a:gd name="T21" fmla="*/ 314 h 381"/>
                <a:gd name="T22" fmla="*/ 479 w 793"/>
                <a:gd name="T23" fmla="*/ 117 h 381"/>
                <a:gd name="T24" fmla="*/ 593 w 793"/>
                <a:gd name="T25" fmla="*/ 229 h 381"/>
                <a:gd name="T26" fmla="*/ 598 w 793"/>
                <a:gd name="T27" fmla="*/ 233 h 381"/>
                <a:gd name="T28" fmla="*/ 603 w 793"/>
                <a:gd name="T29" fmla="*/ 229 h 381"/>
                <a:gd name="T30" fmla="*/ 793 w 793"/>
                <a:gd name="T31" fmla="*/ 24 h 381"/>
                <a:gd name="T32" fmla="*/ 793 w 793"/>
                <a:gd name="T33" fmla="*/ 0 h 381"/>
                <a:gd name="T34" fmla="*/ 598 w 793"/>
                <a:gd name="T35" fmla="*/ 212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3" h="381">
                  <a:moveTo>
                    <a:pt x="598" y="212"/>
                  </a:moveTo>
                  <a:lnTo>
                    <a:pt x="479" y="95"/>
                  </a:lnTo>
                  <a:lnTo>
                    <a:pt x="474" y="100"/>
                  </a:lnTo>
                  <a:lnTo>
                    <a:pt x="274" y="300"/>
                  </a:lnTo>
                  <a:lnTo>
                    <a:pt x="167" y="193"/>
                  </a:lnTo>
                  <a:lnTo>
                    <a:pt x="0" y="360"/>
                  </a:lnTo>
                  <a:lnTo>
                    <a:pt x="0" y="369"/>
                  </a:lnTo>
                  <a:lnTo>
                    <a:pt x="0" y="381"/>
                  </a:lnTo>
                  <a:lnTo>
                    <a:pt x="167" y="212"/>
                  </a:lnTo>
                  <a:lnTo>
                    <a:pt x="274" y="319"/>
                  </a:lnTo>
                  <a:lnTo>
                    <a:pt x="281" y="314"/>
                  </a:lnTo>
                  <a:lnTo>
                    <a:pt x="479" y="117"/>
                  </a:lnTo>
                  <a:lnTo>
                    <a:pt x="593" y="229"/>
                  </a:lnTo>
                  <a:lnTo>
                    <a:pt x="598" y="233"/>
                  </a:lnTo>
                  <a:lnTo>
                    <a:pt x="603" y="229"/>
                  </a:lnTo>
                  <a:lnTo>
                    <a:pt x="793" y="24"/>
                  </a:lnTo>
                  <a:lnTo>
                    <a:pt x="793" y="0"/>
                  </a:lnTo>
                  <a:lnTo>
                    <a:pt x="598" y="2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119" name="Group 27"/>
          <p:cNvGrpSpPr>
            <a:grpSpLocks noChangeAspect="1"/>
          </p:cNvGrpSpPr>
          <p:nvPr/>
        </p:nvGrpSpPr>
        <p:grpSpPr bwMode="auto">
          <a:xfrm>
            <a:off x="5723712" y="1562743"/>
            <a:ext cx="249021" cy="253376"/>
            <a:chOff x="4766" y="1799"/>
            <a:chExt cx="629" cy="640"/>
          </a:xfrm>
          <a:solidFill>
            <a:srgbClr val="FFAB3F"/>
          </a:solidFill>
        </p:grpSpPr>
        <p:sp>
          <p:nvSpPr>
            <p:cNvPr id="120" name="Freeform 28"/>
            <p:cNvSpPr>
              <a:spLocks noEditPoints="1"/>
            </p:cNvSpPr>
            <p:nvPr/>
          </p:nvSpPr>
          <p:spPr bwMode="auto">
            <a:xfrm>
              <a:off x="5017" y="2057"/>
              <a:ext cx="191" cy="191"/>
            </a:xfrm>
            <a:custGeom>
              <a:avLst/>
              <a:gdLst>
                <a:gd name="T0" fmla="*/ 40 w 80"/>
                <a:gd name="T1" fmla="*/ 61 h 80"/>
                <a:gd name="T2" fmla="*/ 20 w 80"/>
                <a:gd name="T3" fmla="*/ 40 h 80"/>
                <a:gd name="T4" fmla="*/ 40 w 80"/>
                <a:gd name="T5" fmla="*/ 20 h 80"/>
                <a:gd name="T6" fmla="*/ 61 w 80"/>
                <a:gd name="T7" fmla="*/ 40 h 80"/>
                <a:gd name="T8" fmla="*/ 40 w 80"/>
                <a:gd name="T9" fmla="*/ 61 h 80"/>
                <a:gd name="T10" fmla="*/ 40 w 80"/>
                <a:gd name="T11" fmla="*/ 61 h 80"/>
                <a:gd name="T12" fmla="*/ 34 w 80"/>
                <a:gd name="T13" fmla="*/ 0 h 80"/>
                <a:gd name="T14" fmla="*/ 34 w 80"/>
                <a:gd name="T15" fmla="*/ 8 h 80"/>
                <a:gd name="T16" fmla="*/ 22 w 80"/>
                <a:gd name="T17" fmla="*/ 13 h 80"/>
                <a:gd name="T18" fmla="*/ 17 w 80"/>
                <a:gd name="T19" fmla="*/ 8 h 80"/>
                <a:gd name="T20" fmla="*/ 8 w 80"/>
                <a:gd name="T21" fmla="*/ 16 h 80"/>
                <a:gd name="T22" fmla="*/ 13 w 80"/>
                <a:gd name="T23" fmla="*/ 22 h 80"/>
                <a:gd name="T24" fmla="*/ 8 w 80"/>
                <a:gd name="T25" fmla="*/ 34 h 80"/>
                <a:gd name="T26" fmla="*/ 0 w 80"/>
                <a:gd name="T27" fmla="*/ 34 h 80"/>
                <a:gd name="T28" fmla="*/ 0 w 80"/>
                <a:gd name="T29" fmla="*/ 47 h 80"/>
                <a:gd name="T30" fmla="*/ 8 w 80"/>
                <a:gd name="T31" fmla="*/ 47 h 80"/>
                <a:gd name="T32" fmla="*/ 13 w 80"/>
                <a:gd name="T33" fmla="*/ 59 h 80"/>
                <a:gd name="T34" fmla="*/ 8 w 80"/>
                <a:gd name="T35" fmla="*/ 64 h 80"/>
                <a:gd name="T36" fmla="*/ 17 w 80"/>
                <a:gd name="T37" fmla="*/ 73 h 80"/>
                <a:gd name="T38" fmla="*/ 22 w 80"/>
                <a:gd name="T39" fmla="*/ 68 h 80"/>
                <a:gd name="T40" fmla="*/ 34 w 80"/>
                <a:gd name="T41" fmla="*/ 73 h 80"/>
                <a:gd name="T42" fmla="*/ 34 w 80"/>
                <a:gd name="T43" fmla="*/ 80 h 80"/>
                <a:gd name="T44" fmla="*/ 47 w 80"/>
                <a:gd name="T45" fmla="*/ 80 h 80"/>
                <a:gd name="T46" fmla="*/ 47 w 80"/>
                <a:gd name="T47" fmla="*/ 73 h 80"/>
                <a:gd name="T48" fmla="*/ 59 w 80"/>
                <a:gd name="T49" fmla="*/ 68 h 80"/>
                <a:gd name="T50" fmla="*/ 64 w 80"/>
                <a:gd name="T51" fmla="*/ 73 h 80"/>
                <a:gd name="T52" fmla="*/ 73 w 80"/>
                <a:gd name="T53" fmla="*/ 64 h 80"/>
                <a:gd name="T54" fmla="*/ 68 w 80"/>
                <a:gd name="T55" fmla="*/ 59 h 80"/>
                <a:gd name="T56" fmla="*/ 73 w 80"/>
                <a:gd name="T57" fmla="*/ 47 h 80"/>
                <a:gd name="T58" fmla="*/ 80 w 80"/>
                <a:gd name="T59" fmla="*/ 47 h 80"/>
                <a:gd name="T60" fmla="*/ 80 w 80"/>
                <a:gd name="T61" fmla="*/ 34 h 80"/>
                <a:gd name="T62" fmla="*/ 73 w 80"/>
                <a:gd name="T63" fmla="*/ 34 h 80"/>
                <a:gd name="T64" fmla="*/ 68 w 80"/>
                <a:gd name="T65" fmla="*/ 22 h 80"/>
                <a:gd name="T66" fmla="*/ 73 w 80"/>
                <a:gd name="T67" fmla="*/ 16 h 80"/>
                <a:gd name="T68" fmla="*/ 64 w 80"/>
                <a:gd name="T69" fmla="*/ 8 h 80"/>
                <a:gd name="T70" fmla="*/ 59 w 80"/>
                <a:gd name="T71" fmla="*/ 13 h 80"/>
                <a:gd name="T72" fmla="*/ 47 w 80"/>
                <a:gd name="T73" fmla="*/ 8 h 80"/>
                <a:gd name="T74" fmla="*/ 47 w 80"/>
                <a:gd name="T75" fmla="*/ 0 h 80"/>
                <a:gd name="T76" fmla="*/ 34 w 80"/>
                <a:gd name="T7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0" h="80">
                  <a:moveTo>
                    <a:pt x="40" y="61"/>
                  </a:moveTo>
                  <a:cubicBezTo>
                    <a:pt x="29" y="61"/>
                    <a:pt x="20" y="52"/>
                    <a:pt x="20" y="40"/>
                  </a:cubicBezTo>
                  <a:cubicBezTo>
                    <a:pt x="20" y="29"/>
                    <a:pt x="29" y="20"/>
                    <a:pt x="40" y="20"/>
                  </a:cubicBezTo>
                  <a:cubicBezTo>
                    <a:pt x="52" y="20"/>
                    <a:pt x="61" y="29"/>
                    <a:pt x="61" y="40"/>
                  </a:cubicBezTo>
                  <a:cubicBezTo>
                    <a:pt x="61" y="52"/>
                    <a:pt x="52" y="61"/>
                    <a:pt x="40" y="61"/>
                  </a:cubicBezTo>
                  <a:cubicBezTo>
                    <a:pt x="40" y="61"/>
                    <a:pt x="40" y="61"/>
                    <a:pt x="40" y="61"/>
                  </a:cubicBezTo>
                  <a:moveTo>
                    <a:pt x="34" y="0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0" y="9"/>
                    <a:pt x="25" y="10"/>
                    <a:pt x="22" y="13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0" y="25"/>
                    <a:pt x="9" y="30"/>
                    <a:pt x="8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9" y="51"/>
                    <a:pt x="10" y="55"/>
                    <a:pt x="13" y="59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17" y="73"/>
                    <a:pt x="17" y="73"/>
                    <a:pt x="17" y="7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5" y="70"/>
                    <a:pt x="30" y="72"/>
                    <a:pt x="34" y="73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47" y="80"/>
                    <a:pt x="47" y="80"/>
                    <a:pt x="47" y="80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51" y="72"/>
                    <a:pt x="55" y="70"/>
                    <a:pt x="59" y="68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70" y="55"/>
                    <a:pt x="72" y="51"/>
                    <a:pt x="73" y="47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0" y="34"/>
                    <a:pt x="80" y="34"/>
                    <a:pt x="80" y="34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2" y="30"/>
                    <a:pt x="70" y="25"/>
                    <a:pt x="68" y="22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5" y="10"/>
                    <a:pt x="51" y="9"/>
                    <a:pt x="47" y="8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1" name="Freeform 29"/>
            <p:cNvSpPr>
              <a:spLocks noEditPoints="1"/>
            </p:cNvSpPr>
            <p:nvPr/>
          </p:nvSpPr>
          <p:spPr bwMode="auto">
            <a:xfrm>
              <a:off x="5203" y="1799"/>
              <a:ext cx="192" cy="174"/>
            </a:xfrm>
            <a:custGeom>
              <a:avLst/>
              <a:gdLst>
                <a:gd name="T0" fmla="*/ 40 w 80"/>
                <a:gd name="T1" fmla="*/ 53 h 73"/>
                <a:gd name="T2" fmla="*/ 27 w 80"/>
                <a:gd name="T3" fmla="*/ 40 h 73"/>
                <a:gd name="T4" fmla="*/ 40 w 80"/>
                <a:gd name="T5" fmla="*/ 27 h 73"/>
                <a:gd name="T6" fmla="*/ 53 w 80"/>
                <a:gd name="T7" fmla="*/ 40 h 73"/>
                <a:gd name="T8" fmla="*/ 40 w 80"/>
                <a:gd name="T9" fmla="*/ 53 h 73"/>
                <a:gd name="T10" fmla="*/ 34 w 80"/>
                <a:gd name="T11" fmla="*/ 0 h 73"/>
                <a:gd name="T12" fmla="*/ 34 w 80"/>
                <a:gd name="T13" fmla="*/ 7 h 73"/>
                <a:gd name="T14" fmla="*/ 21 w 80"/>
                <a:gd name="T15" fmla="*/ 12 h 73"/>
                <a:gd name="T16" fmla="*/ 16 w 80"/>
                <a:gd name="T17" fmla="*/ 7 h 73"/>
                <a:gd name="T18" fmla="*/ 7 w 80"/>
                <a:gd name="T19" fmla="*/ 16 h 73"/>
                <a:gd name="T20" fmla="*/ 13 w 80"/>
                <a:gd name="T21" fmla="*/ 21 h 73"/>
                <a:gd name="T22" fmla="*/ 7 w 80"/>
                <a:gd name="T23" fmla="*/ 34 h 73"/>
                <a:gd name="T24" fmla="*/ 0 w 80"/>
                <a:gd name="T25" fmla="*/ 34 h 73"/>
                <a:gd name="T26" fmla="*/ 0 w 80"/>
                <a:gd name="T27" fmla="*/ 39 h 73"/>
                <a:gd name="T28" fmla="*/ 22 w 80"/>
                <a:gd name="T29" fmla="*/ 48 h 73"/>
                <a:gd name="T30" fmla="*/ 18 w 80"/>
                <a:gd name="T31" fmla="*/ 57 h 73"/>
                <a:gd name="T32" fmla="*/ 27 w 80"/>
                <a:gd name="T33" fmla="*/ 63 h 73"/>
                <a:gd name="T34" fmla="*/ 34 w 80"/>
                <a:gd name="T35" fmla="*/ 56 h 73"/>
                <a:gd name="T36" fmla="*/ 49 w 80"/>
                <a:gd name="T37" fmla="*/ 72 h 73"/>
                <a:gd name="T38" fmla="*/ 59 w 80"/>
                <a:gd name="T39" fmla="*/ 67 h 73"/>
                <a:gd name="T40" fmla="*/ 64 w 80"/>
                <a:gd name="T41" fmla="*/ 73 h 73"/>
                <a:gd name="T42" fmla="*/ 73 w 80"/>
                <a:gd name="T43" fmla="*/ 64 h 73"/>
                <a:gd name="T44" fmla="*/ 67 w 80"/>
                <a:gd name="T45" fmla="*/ 59 h 73"/>
                <a:gd name="T46" fmla="*/ 73 w 80"/>
                <a:gd name="T47" fmla="*/ 46 h 73"/>
                <a:gd name="T48" fmla="*/ 80 w 80"/>
                <a:gd name="T49" fmla="*/ 46 h 73"/>
                <a:gd name="T50" fmla="*/ 80 w 80"/>
                <a:gd name="T51" fmla="*/ 34 h 73"/>
                <a:gd name="T52" fmla="*/ 73 w 80"/>
                <a:gd name="T53" fmla="*/ 34 h 73"/>
                <a:gd name="T54" fmla="*/ 67 w 80"/>
                <a:gd name="T55" fmla="*/ 21 h 73"/>
                <a:gd name="T56" fmla="*/ 73 w 80"/>
                <a:gd name="T57" fmla="*/ 16 h 73"/>
                <a:gd name="T58" fmla="*/ 64 w 80"/>
                <a:gd name="T59" fmla="*/ 7 h 73"/>
                <a:gd name="T60" fmla="*/ 59 w 80"/>
                <a:gd name="T61" fmla="*/ 12 h 73"/>
                <a:gd name="T62" fmla="*/ 46 w 80"/>
                <a:gd name="T63" fmla="*/ 7 h 73"/>
                <a:gd name="T64" fmla="*/ 46 w 80"/>
                <a:gd name="T65" fmla="*/ 0 h 73"/>
                <a:gd name="T66" fmla="*/ 34 w 80"/>
                <a:gd name="T6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73">
                  <a:moveTo>
                    <a:pt x="40" y="53"/>
                  </a:moveTo>
                  <a:cubicBezTo>
                    <a:pt x="33" y="53"/>
                    <a:pt x="27" y="47"/>
                    <a:pt x="27" y="40"/>
                  </a:cubicBezTo>
                  <a:cubicBezTo>
                    <a:pt x="27" y="33"/>
                    <a:pt x="33" y="27"/>
                    <a:pt x="40" y="27"/>
                  </a:cubicBezTo>
                  <a:cubicBezTo>
                    <a:pt x="47" y="27"/>
                    <a:pt x="53" y="33"/>
                    <a:pt x="53" y="40"/>
                  </a:cubicBezTo>
                  <a:cubicBezTo>
                    <a:pt x="53" y="47"/>
                    <a:pt x="47" y="53"/>
                    <a:pt x="40" y="53"/>
                  </a:cubicBezTo>
                  <a:moveTo>
                    <a:pt x="34" y="0"/>
                  </a:moveTo>
                  <a:cubicBezTo>
                    <a:pt x="34" y="7"/>
                    <a:pt x="34" y="7"/>
                    <a:pt x="34" y="7"/>
                  </a:cubicBezTo>
                  <a:cubicBezTo>
                    <a:pt x="29" y="8"/>
                    <a:pt x="25" y="10"/>
                    <a:pt x="21" y="12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0" y="25"/>
                    <a:pt x="8" y="29"/>
                    <a:pt x="7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2" y="48"/>
                    <a:pt x="19" y="56"/>
                    <a:pt x="18" y="57"/>
                  </a:cubicBezTo>
                  <a:cubicBezTo>
                    <a:pt x="21" y="59"/>
                    <a:pt x="24" y="61"/>
                    <a:pt x="27" y="63"/>
                  </a:cubicBezTo>
                  <a:cubicBezTo>
                    <a:pt x="28" y="62"/>
                    <a:pt x="34" y="56"/>
                    <a:pt x="34" y="56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53" y="71"/>
                    <a:pt x="56" y="69"/>
                    <a:pt x="59" y="67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70" y="55"/>
                    <a:pt x="72" y="51"/>
                    <a:pt x="73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34"/>
                    <a:pt x="80" y="34"/>
                    <a:pt x="80" y="34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2" y="29"/>
                    <a:pt x="70" y="25"/>
                    <a:pt x="67" y="21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55" y="10"/>
                    <a:pt x="51" y="8"/>
                    <a:pt x="46" y="7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2" name="Freeform 30"/>
            <p:cNvSpPr/>
            <p:nvPr/>
          </p:nvSpPr>
          <p:spPr bwMode="auto">
            <a:xfrm>
              <a:off x="4766" y="2248"/>
              <a:ext cx="191" cy="191"/>
            </a:xfrm>
            <a:custGeom>
              <a:avLst/>
              <a:gdLst>
                <a:gd name="T0" fmla="*/ 17 w 80"/>
                <a:gd name="T1" fmla="*/ 0 h 80"/>
                <a:gd name="T2" fmla="*/ 8 w 80"/>
                <a:gd name="T3" fmla="*/ 10 h 80"/>
                <a:gd name="T4" fmla="*/ 13 w 80"/>
                <a:gd name="T5" fmla="*/ 16 h 80"/>
                <a:gd name="T6" fmla="*/ 8 w 80"/>
                <a:gd name="T7" fmla="*/ 29 h 80"/>
                <a:gd name="T8" fmla="*/ 0 w 80"/>
                <a:gd name="T9" fmla="*/ 29 h 80"/>
                <a:gd name="T10" fmla="*/ 0 w 80"/>
                <a:gd name="T11" fmla="*/ 43 h 80"/>
                <a:gd name="T12" fmla="*/ 8 w 80"/>
                <a:gd name="T13" fmla="*/ 43 h 80"/>
                <a:gd name="T14" fmla="*/ 13 w 80"/>
                <a:gd name="T15" fmla="*/ 57 h 80"/>
                <a:gd name="T16" fmla="*/ 8 w 80"/>
                <a:gd name="T17" fmla="*/ 63 h 80"/>
                <a:gd name="T18" fmla="*/ 17 w 80"/>
                <a:gd name="T19" fmla="*/ 72 h 80"/>
                <a:gd name="T20" fmla="*/ 23 w 80"/>
                <a:gd name="T21" fmla="*/ 67 h 80"/>
                <a:gd name="T22" fmla="*/ 37 w 80"/>
                <a:gd name="T23" fmla="*/ 72 h 80"/>
                <a:gd name="T24" fmla="*/ 37 w 80"/>
                <a:gd name="T25" fmla="*/ 80 h 80"/>
                <a:gd name="T26" fmla="*/ 51 w 80"/>
                <a:gd name="T27" fmla="*/ 80 h 80"/>
                <a:gd name="T28" fmla="*/ 51 w 80"/>
                <a:gd name="T29" fmla="*/ 72 h 80"/>
                <a:gd name="T30" fmla="*/ 64 w 80"/>
                <a:gd name="T31" fmla="*/ 67 h 80"/>
                <a:gd name="T32" fmla="*/ 70 w 80"/>
                <a:gd name="T33" fmla="*/ 72 h 80"/>
                <a:gd name="T34" fmla="*/ 80 w 80"/>
                <a:gd name="T35" fmla="*/ 63 h 80"/>
                <a:gd name="T36" fmla="*/ 74 w 80"/>
                <a:gd name="T37" fmla="*/ 57 h 80"/>
                <a:gd name="T38" fmla="*/ 78 w 80"/>
                <a:gd name="T39" fmla="*/ 49 h 80"/>
                <a:gd name="T40" fmla="*/ 74 w 80"/>
                <a:gd name="T41" fmla="*/ 53 h 80"/>
                <a:gd name="T42" fmla="*/ 53 w 80"/>
                <a:gd name="T43" fmla="*/ 32 h 80"/>
                <a:gd name="T44" fmla="*/ 60 w 80"/>
                <a:gd name="T45" fmla="*/ 24 h 80"/>
                <a:gd name="T46" fmla="*/ 53 w 80"/>
                <a:gd name="T47" fmla="*/ 13 h 80"/>
                <a:gd name="T48" fmla="*/ 43 w 80"/>
                <a:gd name="T49" fmla="*/ 17 h 80"/>
                <a:gd name="T50" fmla="*/ 37 w 80"/>
                <a:gd name="T51" fmla="*/ 0 h 80"/>
                <a:gd name="T52" fmla="*/ 37 w 80"/>
                <a:gd name="T53" fmla="*/ 0 h 80"/>
                <a:gd name="T54" fmla="*/ 23 w 80"/>
                <a:gd name="T55" fmla="*/ 6 h 80"/>
                <a:gd name="T56" fmla="*/ 17 w 80"/>
                <a:gd name="T5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0" h="80">
                  <a:moveTo>
                    <a:pt x="17" y="0"/>
                  </a:moveTo>
                  <a:cubicBezTo>
                    <a:pt x="8" y="10"/>
                    <a:pt x="8" y="10"/>
                    <a:pt x="8" y="10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1" y="20"/>
                    <a:pt x="9" y="24"/>
                    <a:pt x="8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8"/>
                    <a:pt x="11" y="53"/>
                    <a:pt x="13" y="57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7" y="69"/>
                    <a:pt x="32" y="71"/>
                    <a:pt x="37" y="72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6" y="71"/>
                    <a:pt x="60" y="69"/>
                    <a:pt x="64" y="67"/>
                  </a:cubicBezTo>
                  <a:cubicBezTo>
                    <a:pt x="70" y="72"/>
                    <a:pt x="70" y="72"/>
                    <a:pt x="70" y="7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76" y="54"/>
                    <a:pt x="77" y="52"/>
                    <a:pt x="78" y="49"/>
                  </a:cubicBezTo>
                  <a:cubicBezTo>
                    <a:pt x="76" y="51"/>
                    <a:pt x="74" y="53"/>
                    <a:pt x="74" y="53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32"/>
                    <a:pt x="59" y="26"/>
                    <a:pt x="60" y="24"/>
                  </a:cubicBezTo>
                  <a:cubicBezTo>
                    <a:pt x="57" y="21"/>
                    <a:pt x="55" y="17"/>
                    <a:pt x="53" y="13"/>
                  </a:cubicBezTo>
                  <a:cubicBezTo>
                    <a:pt x="51" y="14"/>
                    <a:pt x="43" y="17"/>
                    <a:pt x="43" y="1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2" y="1"/>
                    <a:pt x="27" y="3"/>
                    <a:pt x="23" y="6"/>
                  </a:cubicBez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3" name="Freeform 31"/>
            <p:cNvSpPr>
              <a:spLocks noEditPoints="1"/>
            </p:cNvSpPr>
            <p:nvPr/>
          </p:nvSpPr>
          <p:spPr bwMode="auto">
            <a:xfrm>
              <a:off x="4852" y="1892"/>
              <a:ext cx="523" cy="523"/>
            </a:xfrm>
            <a:custGeom>
              <a:avLst/>
              <a:gdLst>
                <a:gd name="T0" fmla="*/ 49 w 219"/>
                <a:gd name="T1" fmla="*/ 159 h 219"/>
                <a:gd name="T2" fmla="*/ 74 w 219"/>
                <a:gd name="T3" fmla="*/ 159 h 219"/>
                <a:gd name="T4" fmla="*/ 156 w 219"/>
                <a:gd name="T5" fmla="*/ 172 h 219"/>
                <a:gd name="T6" fmla="*/ 156 w 219"/>
                <a:gd name="T7" fmla="*/ 147 h 219"/>
                <a:gd name="T8" fmla="*/ 156 w 219"/>
                <a:gd name="T9" fmla="*/ 172 h 219"/>
                <a:gd name="T10" fmla="*/ 92 w 219"/>
                <a:gd name="T11" fmla="*/ 74 h 219"/>
                <a:gd name="T12" fmla="*/ 97 w 219"/>
                <a:gd name="T13" fmla="*/ 63 h 219"/>
                <a:gd name="T14" fmla="*/ 122 w 219"/>
                <a:gd name="T15" fmla="*/ 72 h 219"/>
                <a:gd name="T16" fmla="*/ 133 w 219"/>
                <a:gd name="T17" fmla="*/ 68 h 219"/>
                <a:gd name="T18" fmla="*/ 145 w 219"/>
                <a:gd name="T19" fmla="*/ 92 h 219"/>
                <a:gd name="T20" fmla="*/ 150 w 219"/>
                <a:gd name="T21" fmla="*/ 97 h 219"/>
                <a:gd name="T22" fmla="*/ 156 w 219"/>
                <a:gd name="T23" fmla="*/ 122 h 219"/>
                <a:gd name="T24" fmla="*/ 145 w 219"/>
                <a:gd name="T25" fmla="*/ 127 h 219"/>
                <a:gd name="T26" fmla="*/ 133 w 219"/>
                <a:gd name="T27" fmla="*/ 151 h 219"/>
                <a:gd name="T28" fmla="*/ 122 w 219"/>
                <a:gd name="T29" fmla="*/ 147 h 219"/>
                <a:gd name="T30" fmla="*/ 97 w 219"/>
                <a:gd name="T31" fmla="*/ 156 h 219"/>
                <a:gd name="T32" fmla="*/ 92 w 219"/>
                <a:gd name="T33" fmla="*/ 145 h 219"/>
                <a:gd name="T34" fmla="*/ 68 w 219"/>
                <a:gd name="T35" fmla="*/ 133 h 219"/>
                <a:gd name="T36" fmla="*/ 72 w 219"/>
                <a:gd name="T37" fmla="*/ 122 h 219"/>
                <a:gd name="T38" fmla="*/ 63 w 219"/>
                <a:gd name="T39" fmla="*/ 97 h 219"/>
                <a:gd name="T40" fmla="*/ 72 w 219"/>
                <a:gd name="T41" fmla="*/ 97 h 219"/>
                <a:gd name="T42" fmla="*/ 68 w 219"/>
                <a:gd name="T43" fmla="*/ 85 h 219"/>
                <a:gd name="T44" fmla="*/ 92 w 219"/>
                <a:gd name="T45" fmla="*/ 74 h 219"/>
                <a:gd name="T46" fmla="*/ 143 w 219"/>
                <a:gd name="T47" fmla="*/ 59 h 219"/>
                <a:gd name="T48" fmla="*/ 168 w 219"/>
                <a:gd name="T49" fmla="*/ 59 h 219"/>
                <a:gd name="T50" fmla="*/ 61 w 219"/>
                <a:gd name="T51" fmla="*/ 71 h 219"/>
                <a:gd name="T52" fmla="*/ 61 w 219"/>
                <a:gd name="T53" fmla="*/ 46 h 219"/>
                <a:gd name="T54" fmla="*/ 61 w 219"/>
                <a:gd name="T55" fmla="*/ 71 h 219"/>
                <a:gd name="T56" fmla="*/ 101 w 219"/>
                <a:gd name="T57" fmla="*/ 0 h 219"/>
                <a:gd name="T58" fmla="*/ 81 w 219"/>
                <a:gd name="T59" fmla="*/ 13 h 219"/>
                <a:gd name="T60" fmla="*/ 61 w 219"/>
                <a:gd name="T61" fmla="*/ 11 h 219"/>
                <a:gd name="T62" fmla="*/ 45 w 219"/>
                <a:gd name="T63" fmla="*/ 32 h 219"/>
                <a:gd name="T64" fmla="*/ 26 w 219"/>
                <a:gd name="T65" fmla="*/ 38 h 219"/>
                <a:gd name="T66" fmla="*/ 21 w 219"/>
                <a:gd name="T67" fmla="*/ 62 h 219"/>
                <a:gd name="T68" fmla="*/ 5 w 219"/>
                <a:gd name="T69" fmla="*/ 74 h 219"/>
                <a:gd name="T70" fmla="*/ 9 w 219"/>
                <a:gd name="T71" fmla="*/ 101 h 219"/>
                <a:gd name="T72" fmla="*/ 0 w 219"/>
                <a:gd name="T73" fmla="*/ 118 h 219"/>
                <a:gd name="T74" fmla="*/ 13 w 219"/>
                <a:gd name="T75" fmla="*/ 138 h 219"/>
                <a:gd name="T76" fmla="*/ 11 w 219"/>
                <a:gd name="T77" fmla="*/ 158 h 219"/>
                <a:gd name="T78" fmla="*/ 32 w 219"/>
                <a:gd name="T79" fmla="*/ 174 h 219"/>
                <a:gd name="T80" fmla="*/ 38 w 219"/>
                <a:gd name="T81" fmla="*/ 193 h 219"/>
                <a:gd name="T82" fmla="*/ 62 w 219"/>
                <a:gd name="T83" fmla="*/ 198 h 219"/>
                <a:gd name="T84" fmla="*/ 74 w 219"/>
                <a:gd name="T85" fmla="*/ 213 h 219"/>
                <a:gd name="T86" fmla="*/ 101 w 219"/>
                <a:gd name="T87" fmla="*/ 210 h 219"/>
                <a:gd name="T88" fmla="*/ 118 w 219"/>
                <a:gd name="T89" fmla="*/ 219 h 219"/>
                <a:gd name="T90" fmla="*/ 138 w 219"/>
                <a:gd name="T91" fmla="*/ 206 h 219"/>
                <a:gd name="T92" fmla="*/ 158 w 219"/>
                <a:gd name="T93" fmla="*/ 208 h 219"/>
                <a:gd name="T94" fmla="*/ 174 w 219"/>
                <a:gd name="T95" fmla="*/ 186 h 219"/>
                <a:gd name="T96" fmla="*/ 193 w 219"/>
                <a:gd name="T97" fmla="*/ 181 h 219"/>
                <a:gd name="T98" fmla="*/ 198 w 219"/>
                <a:gd name="T99" fmla="*/ 157 h 219"/>
                <a:gd name="T100" fmla="*/ 213 w 219"/>
                <a:gd name="T101" fmla="*/ 145 h 219"/>
                <a:gd name="T102" fmla="*/ 210 w 219"/>
                <a:gd name="T103" fmla="*/ 118 h 219"/>
                <a:gd name="T104" fmla="*/ 219 w 219"/>
                <a:gd name="T105" fmla="*/ 101 h 219"/>
                <a:gd name="T106" fmla="*/ 206 w 219"/>
                <a:gd name="T107" fmla="*/ 81 h 219"/>
                <a:gd name="T108" fmla="*/ 208 w 219"/>
                <a:gd name="T109" fmla="*/ 61 h 219"/>
                <a:gd name="T110" fmla="*/ 187 w 219"/>
                <a:gd name="T111" fmla="*/ 45 h 219"/>
                <a:gd name="T112" fmla="*/ 181 w 219"/>
                <a:gd name="T113" fmla="*/ 26 h 219"/>
                <a:gd name="T114" fmla="*/ 157 w 219"/>
                <a:gd name="T115" fmla="*/ 21 h 219"/>
                <a:gd name="T116" fmla="*/ 145 w 219"/>
                <a:gd name="T117" fmla="*/ 5 h 219"/>
                <a:gd name="T118" fmla="*/ 118 w 219"/>
                <a:gd name="T119" fmla="*/ 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9" h="219">
                  <a:moveTo>
                    <a:pt x="61" y="172"/>
                  </a:moveTo>
                  <a:cubicBezTo>
                    <a:pt x="54" y="172"/>
                    <a:pt x="49" y="166"/>
                    <a:pt x="49" y="159"/>
                  </a:cubicBezTo>
                  <a:cubicBezTo>
                    <a:pt x="49" y="152"/>
                    <a:pt x="54" y="147"/>
                    <a:pt x="61" y="147"/>
                  </a:cubicBezTo>
                  <a:cubicBezTo>
                    <a:pt x="68" y="147"/>
                    <a:pt x="74" y="152"/>
                    <a:pt x="74" y="159"/>
                  </a:cubicBezTo>
                  <a:cubicBezTo>
                    <a:pt x="74" y="166"/>
                    <a:pt x="68" y="172"/>
                    <a:pt x="61" y="172"/>
                  </a:cubicBezTo>
                  <a:moveTo>
                    <a:pt x="156" y="172"/>
                  </a:moveTo>
                  <a:cubicBezTo>
                    <a:pt x="149" y="172"/>
                    <a:pt x="143" y="166"/>
                    <a:pt x="143" y="159"/>
                  </a:cubicBezTo>
                  <a:cubicBezTo>
                    <a:pt x="143" y="152"/>
                    <a:pt x="149" y="147"/>
                    <a:pt x="156" y="147"/>
                  </a:cubicBezTo>
                  <a:cubicBezTo>
                    <a:pt x="163" y="147"/>
                    <a:pt x="168" y="152"/>
                    <a:pt x="168" y="159"/>
                  </a:cubicBezTo>
                  <a:cubicBezTo>
                    <a:pt x="168" y="166"/>
                    <a:pt x="163" y="172"/>
                    <a:pt x="156" y="172"/>
                  </a:cubicBezTo>
                  <a:cubicBezTo>
                    <a:pt x="156" y="172"/>
                    <a:pt x="156" y="172"/>
                    <a:pt x="156" y="172"/>
                  </a:cubicBezTo>
                  <a:moveTo>
                    <a:pt x="92" y="74"/>
                  </a:moveTo>
                  <a:cubicBezTo>
                    <a:pt x="94" y="73"/>
                    <a:pt x="95" y="73"/>
                    <a:pt x="97" y="72"/>
                  </a:cubicBezTo>
                  <a:cubicBezTo>
                    <a:pt x="97" y="71"/>
                    <a:pt x="97" y="63"/>
                    <a:pt x="97" y="63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2" y="63"/>
                    <a:pt x="122" y="71"/>
                    <a:pt x="122" y="72"/>
                  </a:cubicBezTo>
                  <a:cubicBezTo>
                    <a:pt x="124" y="73"/>
                    <a:pt x="125" y="73"/>
                    <a:pt x="127" y="74"/>
                  </a:cubicBezTo>
                  <a:cubicBezTo>
                    <a:pt x="128" y="73"/>
                    <a:pt x="133" y="68"/>
                    <a:pt x="133" y="68"/>
                  </a:cubicBezTo>
                  <a:cubicBezTo>
                    <a:pt x="151" y="85"/>
                    <a:pt x="151" y="85"/>
                    <a:pt x="151" y="85"/>
                  </a:cubicBezTo>
                  <a:cubicBezTo>
                    <a:pt x="151" y="85"/>
                    <a:pt x="146" y="91"/>
                    <a:pt x="145" y="92"/>
                  </a:cubicBezTo>
                  <a:cubicBezTo>
                    <a:pt x="145" y="93"/>
                    <a:pt x="146" y="95"/>
                    <a:pt x="147" y="97"/>
                  </a:cubicBezTo>
                  <a:cubicBezTo>
                    <a:pt x="147" y="97"/>
                    <a:pt x="148" y="97"/>
                    <a:pt x="150" y="97"/>
                  </a:cubicBezTo>
                  <a:cubicBezTo>
                    <a:pt x="152" y="97"/>
                    <a:pt x="156" y="97"/>
                    <a:pt x="156" y="97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48" y="122"/>
                    <a:pt x="147" y="122"/>
                  </a:cubicBezTo>
                  <a:cubicBezTo>
                    <a:pt x="146" y="124"/>
                    <a:pt x="145" y="125"/>
                    <a:pt x="145" y="127"/>
                  </a:cubicBezTo>
                  <a:cubicBezTo>
                    <a:pt x="146" y="128"/>
                    <a:pt x="151" y="133"/>
                    <a:pt x="151" y="133"/>
                  </a:cubicBezTo>
                  <a:cubicBezTo>
                    <a:pt x="133" y="151"/>
                    <a:pt x="133" y="151"/>
                    <a:pt x="133" y="151"/>
                  </a:cubicBezTo>
                  <a:cubicBezTo>
                    <a:pt x="133" y="151"/>
                    <a:pt x="128" y="145"/>
                    <a:pt x="127" y="145"/>
                  </a:cubicBezTo>
                  <a:cubicBezTo>
                    <a:pt x="125" y="145"/>
                    <a:pt x="124" y="146"/>
                    <a:pt x="122" y="147"/>
                  </a:cubicBezTo>
                  <a:cubicBezTo>
                    <a:pt x="122" y="148"/>
                    <a:pt x="122" y="156"/>
                    <a:pt x="122" y="156"/>
                  </a:cubicBezTo>
                  <a:cubicBezTo>
                    <a:pt x="97" y="156"/>
                    <a:pt x="97" y="156"/>
                    <a:pt x="97" y="156"/>
                  </a:cubicBezTo>
                  <a:cubicBezTo>
                    <a:pt x="97" y="156"/>
                    <a:pt x="97" y="148"/>
                    <a:pt x="97" y="147"/>
                  </a:cubicBezTo>
                  <a:cubicBezTo>
                    <a:pt x="95" y="146"/>
                    <a:pt x="94" y="145"/>
                    <a:pt x="92" y="145"/>
                  </a:cubicBezTo>
                  <a:cubicBezTo>
                    <a:pt x="91" y="145"/>
                    <a:pt x="86" y="151"/>
                    <a:pt x="86" y="151"/>
                  </a:cubicBezTo>
                  <a:cubicBezTo>
                    <a:pt x="68" y="133"/>
                    <a:pt x="68" y="133"/>
                    <a:pt x="68" y="133"/>
                  </a:cubicBezTo>
                  <a:cubicBezTo>
                    <a:pt x="68" y="133"/>
                    <a:pt x="73" y="128"/>
                    <a:pt x="74" y="127"/>
                  </a:cubicBezTo>
                  <a:cubicBezTo>
                    <a:pt x="73" y="125"/>
                    <a:pt x="73" y="124"/>
                    <a:pt x="72" y="122"/>
                  </a:cubicBezTo>
                  <a:cubicBezTo>
                    <a:pt x="71" y="122"/>
                    <a:pt x="63" y="122"/>
                    <a:pt x="63" y="122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3" y="97"/>
                    <a:pt x="67" y="97"/>
                    <a:pt x="69" y="97"/>
                  </a:cubicBezTo>
                  <a:cubicBezTo>
                    <a:pt x="71" y="97"/>
                    <a:pt x="72" y="97"/>
                    <a:pt x="72" y="97"/>
                  </a:cubicBezTo>
                  <a:cubicBezTo>
                    <a:pt x="73" y="95"/>
                    <a:pt x="73" y="93"/>
                    <a:pt x="74" y="92"/>
                  </a:cubicBezTo>
                  <a:cubicBezTo>
                    <a:pt x="73" y="91"/>
                    <a:pt x="68" y="85"/>
                    <a:pt x="68" y="85"/>
                  </a:cubicBezTo>
                  <a:cubicBezTo>
                    <a:pt x="86" y="68"/>
                    <a:pt x="86" y="68"/>
                    <a:pt x="86" y="68"/>
                  </a:cubicBezTo>
                  <a:cubicBezTo>
                    <a:pt x="86" y="68"/>
                    <a:pt x="91" y="73"/>
                    <a:pt x="92" y="74"/>
                  </a:cubicBezTo>
                  <a:moveTo>
                    <a:pt x="156" y="71"/>
                  </a:moveTo>
                  <a:cubicBezTo>
                    <a:pt x="149" y="71"/>
                    <a:pt x="143" y="65"/>
                    <a:pt x="143" y="59"/>
                  </a:cubicBezTo>
                  <a:cubicBezTo>
                    <a:pt x="143" y="52"/>
                    <a:pt x="149" y="46"/>
                    <a:pt x="156" y="46"/>
                  </a:cubicBezTo>
                  <a:cubicBezTo>
                    <a:pt x="163" y="46"/>
                    <a:pt x="168" y="52"/>
                    <a:pt x="168" y="59"/>
                  </a:cubicBezTo>
                  <a:cubicBezTo>
                    <a:pt x="168" y="65"/>
                    <a:pt x="163" y="71"/>
                    <a:pt x="156" y="71"/>
                  </a:cubicBezTo>
                  <a:moveTo>
                    <a:pt x="61" y="71"/>
                  </a:moveTo>
                  <a:cubicBezTo>
                    <a:pt x="54" y="71"/>
                    <a:pt x="49" y="65"/>
                    <a:pt x="49" y="59"/>
                  </a:cubicBezTo>
                  <a:cubicBezTo>
                    <a:pt x="49" y="52"/>
                    <a:pt x="54" y="46"/>
                    <a:pt x="61" y="46"/>
                  </a:cubicBezTo>
                  <a:cubicBezTo>
                    <a:pt x="68" y="46"/>
                    <a:pt x="74" y="52"/>
                    <a:pt x="74" y="59"/>
                  </a:cubicBezTo>
                  <a:cubicBezTo>
                    <a:pt x="74" y="65"/>
                    <a:pt x="68" y="71"/>
                    <a:pt x="61" y="71"/>
                  </a:cubicBezTo>
                  <a:moveTo>
                    <a:pt x="118" y="0"/>
                  </a:moveTo>
                  <a:cubicBezTo>
                    <a:pt x="101" y="0"/>
                    <a:pt x="101" y="0"/>
                    <a:pt x="101" y="0"/>
                  </a:cubicBezTo>
                  <a:cubicBezTo>
                    <a:pt x="101" y="9"/>
                    <a:pt x="101" y="9"/>
                    <a:pt x="101" y="9"/>
                  </a:cubicBezTo>
                  <a:cubicBezTo>
                    <a:pt x="94" y="10"/>
                    <a:pt x="87" y="11"/>
                    <a:pt x="81" y="13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57" y="23"/>
                    <a:pt x="51" y="27"/>
                    <a:pt x="45" y="32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28" y="50"/>
                    <a:pt x="24" y="55"/>
                    <a:pt x="21" y="62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14" y="78"/>
                    <a:pt x="14" y="78"/>
                    <a:pt x="14" y="78"/>
                  </a:cubicBezTo>
                  <a:cubicBezTo>
                    <a:pt x="11" y="85"/>
                    <a:pt x="10" y="93"/>
                    <a:pt x="9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0" y="125"/>
                    <a:pt x="11" y="132"/>
                    <a:pt x="13" y="138"/>
                  </a:cubicBezTo>
                  <a:cubicBezTo>
                    <a:pt x="4" y="142"/>
                    <a:pt x="4" y="142"/>
                    <a:pt x="4" y="142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61"/>
                    <a:pt x="27" y="168"/>
                    <a:pt x="32" y="174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38" y="193"/>
                    <a:pt x="38" y="193"/>
                    <a:pt x="38" y="193"/>
                  </a:cubicBezTo>
                  <a:cubicBezTo>
                    <a:pt x="45" y="186"/>
                    <a:pt x="45" y="186"/>
                    <a:pt x="45" y="186"/>
                  </a:cubicBezTo>
                  <a:cubicBezTo>
                    <a:pt x="50" y="191"/>
                    <a:pt x="56" y="195"/>
                    <a:pt x="62" y="198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74" y="213"/>
                    <a:pt x="74" y="213"/>
                    <a:pt x="74" y="213"/>
                  </a:cubicBezTo>
                  <a:cubicBezTo>
                    <a:pt x="78" y="205"/>
                    <a:pt x="78" y="205"/>
                    <a:pt x="78" y="205"/>
                  </a:cubicBezTo>
                  <a:cubicBezTo>
                    <a:pt x="85" y="207"/>
                    <a:pt x="93" y="209"/>
                    <a:pt x="101" y="210"/>
                  </a:cubicBezTo>
                  <a:cubicBezTo>
                    <a:pt x="101" y="219"/>
                    <a:pt x="101" y="219"/>
                    <a:pt x="101" y="219"/>
                  </a:cubicBezTo>
                  <a:cubicBezTo>
                    <a:pt x="118" y="219"/>
                    <a:pt x="118" y="219"/>
                    <a:pt x="118" y="219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5" y="209"/>
                    <a:pt x="132" y="208"/>
                    <a:pt x="138" y="206"/>
                  </a:cubicBezTo>
                  <a:cubicBezTo>
                    <a:pt x="142" y="214"/>
                    <a:pt x="142" y="214"/>
                    <a:pt x="142" y="214"/>
                  </a:cubicBezTo>
                  <a:cubicBezTo>
                    <a:pt x="158" y="208"/>
                    <a:pt x="158" y="208"/>
                    <a:pt x="158" y="208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62" y="196"/>
                    <a:pt x="168" y="191"/>
                    <a:pt x="174" y="186"/>
                  </a:cubicBezTo>
                  <a:cubicBezTo>
                    <a:pt x="181" y="193"/>
                    <a:pt x="181" y="193"/>
                    <a:pt x="181" y="193"/>
                  </a:cubicBezTo>
                  <a:cubicBezTo>
                    <a:pt x="193" y="181"/>
                    <a:pt x="193" y="181"/>
                    <a:pt x="193" y="181"/>
                  </a:cubicBezTo>
                  <a:cubicBezTo>
                    <a:pt x="187" y="174"/>
                    <a:pt x="187" y="174"/>
                    <a:pt x="187" y="174"/>
                  </a:cubicBezTo>
                  <a:cubicBezTo>
                    <a:pt x="191" y="169"/>
                    <a:pt x="195" y="163"/>
                    <a:pt x="198" y="157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05" y="141"/>
                    <a:pt x="205" y="141"/>
                    <a:pt x="205" y="141"/>
                  </a:cubicBezTo>
                  <a:cubicBezTo>
                    <a:pt x="207" y="134"/>
                    <a:pt x="209" y="126"/>
                    <a:pt x="210" y="118"/>
                  </a:cubicBezTo>
                  <a:cubicBezTo>
                    <a:pt x="219" y="118"/>
                    <a:pt x="219" y="118"/>
                    <a:pt x="219" y="118"/>
                  </a:cubicBezTo>
                  <a:cubicBezTo>
                    <a:pt x="219" y="101"/>
                    <a:pt x="219" y="101"/>
                    <a:pt x="219" y="101"/>
                  </a:cubicBezTo>
                  <a:cubicBezTo>
                    <a:pt x="210" y="101"/>
                    <a:pt x="210" y="101"/>
                    <a:pt x="210" y="101"/>
                  </a:cubicBezTo>
                  <a:cubicBezTo>
                    <a:pt x="209" y="94"/>
                    <a:pt x="208" y="87"/>
                    <a:pt x="206" y="81"/>
                  </a:cubicBezTo>
                  <a:cubicBezTo>
                    <a:pt x="214" y="77"/>
                    <a:pt x="214" y="77"/>
                    <a:pt x="214" y="77"/>
                  </a:cubicBezTo>
                  <a:cubicBezTo>
                    <a:pt x="208" y="61"/>
                    <a:pt x="208" y="61"/>
                    <a:pt x="208" y="61"/>
                  </a:cubicBezTo>
                  <a:cubicBezTo>
                    <a:pt x="199" y="64"/>
                    <a:pt x="199" y="64"/>
                    <a:pt x="199" y="64"/>
                  </a:cubicBezTo>
                  <a:cubicBezTo>
                    <a:pt x="196" y="57"/>
                    <a:pt x="192" y="51"/>
                    <a:pt x="187" y="45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81" y="26"/>
                    <a:pt x="181" y="26"/>
                    <a:pt x="181" y="26"/>
                  </a:cubicBezTo>
                  <a:cubicBezTo>
                    <a:pt x="174" y="32"/>
                    <a:pt x="174" y="32"/>
                    <a:pt x="174" y="32"/>
                  </a:cubicBezTo>
                  <a:cubicBezTo>
                    <a:pt x="169" y="28"/>
                    <a:pt x="163" y="24"/>
                    <a:pt x="157" y="21"/>
                  </a:cubicBezTo>
                  <a:cubicBezTo>
                    <a:pt x="161" y="12"/>
                    <a:pt x="161" y="12"/>
                    <a:pt x="161" y="12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1" y="14"/>
                    <a:pt x="141" y="14"/>
                    <a:pt x="141" y="14"/>
                  </a:cubicBezTo>
                  <a:cubicBezTo>
                    <a:pt x="134" y="11"/>
                    <a:pt x="126" y="10"/>
                    <a:pt x="118" y="9"/>
                  </a:cubicBezTo>
                  <a:cubicBezTo>
                    <a:pt x="118" y="0"/>
                    <a:pt x="118" y="0"/>
                    <a:pt x="1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3726942" y="3414039"/>
            <a:ext cx="481864" cy="225828"/>
            <a:chOff x="4970550" y="4479995"/>
            <a:chExt cx="642652" cy="301183"/>
          </a:xfrm>
          <a:solidFill>
            <a:srgbClr val="00A2B3"/>
          </a:solidFill>
        </p:grpSpPr>
        <p:grpSp>
          <p:nvGrpSpPr>
            <p:cNvPr id="125" name="Group 21"/>
            <p:cNvGrpSpPr>
              <a:grpSpLocks noChangeAspect="1"/>
            </p:cNvGrpSpPr>
            <p:nvPr/>
          </p:nvGrpSpPr>
          <p:grpSpPr bwMode="auto">
            <a:xfrm>
              <a:off x="4970550" y="4556389"/>
              <a:ext cx="642652" cy="224789"/>
              <a:chOff x="4095" y="2571"/>
              <a:chExt cx="1155" cy="404"/>
            </a:xfrm>
            <a:grpFill/>
          </p:grpSpPr>
          <p:sp>
            <p:nvSpPr>
              <p:cNvPr id="127" name="Freeform 22"/>
              <p:cNvSpPr>
                <a:spLocks noEditPoints="1"/>
              </p:cNvSpPr>
              <p:nvPr/>
            </p:nvSpPr>
            <p:spPr bwMode="auto">
              <a:xfrm>
                <a:off x="4741" y="2730"/>
                <a:ext cx="242" cy="245"/>
              </a:xfrm>
              <a:custGeom>
                <a:avLst/>
                <a:gdLst>
                  <a:gd name="T0" fmla="*/ 31 w 102"/>
                  <a:gd name="T1" fmla="*/ 65 h 102"/>
                  <a:gd name="T2" fmla="*/ 11 w 102"/>
                  <a:gd name="T3" fmla="*/ 66 h 102"/>
                  <a:gd name="T4" fmla="*/ 8 w 102"/>
                  <a:gd name="T5" fmla="*/ 70 h 102"/>
                  <a:gd name="T6" fmla="*/ 0 w 102"/>
                  <a:gd name="T7" fmla="*/ 79 h 102"/>
                  <a:gd name="T8" fmla="*/ 11 w 102"/>
                  <a:gd name="T9" fmla="*/ 87 h 102"/>
                  <a:gd name="T10" fmla="*/ 36 w 102"/>
                  <a:gd name="T11" fmla="*/ 66 h 102"/>
                  <a:gd name="T12" fmla="*/ 31 w 102"/>
                  <a:gd name="T13" fmla="*/ 65 h 102"/>
                  <a:gd name="T14" fmla="*/ 33 w 102"/>
                  <a:gd name="T15" fmla="*/ 87 h 102"/>
                  <a:gd name="T16" fmla="*/ 43 w 102"/>
                  <a:gd name="T17" fmla="*/ 102 h 102"/>
                  <a:gd name="T18" fmla="*/ 70 w 102"/>
                  <a:gd name="T19" fmla="*/ 77 h 102"/>
                  <a:gd name="T20" fmla="*/ 70 w 102"/>
                  <a:gd name="T21" fmla="*/ 77 h 102"/>
                  <a:gd name="T22" fmla="*/ 43 w 102"/>
                  <a:gd name="T23" fmla="*/ 67 h 102"/>
                  <a:gd name="T24" fmla="*/ 33 w 102"/>
                  <a:gd name="T25" fmla="*/ 87 h 102"/>
                  <a:gd name="T26" fmla="*/ 76 w 102"/>
                  <a:gd name="T27" fmla="*/ 80 h 102"/>
                  <a:gd name="T28" fmla="*/ 74 w 102"/>
                  <a:gd name="T29" fmla="*/ 84 h 102"/>
                  <a:gd name="T30" fmla="*/ 84 w 102"/>
                  <a:gd name="T31" fmla="*/ 99 h 102"/>
                  <a:gd name="T32" fmla="*/ 102 w 102"/>
                  <a:gd name="T33" fmla="*/ 89 h 102"/>
                  <a:gd name="T34" fmla="*/ 76 w 102"/>
                  <a:gd name="T35" fmla="*/ 80 h 102"/>
                  <a:gd name="T36" fmla="*/ 68 w 102"/>
                  <a:gd name="T37" fmla="*/ 3 h 102"/>
                  <a:gd name="T38" fmla="*/ 38 w 102"/>
                  <a:gd name="T39" fmla="*/ 2 h 102"/>
                  <a:gd name="T40" fmla="*/ 32 w 102"/>
                  <a:gd name="T41" fmla="*/ 13 h 102"/>
                  <a:gd name="T42" fmla="*/ 46 w 102"/>
                  <a:gd name="T43" fmla="*/ 14 h 102"/>
                  <a:gd name="T44" fmla="*/ 70 w 102"/>
                  <a:gd name="T45" fmla="*/ 8 h 102"/>
                  <a:gd name="T46" fmla="*/ 70 w 102"/>
                  <a:gd name="T47" fmla="*/ 6 h 102"/>
                  <a:gd name="T48" fmla="*/ 68 w 102"/>
                  <a:gd name="T49" fmla="*/ 3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" h="102">
                    <a:moveTo>
                      <a:pt x="31" y="65"/>
                    </a:moveTo>
                    <a:cubicBezTo>
                      <a:pt x="24" y="65"/>
                      <a:pt x="17" y="65"/>
                      <a:pt x="11" y="66"/>
                    </a:cubicBezTo>
                    <a:cubicBezTo>
                      <a:pt x="8" y="70"/>
                      <a:pt x="8" y="70"/>
                      <a:pt x="8" y="70"/>
                    </a:cubicBezTo>
                    <a:cubicBezTo>
                      <a:pt x="6" y="73"/>
                      <a:pt x="3" y="76"/>
                      <a:pt x="0" y="79"/>
                    </a:cubicBezTo>
                    <a:cubicBezTo>
                      <a:pt x="2" y="83"/>
                      <a:pt x="5" y="87"/>
                      <a:pt x="11" y="87"/>
                    </a:cubicBezTo>
                    <a:cubicBezTo>
                      <a:pt x="21" y="87"/>
                      <a:pt x="28" y="79"/>
                      <a:pt x="36" y="66"/>
                    </a:cubicBezTo>
                    <a:cubicBezTo>
                      <a:pt x="34" y="65"/>
                      <a:pt x="33" y="65"/>
                      <a:pt x="31" y="65"/>
                    </a:cubicBezTo>
                    <a:close/>
                    <a:moveTo>
                      <a:pt x="33" y="87"/>
                    </a:moveTo>
                    <a:cubicBezTo>
                      <a:pt x="30" y="92"/>
                      <a:pt x="34" y="102"/>
                      <a:pt x="43" y="102"/>
                    </a:cubicBezTo>
                    <a:cubicBezTo>
                      <a:pt x="53" y="102"/>
                      <a:pt x="61" y="93"/>
                      <a:pt x="70" y="77"/>
                    </a:cubicBezTo>
                    <a:cubicBezTo>
                      <a:pt x="70" y="77"/>
                      <a:pt x="70" y="77"/>
                      <a:pt x="70" y="77"/>
                    </a:cubicBezTo>
                    <a:cubicBezTo>
                      <a:pt x="60" y="73"/>
                      <a:pt x="50" y="70"/>
                      <a:pt x="43" y="67"/>
                    </a:cubicBezTo>
                    <a:cubicBezTo>
                      <a:pt x="38" y="76"/>
                      <a:pt x="34" y="84"/>
                      <a:pt x="33" y="87"/>
                    </a:cubicBezTo>
                    <a:close/>
                    <a:moveTo>
                      <a:pt x="76" y="80"/>
                    </a:moveTo>
                    <a:cubicBezTo>
                      <a:pt x="76" y="81"/>
                      <a:pt x="75" y="83"/>
                      <a:pt x="74" y="84"/>
                    </a:cubicBezTo>
                    <a:cubicBezTo>
                      <a:pt x="71" y="89"/>
                      <a:pt x="75" y="99"/>
                      <a:pt x="84" y="99"/>
                    </a:cubicBezTo>
                    <a:cubicBezTo>
                      <a:pt x="91" y="99"/>
                      <a:pt x="96" y="95"/>
                      <a:pt x="102" y="89"/>
                    </a:cubicBezTo>
                    <a:cubicBezTo>
                      <a:pt x="93" y="86"/>
                      <a:pt x="85" y="83"/>
                      <a:pt x="76" y="80"/>
                    </a:cubicBezTo>
                    <a:close/>
                    <a:moveTo>
                      <a:pt x="68" y="3"/>
                    </a:moveTo>
                    <a:cubicBezTo>
                      <a:pt x="62" y="0"/>
                      <a:pt x="52" y="0"/>
                      <a:pt x="38" y="2"/>
                    </a:cubicBezTo>
                    <a:cubicBezTo>
                      <a:pt x="36" y="6"/>
                      <a:pt x="34" y="10"/>
                      <a:pt x="32" y="13"/>
                    </a:cubicBezTo>
                    <a:cubicBezTo>
                      <a:pt x="36" y="14"/>
                      <a:pt x="41" y="14"/>
                      <a:pt x="46" y="14"/>
                    </a:cubicBezTo>
                    <a:cubicBezTo>
                      <a:pt x="61" y="14"/>
                      <a:pt x="68" y="11"/>
                      <a:pt x="70" y="8"/>
                    </a:cubicBezTo>
                    <a:cubicBezTo>
                      <a:pt x="70" y="8"/>
                      <a:pt x="71" y="8"/>
                      <a:pt x="70" y="6"/>
                    </a:cubicBezTo>
                    <a:cubicBezTo>
                      <a:pt x="70" y="4"/>
                      <a:pt x="69" y="3"/>
                      <a:pt x="68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Freeform 23"/>
              <p:cNvSpPr/>
              <p:nvPr/>
            </p:nvSpPr>
            <p:spPr bwMode="auto">
              <a:xfrm>
                <a:off x="4095" y="2706"/>
                <a:ext cx="648" cy="236"/>
              </a:xfrm>
              <a:custGeom>
                <a:avLst/>
                <a:gdLst>
                  <a:gd name="T0" fmla="*/ 267 w 273"/>
                  <a:gd name="T1" fmla="*/ 76 h 98"/>
                  <a:gd name="T2" fmla="*/ 259 w 273"/>
                  <a:gd name="T3" fmla="*/ 75 h 98"/>
                  <a:gd name="T4" fmla="*/ 232 w 273"/>
                  <a:gd name="T5" fmla="*/ 87 h 98"/>
                  <a:gd name="T6" fmla="*/ 194 w 273"/>
                  <a:gd name="T7" fmla="*/ 49 h 98"/>
                  <a:gd name="T8" fmla="*/ 232 w 273"/>
                  <a:gd name="T9" fmla="*/ 11 h 98"/>
                  <a:gd name="T10" fmla="*/ 259 w 273"/>
                  <a:gd name="T11" fmla="*/ 23 h 98"/>
                  <a:gd name="T12" fmla="*/ 270 w 273"/>
                  <a:gd name="T13" fmla="*/ 21 h 98"/>
                  <a:gd name="T14" fmla="*/ 273 w 273"/>
                  <a:gd name="T15" fmla="*/ 21 h 98"/>
                  <a:gd name="T16" fmla="*/ 232 w 273"/>
                  <a:gd name="T17" fmla="*/ 0 h 98"/>
                  <a:gd name="T18" fmla="*/ 183 w 273"/>
                  <a:gd name="T19" fmla="*/ 43 h 98"/>
                  <a:gd name="T20" fmla="*/ 90 w 273"/>
                  <a:gd name="T21" fmla="*/ 43 h 98"/>
                  <a:gd name="T22" fmla="*/ 90 w 273"/>
                  <a:gd name="T23" fmla="*/ 12 h 98"/>
                  <a:gd name="T24" fmla="*/ 79 w 273"/>
                  <a:gd name="T25" fmla="*/ 12 h 98"/>
                  <a:gd name="T26" fmla="*/ 79 w 273"/>
                  <a:gd name="T27" fmla="*/ 34 h 98"/>
                  <a:gd name="T28" fmla="*/ 69 w 273"/>
                  <a:gd name="T29" fmla="*/ 34 h 98"/>
                  <a:gd name="T30" fmla="*/ 69 w 273"/>
                  <a:gd name="T31" fmla="*/ 24 h 98"/>
                  <a:gd name="T32" fmla="*/ 52 w 273"/>
                  <a:gd name="T33" fmla="*/ 24 h 98"/>
                  <a:gd name="T34" fmla="*/ 52 w 273"/>
                  <a:gd name="T35" fmla="*/ 43 h 98"/>
                  <a:gd name="T36" fmla="*/ 44 w 273"/>
                  <a:gd name="T37" fmla="*/ 43 h 98"/>
                  <a:gd name="T38" fmla="*/ 44 w 273"/>
                  <a:gd name="T39" fmla="*/ 13 h 98"/>
                  <a:gd name="T40" fmla="*/ 24 w 273"/>
                  <a:gd name="T41" fmla="*/ 13 h 98"/>
                  <a:gd name="T42" fmla="*/ 24 w 273"/>
                  <a:gd name="T43" fmla="*/ 43 h 98"/>
                  <a:gd name="T44" fmla="*/ 6 w 273"/>
                  <a:gd name="T45" fmla="*/ 43 h 98"/>
                  <a:gd name="T46" fmla="*/ 0 w 273"/>
                  <a:gd name="T47" fmla="*/ 49 h 98"/>
                  <a:gd name="T48" fmla="*/ 6 w 273"/>
                  <a:gd name="T49" fmla="*/ 55 h 98"/>
                  <a:gd name="T50" fmla="*/ 24 w 273"/>
                  <a:gd name="T51" fmla="*/ 55 h 98"/>
                  <a:gd name="T52" fmla="*/ 24 w 273"/>
                  <a:gd name="T53" fmla="*/ 81 h 98"/>
                  <a:gd name="T54" fmla="*/ 44 w 273"/>
                  <a:gd name="T55" fmla="*/ 81 h 98"/>
                  <a:gd name="T56" fmla="*/ 44 w 273"/>
                  <a:gd name="T57" fmla="*/ 71 h 98"/>
                  <a:gd name="T58" fmla="*/ 54 w 273"/>
                  <a:gd name="T59" fmla="*/ 71 h 98"/>
                  <a:gd name="T60" fmla="*/ 54 w 273"/>
                  <a:gd name="T61" fmla="*/ 77 h 98"/>
                  <a:gd name="T62" fmla="*/ 65 w 273"/>
                  <a:gd name="T63" fmla="*/ 77 h 98"/>
                  <a:gd name="T64" fmla="*/ 65 w 273"/>
                  <a:gd name="T65" fmla="*/ 61 h 98"/>
                  <a:gd name="T66" fmla="*/ 76 w 273"/>
                  <a:gd name="T67" fmla="*/ 61 h 98"/>
                  <a:gd name="T68" fmla="*/ 76 w 273"/>
                  <a:gd name="T69" fmla="*/ 83 h 98"/>
                  <a:gd name="T70" fmla="*/ 93 w 273"/>
                  <a:gd name="T71" fmla="*/ 83 h 98"/>
                  <a:gd name="T72" fmla="*/ 93 w 273"/>
                  <a:gd name="T73" fmla="*/ 55 h 98"/>
                  <a:gd name="T74" fmla="*/ 183 w 273"/>
                  <a:gd name="T75" fmla="*/ 55 h 98"/>
                  <a:gd name="T76" fmla="*/ 232 w 273"/>
                  <a:gd name="T77" fmla="*/ 98 h 98"/>
                  <a:gd name="T78" fmla="*/ 273 w 273"/>
                  <a:gd name="T79" fmla="*/ 76 h 98"/>
                  <a:gd name="T80" fmla="*/ 267 w 273"/>
                  <a:gd name="T81" fmla="*/ 76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73" h="98">
                    <a:moveTo>
                      <a:pt x="267" y="76"/>
                    </a:moveTo>
                    <a:cubicBezTo>
                      <a:pt x="264" y="76"/>
                      <a:pt x="262" y="76"/>
                      <a:pt x="259" y="75"/>
                    </a:cubicBezTo>
                    <a:cubicBezTo>
                      <a:pt x="252" y="82"/>
                      <a:pt x="242" y="87"/>
                      <a:pt x="232" y="87"/>
                    </a:cubicBezTo>
                    <a:cubicBezTo>
                      <a:pt x="211" y="87"/>
                      <a:pt x="194" y="70"/>
                      <a:pt x="194" y="49"/>
                    </a:cubicBezTo>
                    <a:cubicBezTo>
                      <a:pt x="194" y="28"/>
                      <a:pt x="211" y="11"/>
                      <a:pt x="232" y="11"/>
                    </a:cubicBezTo>
                    <a:cubicBezTo>
                      <a:pt x="242" y="11"/>
                      <a:pt x="252" y="15"/>
                      <a:pt x="259" y="23"/>
                    </a:cubicBezTo>
                    <a:cubicBezTo>
                      <a:pt x="263" y="22"/>
                      <a:pt x="267" y="21"/>
                      <a:pt x="270" y="21"/>
                    </a:cubicBezTo>
                    <a:cubicBezTo>
                      <a:pt x="270" y="21"/>
                      <a:pt x="271" y="21"/>
                      <a:pt x="273" y="21"/>
                    </a:cubicBezTo>
                    <a:cubicBezTo>
                      <a:pt x="264" y="8"/>
                      <a:pt x="249" y="0"/>
                      <a:pt x="232" y="0"/>
                    </a:cubicBezTo>
                    <a:cubicBezTo>
                      <a:pt x="206" y="0"/>
                      <a:pt x="186" y="19"/>
                      <a:pt x="183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12"/>
                      <a:pt x="90" y="12"/>
                      <a:pt x="90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34"/>
                      <a:pt x="79" y="34"/>
                      <a:pt x="79" y="34"/>
                    </a:cubicBez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43"/>
                      <a:pt x="52" y="43"/>
                      <a:pt x="52" y="43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3" y="43"/>
                      <a:pt x="0" y="46"/>
                      <a:pt x="0" y="49"/>
                    </a:cubicBezTo>
                    <a:cubicBezTo>
                      <a:pt x="0" y="52"/>
                      <a:pt x="3" y="55"/>
                      <a:pt x="6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4" y="81"/>
                      <a:pt x="24" y="81"/>
                      <a:pt x="24" y="81"/>
                    </a:cubicBezTo>
                    <a:cubicBezTo>
                      <a:pt x="44" y="81"/>
                      <a:pt x="44" y="81"/>
                      <a:pt x="44" y="81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54" y="71"/>
                      <a:pt x="54" y="71"/>
                      <a:pt x="54" y="71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65" y="77"/>
                      <a:pt x="65" y="77"/>
                      <a:pt x="65" y="77"/>
                    </a:cubicBezTo>
                    <a:cubicBezTo>
                      <a:pt x="65" y="61"/>
                      <a:pt x="65" y="61"/>
                      <a:pt x="65" y="61"/>
                    </a:cubicBezTo>
                    <a:cubicBezTo>
                      <a:pt x="76" y="61"/>
                      <a:pt x="76" y="61"/>
                      <a:pt x="76" y="61"/>
                    </a:cubicBezTo>
                    <a:cubicBezTo>
                      <a:pt x="76" y="83"/>
                      <a:pt x="76" y="83"/>
                      <a:pt x="76" y="83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3" y="55"/>
                      <a:pt x="93" y="55"/>
                      <a:pt x="93" y="55"/>
                    </a:cubicBezTo>
                    <a:cubicBezTo>
                      <a:pt x="183" y="55"/>
                      <a:pt x="183" y="55"/>
                      <a:pt x="183" y="55"/>
                    </a:cubicBezTo>
                    <a:cubicBezTo>
                      <a:pt x="186" y="79"/>
                      <a:pt x="206" y="98"/>
                      <a:pt x="232" y="98"/>
                    </a:cubicBezTo>
                    <a:cubicBezTo>
                      <a:pt x="249" y="98"/>
                      <a:pt x="264" y="89"/>
                      <a:pt x="273" y="76"/>
                    </a:cubicBezTo>
                    <a:lnTo>
                      <a:pt x="267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Freeform 24"/>
              <p:cNvSpPr>
                <a:spLocks noEditPoints="1"/>
              </p:cNvSpPr>
              <p:nvPr/>
            </p:nvSpPr>
            <p:spPr bwMode="auto">
              <a:xfrm>
                <a:off x="4594" y="2571"/>
                <a:ext cx="656" cy="380"/>
              </a:xfrm>
              <a:custGeom>
                <a:avLst/>
                <a:gdLst>
                  <a:gd name="T0" fmla="*/ 22 w 276"/>
                  <a:gd name="T1" fmla="*/ 75 h 158"/>
                  <a:gd name="T2" fmla="*/ 0 w 276"/>
                  <a:gd name="T3" fmla="*/ 84 h 158"/>
                  <a:gd name="T4" fmla="*/ 4 w 276"/>
                  <a:gd name="T5" fmla="*/ 95 h 158"/>
                  <a:gd name="T6" fmla="*/ 40 w 276"/>
                  <a:gd name="T7" fmla="*/ 81 h 158"/>
                  <a:gd name="T8" fmla="*/ 22 w 276"/>
                  <a:gd name="T9" fmla="*/ 75 h 158"/>
                  <a:gd name="T10" fmla="*/ 252 w 276"/>
                  <a:gd name="T11" fmla="*/ 68 h 158"/>
                  <a:gd name="T12" fmla="*/ 151 w 276"/>
                  <a:gd name="T13" fmla="*/ 0 h 158"/>
                  <a:gd name="T14" fmla="*/ 51 w 276"/>
                  <a:gd name="T15" fmla="*/ 41 h 158"/>
                  <a:gd name="T16" fmla="*/ 36 w 276"/>
                  <a:gd name="T17" fmla="*/ 50 h 158"/>
                  <a:gd name="T18" fmla="*/ 67 w 276"/>
                  <a:gd name="T19" fmla="*/ 70 h 158"/>
                  <a:gd name="T20" fmla="*/ 140 w 276"/>
                  <a:gd name="T21" fmla="*/ 70 h 158"/>
                  <a:gd name="T22" fmla="*/ 108 w 276"/>
                  <a:gd name="T23" fmla="*/ 88 h 158"/>
                  <a:gd name="T24" fmla="*/ 60 w 276"/>
                  <a:gd name="T25" fmla="*/ 85 h 158"/>
                  <a:gd name="T26" fmla="*/ 25 w 276"/>
                  <a:gd name="T27" fmla="*/ 107 h 158"/>
                  <a:gd name="T28" fmla="*/ 57 w 276"/>
                  <a:gd name="T29" fmla="*/ 124 h 158"/>
                  <a:gd name="T30" fmla="*/ 93 w 276"/>
                  <a:gd name="T31" fmla="*/ 123 h 158"/>
                  <a:gd name="T32" fmla="*/ 212 w 276"/>
                  <a:gd name="T33" fmla="*/ 158 h 158"/>
                  <a:gd name="T34" fmla="*/ 276 w 276"/>
                  <a:gd name="T35" fmla="*/ 133 h 158"/>
                  <a:gd name="T36" fmla="*/ 276 w 276"/>
                  <a:gd name="T37" fmla="*/ 61 h 158"/>
                  <a:gd name="T38" fmla="*/ 252 w 276"/>
                  <a:gd name="T39" fmla="*/ 6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76" h="158">
                    <a:moveTo>
                      <a:pt x="22" y="75"/>
                    </a:moveTo>
                    <a:cubicBezTo>
                      <a:pt x="13" y="75"/>
                      <a:pt x="6" y="78"/>
                      <a:pt x="0" y="84"/>
                    </a:cubicBezTo>
                    <a:cubicBezTo>
                      <a:pt x="0" y="88"/>
                      <a:pt x="1" y="91"/>
                      <a:pt x="4" y="95"/>
                    </a:cubicBezTo>
                    <a:cubicBezTo>
                      <a:pt x="12" y="102"/>
                      <a:pt x="29" y="89"/>
                      <a:pt x="40" y="81"/>
                    </a:cubicBezTo>
                    <a:cubicBezTo>
                      <a:pt x="35" y="77"/>
                      <a:pt x="28" y="75"/>
                      <a:pt x="22" y="75"/>
                    </a:cubicBezTo>
                    <a:close/>
                    <a:moveTo>
                      <a:pt x="252" y="68"/>
                    </a:moveTo>
                    <a:cubicBezTo>
                      <a:pt x="231" y="67"/>
                      <a:pt x="177" y="0"/>
                      <a:pt x="151" y="0"/>
                    </a:cubicBezTo>
                    <a:cubicBezTo>
                      <a:pt x="126" y="0"/>
                      <a:pt x="70" y="29"/>
                      <a:pt x="51" y="41"/>
                    </a:cubicBezTo>
                    <a:cubicBezTo>
                      <a:pt x="47" y="43"/>
                      <a:pt x="42" y="46"/>
                      <a:pt x="36" y="50"/>
                    </a:cubicBezTo>
                    <a:cubicBezTo>
                      <a:pt x="48" y="53"/>
                      <a:pt x="59" y="60"/>
                      <a:pt x="67" y="70"/>
                    </a:cubicBezTo>
                    <a:cubicBezTo>
                      <a:pt x="97" y="59"/>
                      <a:pt x="135" y="51"/>
                      <a:pt x="140" y="70"/>
                    </a:cubicBezTo>
                    <a:cubicBezTo>
                      <a:pt x="143" y="82"/>
                      <a:pt x="130" y="88"/>
                      <a:pt x="108" y="88"/>
                    </a:cubicBezTo>
                    <a:cubicBezTo>
                      <a:pt x="87" y="88"/>
                      <a:pt x="70" y="85"/>
                      <a:pt x="60" y="85"/>
                    </a:cubicBezTo>
                    <a:cubicBezTo>
                      <a:pt x="49" y="85"/>
                      <a:pt x="25" y="93"/>
                      <a:pt x="25" y="107"/>
                    </a:cubicBezTo>
                    <a:cubicBezTo>
                      <a:pt x="25" y="121"/>
                      <a:pt x="49" y="124"/>
                      <a:pt x="57" y="124"/>
                    </a:cubicBezTo>
                    <a:cubicBezTo>
                      <a:pt x="65" y="124"/>
                      <a:pt x="78" y="123"/>
                      <a:pt x="93" y="123"/>
                    </a:cubicBezTo>
                    <a:cubicBezTo>
                      <a:pt x="114" y="123"/>
                      <a:pt x="175" y="158"/>
                      <a:pt x="212" y="158"/>
                    </a:cubicBezTo>
                    <a:cubicBezTo>
                      <a:pt x="249" y="158"/>
                      <a:pt x="268" y="140"/>
                      <a:pt x="276" y="133"/>
                    </a:cubicBezTo>
                    <a:cubicBezTo>
                      <a:pt x="276" y="122"/>
                      <a:pt x="276" y="61"/>
                      <a:pt x="276" y="61"/>
                    </a:cubicBezTo>
                    <a:cubicBezTo>
                      <a:pt x="261" y="68"/>
                      <a:pt x="259" y="69"/>
                      <a:pt x="25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6" name="Freeform 35"/>
            <p:cNvSpPr>
              <a:spLocks noEditPoints="1"/>
            </p:cNvSpPr>
            <p:nvPr/>
          </p:nvSpPr>
          <p:spPr bwMode="auto">
            <a:xfrm>
              <a:off x="5030456" y="4479995"/>
              <a:ext cx="263212" cy="164863"/>
            </a:xfrm>
            <a:custGeom>
              <a:avLst/>
              <a:gdLst>
                <a:gd name="T0" fmla="*/ 10 w 193"/>
                <a:gd name="T1" fmla="*/ 0 h 120"/>
                <a:gd name="T2" fmla="*/ 0 w 193"/>
                <a:gd name="T3" fmla="*/ 9 h 120"/>
                <a:gd name="T4" fmla="*/ 10 w 193"/>
                <a:gd name="T5" fmla="*/ 18 h 120"/>
                <a:gd name="T6" fmla="*/ 19 w 193"/>
                <a:gd name="T7" fmla="*/ 9 h 120"/>
                <a:gd name="T8" fmla="*/ 10 w 193"/>
                <a:gd name="T9" fmla="*/ 0 h 120"/>
                <a:gd name="T10" fmla="*/ 145 w 193"/>
                <a:gd name="T11" fmla="*/ 33 h 120"/>
                <a:gd name="T12" fmla="*/ 130 w 193"/>
                <a:gd name="T13" fmla="*/ 48 h 120"/>
                <a:gd name="T14" fmla="*/ 145 w 193"/>
                <a:gd name="T15" fmla="*/ 63 h 120"/>
                <a:gd name="T16" fmla="*/ 160 w 193"/>
                <a:gd name="T17" fmla="*/ 48 h 120"/>
                <a:gd name="T18" fmla="*/ 145 w 193"/>
                <a:gd name="T19" fmla="*/ 33 h 120"/>
                <a:gd name="T20" fmla="*/ 49 w 193"/>
                <a:gd name="T21" fmla="*/ 33 h 120"/>
                <a:gd name="T22" fmla="*/ 34 w 193"/>
                <a:gd name="T23" fmla="*/ 48 h 120"/>
                <a:gd name="T24" fmla="*/ 49 w 193"/>
                <a:gd name="T25" fmla="*/ 63 h 120"/>
                <a:gd name="T26" fmla="*/ 64 w 193"/>
                <a:gd name="T27" fmla="*/ 48 h 120"/>
                <a:gd name="T28" fmla="*/ 49 w 193"/>
                <a:gd name="T29" fmla="*/ 33 h 120"/>
                <a:gd name="T30" fmla="*/ 97 w 193"/>
                <a:gd name="T31" fmla="*/ 73 h 120"/>
                <a:gd name="T32" fmla="*/ 73 w 193"/>
                <a:gd name="T33" fmla="*/ 96 h 120"/>
                <a:gd name="T34" fmla="*/ 97 w 193"/>
                <a:gd name="T35" fmla="*/ 120 h 120"/>
                <a:gd name="T36" fmla="*/ 120 w 193"/>
                <a:gd name="T37" fmla="*/ 96 h 120"/>
                <a:gd name="T38" fmla="*/ 97 w 193"/>
                <a:gd name="T39" fmla="*/ 73 h 120"/>
                <a:gd name="T40" fmla="*/ 184 w 193"/>
                <a:gd name="T41" fmla="*/ 0 h 120"/>
                <a:gd name="T42" fmla="*/ 175 w 193"/>
                <a:gd name="T43" fmla="*/ 9 h 120"/>
                <a:gd name="T44" fmla="*/ 184 w 193"/>
                <a:gd name="T45" fmla="*/ 18 h 120"/>
                <a:gd name="T46" fmla="*/ 193 w 193"/>
                <a:gd name="T47" fmla="*/ 9 h 120"/>
                <a:gd name="T48" fmla="*/ 184 w 193"/>
                <a:gd name="T4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3" h="120">
                  <a:moveTo>
                    <a:pt x="10" y="0"/>
                  </a:moveTo>
                  <a:cubicBezTo>
                    <a:pt x="5" y="0"/>
                    <a:pt x="0" y="4"/>
                    <a:pt x="0" y="9"/>
                  </a:cubicBezTo>
                  <a:cubicBezTo>
                    <a:pt x="0" y="14"/>
                    <a:pt x="5" y="18"/>
                    <a:pt x="10" y="18"/>
                  </a:cubicBezTo>
                  <a:cubicBezTo>
                    <a:pt x="15" y="18"/>
                    <a:pt x="19" y="14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moveTo>
                    <a:pt x="145" y="33"/>
                  </a:moveTo>
                  <a:cubicBezTo>
                    <a:pt x="136" y="33"/>
                    <a:pt x="130" y="40"/>
                    <a:pt x="130" y="48"/>
                  </a:cubicBezTo>
                  <a:cubicBezTo>
                    <a:pt x="130" y="57"/>
                    <a:pt x="136" y="63"/>
                    <a:pt x="145" y="63"/>
                  </a:cubicBezTo>
                  <a:cubicBezTo>
                    <a:pt x="153" y="63"/>
                    <a:pt x="160" y="57"/>
                    <a:pt x="160" y="48"/>
                  </a:cubicBezTo>
                  <a:cubicBezTo>
                    <a:pt x="160" y="40"/>
                    <a:pt x="153" y="33"/>
                    <a:pt x="145" y="33"/>
                  </a:cubicBezTo>
                  <a:moveTo>
                    <a:pt x="49" y="33"/>
                  </a:moveTo>
                  <a:cubicBezTo>
                    <a:pt x="41" y="33"/>
                    <a:pt x="34" y="40"/>
                    <a:pt x="34" y="48"/>
                  </a:cubicBezTo>
                  <a:cubicBezTo>
                    <a:pt x="34" y="57"/>
                    <a:pt x="41" y="63"/>
                    <a:pt x="49" y="63"/>
                  </a:cubicBezTo>
                  <a:cubicBezTo>
                    <a:pt x="57" y="63"/>
                    <a:pt x="64" y="57"/>
                    <a:pt x="64" y="48"/>
                  </a:cubicBezTo>
                  <a:cubicBezTo>
                    <a:pt x="64" y="40"/>
                    <a:pt x="57" y="33"/>
                    <a:pt x="49" y="33"/>
                  </a:cubicBezTo>
                  <a:moveTo>
                    <a:pt x="97" y="73"/>
                  </a:moveTo>
                  <a:cubicBezTo>
                    <a:pt x="84" y="73"/>
                    <a:pt x="73" y="83"/>
                    <a:pt x="73" y="96"/>
                  </a:cubicBezTo>
                  <a:cubicBezTo>
                    <a:pt x="73" y="109"/>
                    <a:pt x="84" y="120"/>
                    <a:pt x="97" y="120"/>
                  </a:cubicBezTo>
                  <a:cubicBezTo>
                    <a:pt x="110" y="120"/>
                    <a:pt x="120" y="109"/>
                    <a:pt x="120" y="96"/>
                  </a:cubicBezTo>
                  <a:cubicBezTo>
                    <a:pt x="120" y="83"/>
                    <a:pt x="110" y="73"/>
                    <a:pt x="97" y="73"/>
                  </a:cubicBezTo>
                  <a:moveTo>
                    <a:pt x="184" y="0"/>
                  </a:moveTo>
                  <a:cubicBezTo>
                    <a:pt x="179" y="0"/>
                    <a:pt x="175" y="4"/>
                    <a:pt x="175" y="9"/>
                  </a:cubicBezTo>
                  <a:cubicBezTo>
                    <a:pt x="175" y="14"/>
                    <a:pt x="179" y="18"/>
                    <a:pt x="184" y="18"/>
                  </a:cubicBezTo>
                  <a:cubicBezTo>
                    <a:pt x="189" y="18"/>
                    <a:pt x="193" y="14"/>
                    <a:pt x="193" y="9"/>
                  </a:cubicBezTo>
                  <a:cubicBezTo>
                    <a:pt x="193" y="4"/>
                    <a:pt x="189" y="0"/>
                    <a:pt x="184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2783819" y="4338474"/>
            <a:ext cx="425031" cy="370681"/>
            <a:chOff x="3712725" y="5724753"/>
            <a:chExt cx="566856" cy="494370"/>
          </a:xfrm>
          <a:solidFill>
            <a:srgbClr val="F7636B"/>
          </a:solidFill>
        </p:grpSpPr>
        <p:grpSp>
          <p:nvGrpSpPr>
            <p:cNvPr id="131" name="Group 12"/>
            <p:cNvGrpSpPr>
              <a:grpSpLocks noChangeAspect="1"/>
            </p:cNvGrpSpPr>
            <p:nvPr/>
          </p:nvGrpSpPr>
          <p:grpSpPr bwMode="auto">
            <a:xfrm>
              <a:off x="3765415" y="5726906"/>
              <a:ext cx="514166" cy="492217"/>
              <a:chOff x="851" y="1961"/>
              <a:chExt cx="773" cy="740"/>
            </a:xfrm>
            <a:grpFill/>
          </p:grpSpPr>
          <p:sp>
            <p:nvSpPr>
              <p:cNvPr id="133" name="Freeform 13"/>
              <p:cNvSpPr>
                <a:spLocks noEditPoints="1"/>
              </p:cNvSpPr>
              <p:nvPr/>
            </p:nvSpPr>
            <p:spPr bwMode="auto">
              <a:xfrm>
                <a:off x="851" y="2424"/>
                <a:ext cx="277" cy="277"/>
              </a:xfrm>
              <a:custGeom>
                <a:avLst/>
                <a:gdLst>
                  <a:gd name="T0" fmla="*/ 116 w 116"/>
                  <a:gd name="T1" fmla="*/ 67 h 116"/>
                  <a:gd name="T2" fmla="*/ 116 w 116"/>
                  <a:gd name="T3" fmla="*/ 49 h 116"/>
                  <a:gd name="T4" fmla="*/ 106 w 116"/>
                  <a:gd name="T5" fmla="*/ 49 h 116"/>
                  <a:gd name="T6" fmla="*/ 98 w 116"/>
                  <a:gd name="T7" fmla="*/ 31 h 116"/>
                  <a:gd name="T8" fmla="*/ 106 w 116"/>
                  <a:gd name="T9" fmla="*/ 23 h 116"/>
                  <a:gd name="T10" fmla="*/ 93 w 116"/>
                  <a:gd name="T11" fmla="*/ 10 h 116"/>
                  <a:gd name="T12" fmla="*/ 85 w 116"/>
                  <a:gd name="T13" fmla="*/ 18 h 116"/>
                  <a:gd name="T14" fmla="*/ 67 w 116"/>
                  <a:gd name="T15" fmla="*/ 11 h 116"/>
                  <a:gd name="T16" fmla="*/ 67 w 116"/>
                  <a:gd name="T17" fmla="*/ 0 h 116"/>
                  <a:gd name="T18" fmla="*/ 49 w 116"/>
                  <a:gd name="T19" fmla="*/ 0 h 116"/>
                  <a:gd name="T20" fmla="*/ 49 w 116"/>
                  <a:gd name="T21" fmla="*/ 11 h 116"/>
                  <a:gd name="T22" fmla="*/ 31 w 116"/>
                  <a:gd name="T23" fmla="*/ 18 h 116"/>
                  <a:gd name="T24" fmla="*/ 23 w 116"/>
                  <a:gd name="T25" fmla="*/ 10 h 116"/>
                  <a:gd name="T26" fmla="*/ 10 w 116"/>
                  <a:gd name="T27" fmla="*/ 23 h 116"/>
                  <a:gd name="T28" fmla="*/ 18 w 116"/>
                  <a:gd name="T29" fmla="*/ 31 h 116"/>
                  <a:gd name="T30" fmla="*/ 11 w 116"/>
                  <a:gd name="T31" fmla="*/ 49 h 116"/>
                  <a:gd name="T32" fmla="*/ 0 w 116"/>
                  <a:gd name="T33" fmla="*/ 49 h 116"/>
                  <a:gd name="T34" fmla="*/ 0 w 116"/>
                  <a:gd name="T35" fmla="*/ 67 h 116"/>
                  <a:gd name="T36" fmla="*/ 11 w 116"/>
                  <a:gd name="T37" fmla="*/ 67 h 116"/>
                  <a:gd name="T38" fmla="*/ 18 w 116"/>
                  <a:gd name="T39" fmla="*/ 85 h 116"/>
                  <a:gd name="T40" fmla="*/ 10 w 116"/>
                  <a:gd name="T41" fmla="*/ 93 h 116"/>
                  <a:gd name="T42" fmla="*/ 23 w 116"/>
                  <a:gd name="T43" fmla="*/ 106 h 116"/>
                  <a:gd name="T44" fmla="*/ 31 w 116"/>
                  <a:gd name="T45" fmla="*/ 98 h 116"/>
                  <a:gd name="T46" fmla="*/ 49 w 116"/>
                  <a:gd name="T47" fmla="*/ 106 h 116"/>
                  <a:gd name="T48" fmla="*/ 49 w 116"/>
                  <a:gd name="T49" fmla="*/ 116 h 116"/>
                  <a:gd name="T50" fmla="*/ 67 w 116"/>
                  <a:gd name="T51" fmla="*/ 116 h 116"/>
                  <a:gd name="T52" fmla="*/ 67 w 116"/>
                  <a:gd name="T53" fmla="*/ 106 h 116"/>
                  <a:gd name="T54" fmla="*/ 85 w 116"/>
                  <a:gd name="T55" fmla="*/ 98 h 116"/>
                  <a:gd name="T56" fmla="*/ 93 w 116"/>
                  <a:gd name="T57" fmla="*/ 106 h 116"/>
                  <a:gd name="T58" fmla="*/ 106 w 116"/>
                  <a:gd name="T59" fmla="*/ 93 h 116"/>
                  <a:gd name="T60" fmla="*/ 98 w 116"/>
                  <a:gd name="T61" fmla="*/ 85 h 116"/>
                  <a:gd name="T62" fmla="*/ 106 w 116"/>
                  <a:gd name="T63" fmla="*/ 67 h 116"/>
                  <a:gd name="T64" fmla="*/ 116 w 116"/>
                  <a:gd name="T65" fmla="*/ 67 h 116"/>
                  <a:gd name="T66" fmla="*/ 58 w 116"/>
                  <a:gd name="T67" fmla="*/ 88 h 116"/>
                  <a:gd name="T68" fmla="*/ 28 w 116"/>
                  <a:gd name="T69" fmla="*/ 58 h 116"/>
                  <a:gd name="T70" fmla="*/ 58 w 116"/>
                  <a:gd name="T71" fmla="*/ 28 h 116"/>
                  <a:gd name="T72" fmla="*/ 88 w 116"/>
                  <a:gd name="T73" fmla="*/ 58 h 116"/>
                  <a:gd name="T74" fmla="*/ 58 w 116"/>
                  <a:gd name="T75" fmla="*/ 88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6" h="116">
                    <a:moveTo>
                      <a:pt x="116" y="67"/>
                    </a:moveTo>
                    <a:cubicBezTo>
                      <a:pt x="116" y="49"/>
                      <a:pt x="116" y="49"/>
                      <a:pt x="116" y="49"/>
                    </a:cubicBezTo>
                    <a:cubicBezTo>
                      <a:pt x="106" y="49"/>
                      <a:pt x="106" y="49"/>
                      <a:pt x="106" y="49"/>
                    </a:cubicBezTo>
                    <a:cubicBezTo>
                      <a:pt x="104" y="42"/>
                      <a:pt x="102" y="36"/>
                      <a:pt x="98" y="31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0" y="14"/>
                      <a:pt x="74" y="12"/>
                      <a:pt x="67" y="11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42" y="12"/>
                      <a:pt x="36" y="14"/>
                      <a:pt x="31" y="18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4" y="36"/>
                      <a:pt x="12" y="42"/>
                      <a:pt x="1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2" y="74"/>
                      <a:pt x="14" y="80"/>
                      <a:pt x="18" y="85"/>
                    </a:cubicBezTo>
                    <a:cubicBezTo>
                      <a:pt x="10" y="93"/>
                      <a:pt x="10" y="93"/>
                      <a:pt x="10" y="93"/>
                    </a:cubicBezTo>
                    <a:cubicBezTo>
                      <a:pt x="23" y="106"/>
                      <a:pt x="23" y="106"/>
                      <a:pt x="23" y="106"/>
                    </a:cubicBezTo>
                    <a:cubicBezTo>
                      <a:pt x="31" y="98"/>
                      <a:pt x="31" y="98"/>
                      <a:pt x="31" y="98"/>
                    </a:cubicBezTo>
                    <a:cubicBezTo>
                      <a:pt x="36" y="102"/>
                      <a:pt x="42" y="104"/>
                      <a:pt x="49" y="106"/>
                    </a:cubicBezTo>
                    <a:cubicBezTo>
                      <a:pt x="49" y="116"/>
                      <a:pt x="49" y="116"/>
                      <a:pt x="49" y="116"/>
                    </a:cubicBezTo>
                    <a:cubicBezTo>
                      <a:pt x="67" y="116"/>
                      <a:pt x="67" y="116"/>
                      <a:pt x="67" y="116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74" y="104"/>
                      <a:pt x="80" y="102"/>
                      <a:pt x="85" y="98"/>
                    </a:cubicBezTo>
                    <a:cubicBezTo>
                      <a:pt x="93" y="106"/>
                      <a:pt x="93" y="106"/>
                      <a:pt x="93" y="106"/>
                    </a:cubicBezTo>
                    <a:cubicBezTo>
                      <a:pt x="106" y="93"/>
                      <a:pt x="106" y="93"/>
                      <a:pt x="106" y="93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102" y="80"/>
                      <a:pt x="104" y="74"/>
                      <a:pt x="106" y="67"/>
                    </a:cubicBezTo>
                    <a:lnTo>
                      <a:pt x="116" y="67"/>
                    </a:lnTo>
                    <a:close/>
                    <a:moveTo>
                      <a:pt x="58" y="88"/>
                    </a:moveTo>
                    <a:cubicBezTo>
                      <a:pt x="41" y="88"/>
                      <a:pt x="28" y="75"/>
                      <a:pt x="28" y="58"/>
                    </a:cubicBezTo>
                    <a:cubicBezTo>
                      <a:pt x="28" y="41"/>
                      <a:pt x="41" y="28"/>
                      <a:pt x="58" y="28"/>
                    </a:cubicBezTo>
                    <a:cubicBezTo>
                      <a:pt x="75" y="28"/>
                      <a:pt x="88" y="41"/>
                      <a:pt x="88" y="58"/>
                    </a:cubicBezTo>
                    <a:cubicBezTo>
                      <a:pt x="88" y="75"/>
                      <a:pt x="75" y="88"/>
                      <a:pt x="58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Freeform 14"/>
              <p:cNvSpPr>
                <a:spLocks noEditPoints="1"/>
              </p:cNvSpPr>
              <p:nvPr/>
            </p:nvSpPr>
            <p:spPr bwMode="auto">
              <a:xfrm>
                <a:off x="1202" y="2424"/>
                <a:ext cx="279" cy="277"/>
              </a:xfrm>
              <a:custGeom>
                <a:avLst/>
                <a:gdLst>
                  <a:gd name="T0" fmla="*/ 117 w 117"/>
                  <a:gd name="T1" fmla="*/ 67 h 116"/>
                  <a:gd name="T2" fmla="*/ 117 w 117"/>
                  <a:gd name="T3" fmla="*/ 49 h 116"/>
                  <a:gd name="T4" fmla="*/ 106 w 117"/>
                  <a:gd name="T5" fmla="*/ 49 h 116"/>
                  <a:gd name="T6" fmla="*/ 98 w 117"/>
                  <a:gd name="T7" fmla="*/ 31 h 116"/>
                  <a:gd name="T8" fmla="*/ 106 w 117"/>
                  <a:gd name="T9" fmla="*/ 23 h 116"/>
                  <a:gd name="T10" fmla="*/ 93 w 117"/>
                  <a:gd name="T11" fmla="*/ 10 h 116"/>
                  <a:gd name="T12" fmla="*/ 86 w 117"/>
                  <a:gd name="T13" fmla="*/ 18 h 116"/>
                  <a:gd name="T14" fmla="*/ 67 w 117"/>
                  <a:gd name="T15" fmla="*/ 11 h 116"/>
                  <a:gd name="T16" fmla="*/ 67 w 117"/>
                  <a:gd name="T17" fmla="*/ 0 h 116"/>
                  <a:gd name="T18" fmla="*/ 49 w 117"/>
                  <a:gd name="T19" fmla="*/ 0 h 116"/>
                  <a:gd name="T20" fmla="*/ 49 w 117"/>
                  <a:gd name="T21" fmla="*/ 11 h 116"/>
                  <a:gd name="T22" fmla="*/ 31 w 117"/>
                  <a:gd name="T23" fmla="*/ 18 h 116"/>
                  <a:gd name="T24" fmla="*/ 24 w 117"/>
                  <a:gd name="T25" fmla="*/ 10 h 116"/>
                  <a:gd name="T26" fmla="*/ 11 w 117"/>
                  <a:gd name="T27" fmla="*/ 23 h 116"/>
                  <a:gd name="T28" fmla="*/ 18 w 117"/>
                  <a:gd name="T29" fmla="*/ 31 h 116"/>
                  <a:gd name="T30" fmla="*/ 11 w 117"/>
                  <a:gd name="T31" fmla="*/ 49 h 116"/>
                  <a:gd name="T32" fmla="*/ 0 w 117"/>
                  <a:gd name="T33" fmla="*/ 49 h 116"/>
                  <a:gd name="T34" fmla="*/ 0 w 117"/>
                  <a:gd name="T35" fmla="*/ 67 h 116"/>
                  <a:gd name="T36" fmla="*/ 11 w 117"/>
                  <a:gd name="T37" fmla="*/ 67 h 116"/>
                  <a:gd name="T38" fmla="*/ 18 w 117"/>
                  <a:gd name="T39" fmla="*/ 85 h 116"/>
                  <a:gd name="T40" fmla="*/ 11 w 117"/>
                  <a:gd name="T41" fmla="*/ 93 h 116"/>
                  <a:gd name="T42" fmla="*/ 24 w 117"/>
                  <a:gd name="T43" fmla="*/ 106 h 116"/>
                  <a:gd name="T44" fmla="*/ 31 w 117"/>
                  <a:gd name="T45" fmla="*/ 98 h 116"/>
                  <a:gd name="T46" fmla="*/ 49 w 117"/>
                  <a:gd name="T47" fmla="*/ 106 h 116"/>
                  <a:gd name="T48" fmla="*/ 49 w 117"/>
                  <a:gd name="T49" fmla="*/ 116 h 116"/>
                  <a:gd name="T50" fmla="*/ 67 w 117"/>
                  <a:gd name="T51" fmla="*/ 116 h 116"/>
                  <a:gd name="T52" fmla="*/ 67 w 117"/>
                  <a:gd name="T53" fmla="*/ 106 h 116"/>
                  <a:gd name="T54" fmla="*/ 86 w 117"/>
                  <a:gd name="T55" fmla="*/ 98 h 116"/>
                  <a:gd name="T56" fmla="*/ 93 w 117"/>
                  <a:gd name="T57" fmla="*/ 106 h 116"/>
                  <a:gd name="T58" fmla="*/ 106 w 117"/>
                  <a:gd name="T59" fmla="*/ 93 h 116"/>
                  <a:gd name="T60" fmla="*/ 98 w 117"/>
                  <a:gd name="T61" fmla="*/ 85 h 116"/>
                  <a:gd name="T62" fmla="*/ 106 w 117"/>
                  <a:gd name="T63" fmla="*/ 67 h 116"/>
                  <a:gd name="T64" fmla="*/ 117 w 117"/>
                  <a:gd name="T65" fmla="*/ 67 h 116"/>
                  <a:gd name="T66" fmla="*/ 58 w 117"/>
                  <a:gd name="T67" fmla="*/ 88 h 116"/>
                  <a:gd name="T68" fmla="*/ 28 w 117"/>
                  <a:gd name="T69" fmla="*/ 58 h 116"/>
                  <a:gd name="T70" fmla="*/ 58 w 117"/>
                  <a:gd name="T71" fmla="*/ 28 h 116"/>
                  <a:gd name="T72" fmla="*/ 89 w 117"/>
                  <a:gd name="T73" fmla="*/ 58 h 116"/>
                  <a:gd name="T74" fmla="*/ 58 w 117"/>
                  <a:gd name="T75" fmla="*/ 88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7" h="116">
                    <a:moveTo>
                      <a:pt x="117" y="67"/>
                    </a:moveTo>
                    <a:cubicBezTo>
                      <a:pt x="117" y="49"/>
                      <a:pt x="117" y="49"/>
                      <a:pt x="117" y="49"/>
                    </a:cubicBezTo>
                    <a:cubicBezTo>
                      <a:pt x="106" y="49"/>
                      <a:pt x="106" y="49"/>
                      <a:pt x="106" y="49"/>
                    </a:cubicBezTo>
                    <a:cubicBezTo>
                      <a:pt x="105" y="42"/>
                      <a:pt x="102" y="36"/>
                      <a:pt x="98" y="31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86" y="18"/>
                      <a:pt x="86" y="18"/>
                      <a:pt x="86" y="18"/>
                    </a:cubicBezTo>
                    <a:cubicBezTo>
                      <a:pt x="80" y="14"/>
                      <a:pt x="74" y="12"/>
                      <a:pt x="67" y="11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43" y="12"/>
                      <a:pt x="37" y="14"/>
                      <a:pt x="31" y="18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5" y="36"/>
                      <a:pt x="12" y="42"/>
                      <a:pt x="1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2" y="74"/>
                      <a:pt x="15" y="80"/>
                      <a:pt x="18" y="85"/>
                    </a:cubicBezTo>
                    <a:cubicBezTo>
                      <a:pt x="11" y="93"/>
                      <a:pt x="11" y="93"/>
                      <a:pt x="11" y="93"/>
                    </a:cubicBezTo>
                    <a:cubicBezTo>
                      <a:pt x="24" y="106"/>
                      <a:pt x="24" y="106"/>
                      <a:pt x="24" y="106"/>
                    </a:cubicBezTo>
                    <a:cubicBezTo>
                      <a:pt x="31" y="98"/>
                      <a:pt x="31" y="98"/>
                      <a:pt x="31" y="98"/>
                    </a:cubicBezTo>
                    <a:cubicBezTo>
                      <a:pt x="37" y="102"/>
                      <a:pt x="43" y="104"/>
                      <a:pt x="49" y="106"/>
                    </a:cubicBezTo>
                    <a:cubicBezTo>
                      <a:pt x="49" y="116"/>
                      <a:pt x="49" y="116"/>
                      <a:pt x="49" y="116"/>
                    </a:cubicBezTo>
                    <a:cubicBezTo>
                      <a:pt x="67" y="116"/>
                      <a:pt x="67" y="116"/>
                      <a:pt x="67" y="116"/>
                    </a:cubicBezTo>
                    <a:cubicBezTo>
                      <a:pt x="67" y="106"/>
                      <a:pt x="67" y="106"/>
                      <a:pt x="67" y="106"/>
                    </a:cubicBezTo>
                    <a:cubicBezTo>
                      <a:pt x="74" y="104"/>
                      <a:pt x="80" y="102"/>
                      <a:pt x="86" y="98"/>
                    </a:cubicBezTo>
                    <a:cubicBezTo>
                      <a:pt x="93" y="106"/>
                      <a:pt x="93" y="106"/>
                      <a:pt x="93" y="106"/>
                    </a:cubicBezTo>
                    <a:cubicBezTo>
                      <a:pt x="106" y="93"/>
                      <a:pt x="106" y="93"/>
                      <a:pt x="106" y="93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102" y="80"/>
                      <a:pt x="105" y="74"/>
                      <a:pt x="106" y="67"/>
                    </a:cubicBezTo>
                    <a:lnTo>
                      <a:pt x="117" y="67"/>
                    </a:lnTo>
                    <a:close/>
                    <a:moveTo>
                      <a:pt x="58" y="88"/>
                    </a:moveTo>
                    <a:cubicBezTo>
                      <a:pt x="42" y="88"/>
                      <a:pt x="28" y="75"/>
                      <a:pt x="28" y="58"/>
                    </a:cubicBezTo>
                    <a:cubicBezTo>
                      <a:pt x="28" y="41"/>
                      <a:pt x="42" y="28"/>
                      <a:pt x="58" y="28"/>
                    </a:cubicBezTo>
                    <a:cubicBezTo>
                      <a:pt x="75" y="28"/>
                      <a:pt x="89" y="41"/>
                      <a:pt x="89" y="58"/>
                    </a:cubicBezTo>
                    <a:cubicBezTo>
                      <a:pt x="89" y="75"/>
                      <a:pt x="75" y="88"/>
                      <a:pt x="58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Freeform 15"/>
              <p:cNvSpPr>
                <a:spLocks noEditPoints="1"/>
              </p:cNvSpPr>
              <p:nvPr/>
            </p:nvSpPr>
            <p:spPr bwMode="auto">
              <a:xfrm>
                <a:off x="1059" y="2259"/>
                <a:ext cx="217" cy="220"/>
              </a:xfrm>
              <a:custGeom>
                <a:avLst/>
                <a:gdLst>
                  <a:gd name="T0" fmla="*/ 90 w 91"/>
                  <a:gd name="T1" fmla="*/ 42 h 92"/>
                  <a:gd name="T2" fmla="*/ 88 w 91"/>
                  <a:gd name="T3" fmla="*/ 45 h 92"/>
                  <a:gd name="T4" fmla="*/ 91 w 91"/>
                  <a:gd name="T5" fmla="*/ 44 h 92"/>
                  <a:gd name="T6" fmla="*/ 90 w 91"/>
                  <a:gd name="T7" fmla="*/ 42 h 92"/>
                  <a:gd name="T8" fmla="*/ 80 w 91"/>
                  <a:gd name="T9" fmla="*/ 57 h 92"/>
                  <a:gd name="T10" fmla="*/ 81 w 91"/>
                  <a:gd name="T11" fmla="*/ 51 h 92"/>
                  <a:gd name="T12" fmla="*/ 73 w 91"/>
                  <a:gd name="T13" fmla="*/ 56 h 92"/>
                  <a:gd name="T14" fmla="*/ 61 w 91"/>
                  <a:gd name="T15" fmla="*/ 56 h 92"/>
                  <a:gd name="T16" fmla="*/ 35 w 91"/>
                  <a:gd name="T17" fmla="*/ 62 h 92"/>
                  <a:gd name="T18" fmla="*/ 28 w 91"/>
                  <a:gd name="T19" fmla="*/ 36 h 92"/>
                  <a:gd name="T20" fmla="*/ 54 w 91"/>
                  <a:gd name="T21" fmla="*/ 29 h 92"/>
                  <a:gd name="T22" fmla="*/ 66 w 91"/>
                  <a:gd name="T23" fmla="*/ 6 h 92"/>
                  <a:gd name="T24" fmla="*/ 60 w 91"/>
                  <a:gd name="T25" fmla="*/ 3 h 92"/>
                  <a:gd name="T26" fmla="*/ 56 w 91"/>
                  <a:gd name="T27" fmla="*/ 10 h 92"/>
                  <a:gd name="T28" fmla="*/ 45 w 91"/>
                  <a:gd name="T29" fmla="*/ 9 h 92"/>
                  <a:gd name="T30" fmla="*/ 43 w 91"/>
                  <a:gd name="T31" fmla="*/ 0 h 92"/>
                  <a:gd name="T32" fmla="*/ 37 w 91"/>
                  <a:gd name="T33" fmla="*/ 1 h 92"/>
                  <a:gd name="T34" fmla="*/ 27 w 91"/>
                  <a:gd name="T35" fmla="*/ 9 h 92"/>
                  <a:gd name="T36" fmla="*/ 27 w 91"/>
                  <a:gd name="T37" fmla="*/ 13 h 92"/>
                  <a:gd name="T38" fmla="*/ 19 w 91"/>
                  <a:gd name="T39" fmla="*/ 19 h 92"/>
                  <a:gd name="T40" fmla="*/ 15 w 91"/>
                  <a:gd name="T41" fmla="*/ 17 h 92"/>
                  <a:gd name="T42" fmla="*/ 15 w 91"/>
                  <a:gd name="T43" fmla="*/ 20 h 92"/>
                  <a:gd name="T44" fmla="*/ 9 w 91"/>
                  <a:gd name="T45" fmla="*/ 30 h 92"/>
                  <a:gd name="T46" fmla="*/ 8 w 91"/>
                  <a:gd name="T47" fmla="*/ 34 h 92"/>
                  <a:gd name="T48" fmla="*/ 9 w 91"/>
                  <a:gd name="T49" fmla="*/ 35 h 92"/>
                  <a:gd name="T50" fmla="*/ 8 w 91"/>
                  <a:gd name="T51" fmla="*/ 45 h 92"/>
                  <a:gd name="T52" fmla="*/ 5 w 91"/>
                  <a:gd name="T53" fmla="*/ 46 h 92"/>
                  <a:gd name="T54" fmla="*/ 0 w 91"/>
                  <a:gd name="T55" fmla="*/ 54 h 92"/>
                  <a:gd name="T56" fmla="*/ 3 w 91"/>
                  <a:gd name="T57" fmla="*/ 65 h 92"/>
                  <a:gd name="T58" fmla="*/ 12 w 91"/>
                  <a:gd name="T59" fmla="*/ 63 h 92"/>
                  <a:gd name="T60" fmla="*/ 18 w 91"/>
                  <a:gd name="T61" fmla="*/ 72 h 92"/>
                  <a:gd name="T62" fmla="*/ 13 w 91"/>
                  <a:gd name="T63" fmla="*/ 79 h 92"/>
                  <a:gd name="T64" fmla="*/ 29 w 91"/>
                  <a:gd name="T65" fmla="*/ 89 h 92"/>
                  <a:gd name="T66" fmla="*/ 34 w 91"/>
                  <a:gd name="T67" fmla="*/ 81 h 92"/>
                  <a:gd name="T68" fmla="*/ 44 w 91"/>
                  <a:gd name="T69" fmla="*/ 83 h 92"/>
                  <a:gd name="T70" fmla="*/ 46 w 91"/>
                  <a:gd name="T71" fmla="*/ 92 h 92"/>
                  <a:gd name="T72" fmla="*/ 64 w 91"/>
                  <a:gd name="T73" fmla="*/ 88 h 92"/>
                  <a:gd name="T74" fmla="*/ 62 w 91"/>
                  <a:gd name="T75" fmla="*/ 79 h 92"/>
                  <a:gd name="T76" fmla="*/ 71 w 91"/>
                  <a:gd name="T77" fmla="*/ 72 h 92"/>
                  <a:gd name="T78" fmla="*/ 78 w 91"/>
                  <a:gd name="T79" fmla="*/ 77 h 92"/>
                  <a:gd name="T80" fmla="*/ 88 w 91"/>
                  <a:gd name="T81" fmla="*/ 62 h 92"/>
                  <a:gd name="T82" fmla="*/ 80 w 91"/>
                  <a:gd name="T83" fmla="*/ 57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1" h="92">
                    <a:moveTo>
                      <a:pt x="90" y="42"/>
                    </a:moveTo>
                    <a:cubicBezTo>
                      <a:pt x="89" y="43"/>
                      <a:pt x="89" y="44"/>
                      <a:pt x="88" y="45"/>
                    </a:cubicBezTo>
                    <a:cubicBezTo>
                      <a:pt x="91" y="44"/>
                      <a:pt x="91" y="44"/>
                      <a:pt x="91" y="44"/>
                    </a:cubicBezTo>
                    <a:lnTo>
                      <a:pt x="90" y="42"/>
                    </a:lnTo>
                    <a:close/>
                    <a:moveTo>
                      <a:pt x="80" y="57"/>
                    </a:moveTo>
                    <a:cubicBezTo>
                      <a:pt x="81" y="55"/>
                      <a:pt x="81" y="53"/>
                      <a:pt x="81" y="51"/>
                    </a:cubicBezTo>
                    <a:cubicBezTo>
                      <a:pt x="79" y="54"/>
                      <a:pt x="76" y="55"/>
                      <a:pt x="73" y="56"/>
                    </a:cubicBezTo>
                    <a:cubicBezTo>
                      <a:pt x="69" y="58"/>
                      <a:pt x="64" y="58"/>
                      <a:pt x="61" y="56"/>
                    </a:cubicBezTo>
                    <a:cubicBezTo>
                      <a:pt x="55" y="65"/>
                      <a:pt x="44" y="67"/>
                      <a:pt x="35" y="62"/>
                    </a:cubicBezTo>
                    <a:cubicBezTo>
                      <a:pt x="26" y="57"/>
                      <a:pt x="23" y="45"/>
                      <a:pt x="28" y="36"/>
                    </a:cubicBezTo>
                    <a:cubicBezTo>
                      <a:pt x="34" y="27"/>
                      <a:pt x="45" y="25"/>
                      <a:pt x="54" y="29"/>
                    </a:cubicBezTo>
                    <a:cubicBezTo>
                      <a:pt x="56" y="21"/>
                      <a:pt x="62" y="13"/>
                      <a:pt x="66" y="6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2" y="9"/>
                      <a:pt x="49" y="9"/>
                      <a:pt x="45" y="9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4" y="4"/>
                      <a:pt x="31" y="7"/>
                      <a:pt x="27" y="9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4" y="15"/>
                      <a:pt x="21" y="17"/>
                      <a:pt x="19" y="19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4" y="24"/>
                      <a:pt x="12" y="28"/>
                      <a:pt x="9" y="30"/>
                    </a:cubicBezTo>
                    <a:cubicBezTo>
                      <a:pt x="9" y="32"/>
                      <a:pt x="8" y="33"/>
                      <a:pt x="8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42"/>
                      <a:pt x="8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9"/>
                      <a:pt x="2" y="52"/>
                      <a:pt x="0" y="5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3" y="66"/>
                      <a:pt x="16" y="69"/>
                      <a:pt x="18" y="72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7" y="82"/>
                      <a:pt x="41" y="83"/>
                      <a:pt x="44" y="83"/>
                    </a:cubicBezTo>
                    <a:cubicBezTo>
                      <a:pt x="46" y="92"/>
                      <a:pt x="46" y="92"/>
                      <a:pt x="46" y="92"/>
                    </a:cubicBezTo>
                    <a:cubicBezTo>
                      <a:pt x="64" y="88"/>
                      <a:pt x="64" y="88"/>
                      <a:pt x="64" y="88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5" y="77"/>
                      <a:pt x="68" y="75"/>
                      <a:pt x="71" y="72"/>
                    </a:cubicBezTo>
                    <a:cubicBezTo>
                      <a:pt x="78" y="77"/>
                      <a:pt x="78" y="77"/>
                      <a:pt x="78" y="77"/>
                    </a:cubicBezTo>
                    <a:cubicBezTo>
                      <a:pt x="88" y="62"/>
                      <a:pt x="88" y="62"/>
                      <a:pt x="88" y="62"/>
                    </a:cubicBezTo>
                    <a:lnTo>
                      <a:pt x="80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Freeform 16"/>
              <p:cNvSpPr/>
              <p:nvPr/>
            </p:nvSpPr>
            <p:spPr bwMode="auto">
              <a:xfrm>
                <a:off x="1014" y="2014"/>
                <a:ext cx="460" cy="389"/>
              </a:xfrm>
              <a:custGeom>
                <a:avLst/>
                <a:gdLst>
                  <a:gd name="T0" fmla="*/ 193 w 193"/>
                  <a:gd name="T1" fmla="*/ 50 h 163"/>
                  <a:gd name="T2" fmla="*/ 160 w 193"/>
                  <a:gd name="T3" fmla="*/ 69 h 163"/>
                  <a:gd name="T4" fmla="*/ 119 w 193"/>
                  <a:gd name="T5" fmla="*/ 115 h 163"/>
                  <a:gd name="T6" fmla="*/ 81 w 193"/>
                  <a:gd name="T7" fmla="*/ 153 h 163"/>
                  <a:gd name="T8" fmla="*/ 91 w 193"/>
                  <a:gd name="T9" fmla="*/ 110 h 163"/>
                  <a:gd name="T10" fmla="*/ 94 w 193"/>
                  <a:gd name="T11" fmla="*/ 89 h 163"/>
                  <a:gd name="T12" fmla="*/ 56 w 193"/>
                  <a:gd name="T13" fmla="*/ 97 h 163"/>
                  <a:gd name="T14" fmla="*/ 30 w 193"/>
                  <a:gd name="T15" fmla="*/ 111 h 163"/>
                  <a:gd name="T16" fmla="*/ 22 w 193"/>
                  <a:gd name="T17" fmla="*/ 130 h 163"/>
                  <a:gd name="T18" fmla="*/ 11 w 193"/>
                  <a:gd name="T19" fmla="*/ 156 h 163"/>
                  <a:gd name="T20" fmla="*/ 2 w 193"/>
                  <a:gd name="T21" fmla="*/ 149 h 163"/>
                  <a:gd name="T22" fmla="*/ 5 w 193"/>
                  <a:gd name="T23" fmla="*/ 126 h 163"/>
                  <a:gd name="T24" fmla="*/ 10 w 193"/>
                  <a:gd name="T25" fmla="*/ 99 h 163"/>
                  <a:gd name="T26" fmla="*/ 46 w 193"/>
                  <a:gd name="T27" fmla="*/ 71 h 163"/>
                  <a:gd name="T28" fmla="*/ 64 w 193"/>
                  <a:gd name="T29" fmla="*/ 55 h 163"/>
                  <a:gd name="T30" fmla="*/ 92 w 193"/>
                  <a:gd name="T31" fmla="*/ 44 h 163"/>
                  <a:gd name="T32" fmla="*/ 137 w 193"/>
                  <a:gd name="T33" fmla="*/ 19 h 163"/>
                  <a:gd name="T34" fmla="*/ 175 w 193"/>
                  <a:gd name="T35" fmla="*/ 0 h 163"/>
                  <a:gd name="T36" fmla="*/ 193 w 193"/>
                  <a:gd name="T37" fmla="*/ 5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3" h="163">
                    <a:moveTo>
                      <a:pt x="193" y="50"/>
                    </a:moveTo>
                    <a:cubicBezTo>
                      <a:pt x="177" y="50"/>
                      <a:pt x="161" y="57"/>
                      <a:pt x="160" y="69"/>
                    </a:cubicBezTo>
                    <a:cubicBezTo>
                      <a:pt x="158" y="81"/>
                      <a:pt x="128" y="106"/>
                      <a:pt x="119" y="115"/>
                    </a:cubicBezTo>
                    <a:cubicBezTo>
                      <a:pt x="114" y="129"/>
                      <a:pt x="96" y="163"/>
                      <a:pt x="81" y="153"/>
                    </a:cubicBezTo>
                    <a:cubicBezTo>
                      <a:pt x="66" y="144"/>
                      <a:pt x="89" y="114"/>
                      <a:pt x="91" y="110"/>
                    </a:cubicBezTo>
                    <a:cubicBezTo>
                      <a:pt x="98" y="100"/>
                      <a:pt x="100" y="94"/>
                      <a:pt x="94" y="89"/>
                    </a:cubicBezTo>
                    <a:cubicBezTo>
                      <a:pt x="89" y="84"/>
                      <a:pt x="69" y="100"/>
                      <a:pt x="56" y="97"/>
                    </a:cubicBezTo>
                    <a:cubicBezTo>
                      <a:pt x="50" y="103"/>
                      <a:pt x="37" y="114"/>
                      <a:pt x="30" y="111"/>
                    </a:cubicBezTo>
                    <a:cubicBezTo>
                      <a:pt x="30" y="116"/>
                      <a:pt x="28" y="129"/>
                      <a:pt x="22" y="130"/>
                    </a:cubicBezTo>
                    <a:cubicBezTo>
                      <a:pt x="23" y="135"/>
                      <a:pt x="20" y="154"/>
                      <a:pt x="11" y="156"/>
                    </a:cubicBezTo>
                    <a:cubicBezTo>
                      <a:pt x="2" y="157"/>
                      <a:pt x="0" y="154"/>
                      <a:pt x="2" y="149"/>
                    </a:cubicBezTo>
                    <a:cubicBezTo>
                      <a:pt x="3" y="145"/>
                      <a:pt x="3" y="132"/>
                      <a:pt x="5" y="126"/>
                    </a:cubicBezTo>
                    <a:cubicBezTo>
                      <a:pt x="7" y="120"/>
                      <a:pt x="8" y="105"/>
                      <a:pt x="10" y="99"/>
                    </a:cubicBezTo>
                    <a:cubicBezTo>
                      <a:pt x="12" y="94"/>
                      <a:pt x="42" y="75"/>
                      <a:pt x="46" y="71"/>
                    </a:cubicBezTo>
                    <a:cubicBezTo>
                      <a:pt x="50" y="66"/>
                      <a:pt x="62" y="58"/>
                      <a:pt x="64" y="55"/>
                    </a:cubicBezTo>
                    <a:cubicBezTo>
                      <a:pt x="66" y="53"/>
                      <a:pt x="85" y="47"/>
                      <a:pt x="92" y="44"/>
                    </a:cubicBezTo>
                    <a:cubicBezTo>
                      <a:pt x="98" y="40"/>
                      <a:pt x="124" y="22"/>
                      <a:pt x="137" y="19"/>
                    </a:cubicBezTo>
                    <a:cubicBezTo>
                      <a:pt x="151" y="16"/>
                      <a:pt x="160" y="9"/>
                      <a:pt x="175" y="0"/>
                    </a:cubicBezTo>
                    <a:lnTo>
                      <a:pt x="193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Freeform 17"/>
              <p:cNvSpPr/>
              <p:nvPr/>
            </p:nvSpPr>
            <p:spPr bwMode="auto">
              <a:xfrm>
                <a:off x="1419" y="1985"/>
                <a:ext cx="103" cy="160"/>
              </a:xfrm>
              <a:custGeom>
                <a:avLst/>
                <a:gdLst>
                  <a:gd name="T0" fmla="*/ 67 w 103"/>
                  <a:gd name="T1" fmla="*/ 0 h 160"/>
                  <a:gd name="T2" fmla="*/ 0 w 103"/>
                  <a:gd name="T3" fmla="*/ 26 h 160"/>
                  <a:gd name="T4" fmla="*/ 53 w 103"/>
                  <a:gd name="T5" fmla="*/ 160 h 160"/>
                  <a:gd name="T6" fmla="*/ 103 w 103"/>
                  <a:gd name="T7" fmla="*/ 143 h 160"/>
                  <a:gd name="T8" fmla="*/ 67 w 103"/>
                  <a:gd name="T9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160">
                    <a:moveTo>
                      <a:pt x="67" y="0"/>
                    </a:moveTo>
                    <a:lnTo>
                      <a:pt x="0" y="26"/>
                    </a:lnTo>
                    <a:lnTo>
                      <a:pt x="53" y="160"/>
                    </a:lnTo>
                    <a:lnTo>
                      <a:pt x="103" y="143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Freeform 18"/>
              <p:cNvSpPr/>
              <p:nvPr/>
            </p:nvSpPr>
            <p:spPr bwMode="auto">
              <a:xfrm>
                <a:off x="1474" y="1961"/>
                <a:ext cx="150" cy="191"/>
              </a:xfrm>
              <a:custGeom>
                <a:avLst/>
                <a:gdLst>
                  <a:gd name="T0" fmla="*/ 26 w 63"/>
                  <a:gd name="T1" fmla="*/ 1 h 80"/>
                  <a:gd name="T2" fmla="*/ 0 w 63"/>
                  <a:gd name="T3" fmla="*/ 9 h 80"/>
                  <a:gd name="T4" fmla="*/ 21 w 63"/>
                  <a:gd name="T5" fmla="*/ 80 h 80"/>
                  <a:gd name="T6" fmla="*/ 56 w 63"/>
                  <a:gd name="T7" fmla="*/ 72 h 80"/>
                  <a:gd name="T8" fmla="*/ 58 w 63"/>
                  <a:gd name="T9" fmla="*/ 48 h 80"/>
                  <a:gd name="T10" fmla="*/ 39 w 63"/>
                  <a:gd name="T11" fmla="*/ 31 h 80"/>
                  <a:gd name="T12" fmla="*/ 46 w 63"/>
                  <a:gd name="T13" fmla="*/ 8 h 80"/>
                  <a:gd name="T14" fmla="*/ 26 w 63"/>
                  <a:gd name="T15" fmla="*/ 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80">
                    <a:moveTo>
                      <a:pt x="26" y="1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21" y="80"/>
                      <a:pt x="21" y="80"/>
                      <a:pt x="21" y="80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72"/>
                      <a:pt x="63" y="56"/>
                      <a:pt x="58" y="48"/>
                    </a:cubicBezTo>
                    <a:cubicBezTo>
                      <a:pt x="53" y="40"/>
                      <a:pt x="41" y="40"/>
                      <a:pt x="39" y="31"/>
                    </a:cubicBezTo>
                    <a:cubicBezTo>
                      <a:pt x="37" y="22"/>
                      <a:pt x="48" y="16"/>
                      <a:pt x="46" y="8"/>
                    </a:cubicBezTo>
                    <a:cubicBezTo>
                      <a:pt x="43" y="0"/>
                      <a:pt x="35" y="1"/>
                      <a:pt x="2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32" name="Freeform 35"/>
            <p:cNvSpPr>
              <a:spLocks noEditPoints="1"/>
            </p:cNvSpPr>
            <p:nvPr/>
          </p:nvSpPr>
          <p:spPr bwMode="auto">
            <a:xfrm>
              <a:off x="3712725" y="5724753"/>
              <a:ext cx="263212" cy="164863"/>
            </a:xfrm>
            <a:custGeom>
              <a:avLst/>
              <a:gdLst>
                <a:gd name="T0" fmla="*/ 10 w 193"/>
                <a:gd name="T1" fmla="*/ 0 h 120"/>
                <a:gd name="T2" fmla="*/ 0 w 193"/>
                <a:gd name="T3" fmla="*/ 9 h 120"/>
                <a:gd name="T4" fmla="*/ 10 w 193"/>
                <a:gd name="T5" fmla="*/ 18 h 120"/>
                <a:gd name="T6" fmla="*/ 19 w 193"/>
                <a:gd name="T7" fmla="*/ 9 h 120"/>
                <a:gd name="T8" fmla="*/ 10 w 193"/>
                <a:gd name="T9" fmla="*/ 0 h 120"/>
                <a:gd name="T10" fmla="*/ 145 w 193"/>
                <a:gd name="T11" fmla="*/ 33 h 120"/>
                <a:gd name="T12" fmla="*/ 130 w 193"/>
                <a:gd name="T13" fmla="*/ 48 h 120"/>
                <a:gd name="T14" fmla="*/ 145 w 193"/>
                <a:gd name="T15" fmla="*/ 63 h 120"/>
                <a:gd name="T16" fmla="*/ 160 w 193"/>
                <a:gd name="T17" fmla="*/ 48 h 120"/>
                <a:gd name="T18" fmla="*/ 145 w 193"/>
                <a:gd name="T19" fmla="*/ 33 h 120"/>
                <a:gd name="T20" fmla="*/ 49 w 193"/>
                <a:gd name="T21" fmla="*/ 33 h 120"/>
                <a:gd name="T22" fmla="*/ 34 w 193"/>
                <a:gd name="T23" fmla="*/ 48 h 120"/>
                <a:gd name="T24" fmla="*/ 49 w 193"/>
                <a:gd name="T25" fmla="*/ 63 h 120"/>
                <a:gd name="T26" fmla="*/ 64 w 193"/>
                <a:gd name="T27" fmla="*/ 48 h 120"/>
                <a:gd name="T28" fmla="*/ 49 w 193"/>
                <a:gd name="T29" fmla="*/ 33 h 120"/>
                <a:gd name="T30" fmla="*/ 97 w 193"/>
                <a:gd name="T31" fmla="*/ 73 h 120"/>
                <a:gd name="T32" fmla="*/ 73 w 193"/>
                <a:gd name="T33" fmla="*/ 96 h 120"/>
                <a:gd name="T34" fmla="*/ 97 w 193"/>
                <a:gd name="T35" fmla="*/ 120 h 120"/>
                <a:gd name="T36" fmla="*/ 120 w 193"/>
                <a:gd name="T37" fmla="*/ 96 h 120"/>
                <a:gd name="T38" fmla="*/ 97 w 193"/>
                <a:gd name="T39" fmla="*/ 73 h 120"/>
                <a:gd name="T40" fmla="*/ 184 w 193"/>
                <a:gd name="T41" fmla="*/ 0 h 120"/>
                <a:gd name="T42" fmla="*/ 175 w 193"/>
                <a:gd name="T43" fmla="*/ 9 h 120"/>
                <a:gd name="T44" fmla="*/ 184 w 193"/>
                <a:gd name="T45" fmla="*/ 18 h 120"/>
                <a:gd name="T46" fmla="*/ 193 w 193"/>
                <a:gd name="T47" fmla="*/ 9 h 120"/>
                <a:gd name="T48" fmla="*/ 184 w 193"/>
                <a:gd name="T49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3" h="120">
                  <a:moveTo>
                    <a:pt x="10" y="0"/>
                  </a:moveTo>
                  <a:cubicBezTo>
                    <a:pt x="5" y="0"/>
                    <a:pt x="0" y="4"/>
                    <a:pt x="0" y="9"/>
                  </a:cubicBezTo>
                  <a:cubicBezTo>
                    <a:pt x="0" y="14"/>
                    <a:pt x="5" y="18"/>
                    <a:pt x="10" y="18"/>
                  </a:cubicBezTo>
                  <a:cubicBezTo>
                    <a:pt x="15" y="18"/>
                    <a:pt x="19" y="14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moveTo>
                    <a:pt x="145" y="33"/>
                  </a:moveTo>
                  <a:cubicBezTo>
                    <a:pt x="136" y="33"/>
                    <a:pt x="130" y="40"/>
                    <a:pt x="130" y="48"/>
                  </a:cubicBezTo>
                  <a:cubicBezTo>
                    <a:pt x="130" y="57"/>
                    <a:pt x="136" y="63"/>
                    <a:pt x="145" y="63"/>
                  </a:cubicBezTo>
                  <a:cubicBezTo>
                    <a:pt x="153" y="63"/>
                    <a:pt x="160" y="57"/>
                    <a:pt x="160" y="48"/>
                  </a:cubicBezTo>
                  <a:cubicBezTo>
                    <a:pt x="160" y="40"/>
                    <a:pt x="153" y="33"/>
                    <a:pt x="145" y="33"/>
                  </a:cubicBezTo>
                  <a:moveTo>
                    <a:pt x="49" y="33"/>
                  </a:moveTo>
                  <a:cubicBezTo>
                    <a:pt x="41" y="33"/>
                    <a:pt x="34" y="40"/>
                    <a:pt x="34" y="48"/>
                  </a:cubicBezTo>
                  <a:cubicBezTo>
                    <a:pt x="34" y="57"/>
                    <a:pt x="41" y="63"/>
                    <a:pt x="49" y="63"/>
                  </a:cubicBezTo>
                  <a:cubicBezTo>
                    <a:pt x="57" y="63"/>
                    <a:pt x="64" y="57"/>
                    <a:pt x="64" y="48"/>
                  </a:cubicBezTo>
                  <a:cubicBezTo>
                    <a:pt x="64" y="40"/>
                    <a:pt x="57" y="33"/>
                    <a:pt x="49" y="33"/>
                  </a:cubicBezTo>
                  <a:moveTo>
                    <a:pt x="97" y="73"/>
                  </a:moveTo>
                  <a:cubicBezTo>
                    <a:pt x="84" y="73"/>
                    <a:pt x="73" y="83"/>
                    <a:pt x="73" y="96"/>
                  </a:cubicBezTo>
                  <a:cubicBezTo>
                    <a:pt x="73" y="109"/>
                    <a:pt x="84" y="120"/>
                    <a:pt x="97" y="120"/>
                  </a:cubicBezTo>
                  <a:cubicBezTo>
                    <a:pt x="110" y="120"/>
                    <a:pt x="120" y="109"/>
                    <a:pt x="120" y="96"/>
                  </a:cubicBezTo>
                  <a:cubicBezTo>
                    <a:pt x="120" y="83"/>
                    <a:pt x="110" y="73"/>
                    <a:pt x="97" y="73"/>
                  </a:cubicBezTo>
                  <a:moveTo>
                    <a:pt x="184" y="0"/>
                  </a:moveTo>
                  <a:cubicBezTo>
                    <a:pt x="179" y="0"/>
                    <a:pt x="175" y="4"/>
                    <a:pt x="175" y="9"/>
                  </a:cubicBezTo>
                  <a:cubicBezTo>
                    <a:pt x="175" y="14"/>
                    <a:pt x="179" y="18"/>
                    <a:pt x="184" y="18"/>
                  </a:cubicBezTo>
                  <a:cubicBezTo>
                    <a:pt x="189" y="18"/>
                    <a:pt x="193" y="14"/>
                    <a:pt x="193" y="9"/>
                  </a:cubicBezTo>
                  <a:cubicBezTo>
                    <a:pt x="193" y="4"/>
                    <a:pt x="189" y="0"/>
                    <a:pt x="184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39" name="文本框 91"/>
          <p:cNvSpPr txBox="1"/>
          <p:nvPr/>
        </p:nvSpPr>
        <p:spPr>
          <a:xfrm>
            <a:off x="3778548" y="4197362"/>
            <a:ext cx="1181774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沟通能力</a:t>
            </a:r>
          </a:p>
        </p:txBody>
      </p:sp>
      <p:sp>
        <p:nvSpPr>
          <p:cNvPr id="140" name="文本框 92"/>
          <p:cNvSpPr txBox="1"/>
          <p:nvPr/>
        </p:nvSpPr>
        <p:spPr>
          <a:xfrm>
            <a:off x="3778548" y="4433944"/>
            <a:ext cx="12668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如何高效的与他人沟通</a:t>
            </a:r>
          </a:p>
        </p:txBody>
      </p:sp>
      <p:sp>
        <p:nvSpPr>
          <p:cNvPr id="142" name="文本框 94"/>
          <p:cNvSpPr txBox="1"/>
          <p:nvPr/>
        </p:nvSpPr>
        <p:spPr>
          <a:xfrm>
            <a:off x="5685911" y="2230026"/>
            <a:ext cx="1181774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协调能力</a:t>
            </a:r>
          </a:p>
        </p:txBody>
      </p:sp>
      <p:sp>
        <p:nvSpPr>
          <p:cNvPr id="143" name="文本框 95"/>
          <p:cNvSpPr txBox="1"/>
          <p:nvPr/>
        </p:nvSpPr>
        <p:spPr>
          <a:xfrm>
            <a:off x="5685911" y="2466607"/>
            <a:ext cx="128225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9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如何协调各部门以及各种事情的处理</a:t>
            </a:r>
          </a:p>
        </p:txBody>
      </p:sp>
      <p:sp>
        <p:nvSpPr>
          <p:cNvPr id="145" name="文本框 99"/>
          <p:cNvSpPr txBox="1"/>
          <p:nvPr/>
        </p:nvSpPr>
        <p:spPr>
          <a:xfrm>
            <a:off x="2110229" y="2776921"/>
            <a:ext cx="1181774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销售能力</a:t>
            </a:r>
          </a:p>
        </p:txBody>
      </p:sp>
      <p:sp>
        <p:nvSpPr>
          <p:cNvPr id="146" name="文本框 100"/>
          <p:cNvSpPr txBox="1"/>
          <p:nvPr/>
        </p:nvSpPr>
        <p:spPr>
          <a:xfrm>
            <a:off x="2110229" y="3013502"/>
            <a:ext cx="12668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9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熟练掌握各种销售技巧</a:t>
            </a:r>
          </a:p>
        </p:txBody>
      </p:sp>
      <p:sp>
        <p:nvSpPr>
          <p:cNvPr id="147" name="文本框 101"/>
          <p:cNvSpPr txBox="1"/>
          <p:nvPr/>
        </p:nvSpPr>
        <p:spPr>
          <a:xfrm>
            <a:off x="3977640" y="905510"/>
            <a:ext cx="133731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团队合作能力</a:t>
            </a:r>
          </a:p>
        </p:txBody>
      </p:sp>
      <p:sp>
        <p:nvSpPr>
          <p:cNvPr id="148" name="文本框 102"/>
          <p:cNvSpPr txBox="1"/>
          <p:nvPr/>
        </p:nvSpPr>
        <p:spPr>
          <a:xfrm>
            <a:off x="3977917" y="1141939"/>
            <a:ext cx="1336516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销售的关键在于团队合作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635" y="635"/>
            <a:ext cx="9145270" cy="175895"/>
            <a:chOff x="0" y="-1"/>
            <a:chExt cx="9985800" cy="287760"/>
          </a:xfrm>
        </p:grpSpPr>
        <p:sp>
          <p:nvSpPr>
            <p:cNvPr id="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635" y="4964430"/>
            <a:ext cx="9145270" cy="175895"/>
            <a:chOff x="0" y="-1"/>
            <a:chExt cx="9985800" cy="287760"/>
          </a:xfrm>
        </p:grpSpPr>
        <p:sp>
          <p:nvSpPr>
            <p:cNvPr id="5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6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2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3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426916" y="1168342"/>
            <a:ext cx="3945890" cy="9220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5400" dirty="0" smtClean="0">
                <a:solidFill>
                  <a:srgbClr val="00A2B3"/>
                </a:solidFill>
                <a:effectLst/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本人成绩</a:t>
            </a:r>
            <a:r>
              <a:rPr lang="zh-CN" altLang="en-US" sz="3000" dirty="0" smtClean="0">
                <a:solidFill>
                  <a:srgbClr val="00A2B3"/>
                </a:solidFill>
                <a:effectLst/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 </a:t>
            </a:r>
            <a:r>
              <a:rPr lang="zh-CN" altLang="en-US" dirty="0" smtClean="0">
                <a:solidFill>
                  <a:srgbClr val="00A2B3"/>
                </a:solidFill>
                <a:effectLst/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ABOUT ME</a:t>
            </a:r>
          </a:p>
        </p:txBody>
      </p:sp>
      <p:sp>
        <p:nvSpPr>
          <p:cNvPr id="3" name="矩形 2"/>
          <p:cNvSpPr/>
          <p:nvPr/>
        </p:nvSpPr>
        <p:spPr>
          <a:xfrm>
            <a:off x="3573236" y="2140845"/>
            <a:ext cx="4237057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00A2B3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校园大使主席  </a:t>
            </a:r>
            <a:endParaRPr lang="en-US" altLang="zh-CN" sz="2800" dirty="0">
              <a:solidFill>
                <a:srgbClr val="00A2B3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00A2B3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学生会优秀干事</a:t>
            </a:r>
            <a:endParaRPr lang="en-US" altLang="zh-CN" sz="2800" dirty="0" smtClean="0">
              <a:solidFill>
                <a:srgbClr val="00A2B3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00A2B3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品学兼优</a:t>
            </a:r>
            <a:endParaRPr lang="en-US" altLang="zh-CN" sz="2800" dirty="0">
              <a:solidFill>
                <a:srgbClr val="00A2B3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00A2B3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学生会干部</a:t>
            </a:r>
            <a:endParaRPr lang="en-US" altLang="zh-CN" sz="2800" dirty="0" smtClean="0">
              <a:solidFill>
                <a:srgbClr val="00A2B3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00A2B3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假期社会实践积极分子</a:t>
            </a:r>
            <a:endParaRPr lang="zh-CN" altLang="en-US" sz="2800" dirty="0">
              <a:solidFill>
                <a:srgbClr val="00A2B3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4610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32915" y="1173480"/>
            <a:ext cx="1672590" cy="1672590"/>
            <a:chOff x="1990026" y="2085034"/>
            <a:chExt cx="1821716" cy="1821716"/>
          </a:xfrm>
        </p:grpSpPr>
        <p:grpSp>
          <p:nvGrpSpPr>
            <p:cNvPr id="5" name="组合 4"/>
            <p:cNvGrpSpPr/>
            <p:nvPr/>
          </p:nvGrpSpPr>
          <p:grpSpPr>
            <a:xfrm>
              <a:off x="1990026" y="2085034"/>
              <a:ext cx="1821716" cy="1821716"/>
              <a:chOff x="475814" y="349984"/>
              <a:chExt cx="1821716" cy="1821716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475814" y="349984"/>
                <a:ext cx="1821716" cy="18217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 w="22225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292100" dist="1397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584986" y="459157"/>
                <a:ext cx="1603371" cy="1603370"/>
                <a:chOff x="2706461" y="2004333"/>
                <a:chExt cx="2228850" cy="2228850"/>
              </a:xfrm>
              <a:effectLst/>
            </p:grpSpPr>
            <p:sp>
              <p:nvSpPr>
                <p:cNvPr id="14" name="椭圆 13"/>
                <p:cNvSpPr/>
                <p:nvPr/>
              </p:nvSpPr>
              <p:spPr>
                <a:xfrm>
                  <a:off x="2706461" y="2004333"/>
                  <a:ext cx="2228850" cy="2228850"/>
                </a:xfrm>
                <a:prstGeom prst="ellipse">
                  <a:avLst/>
                </a:prstGeom>
                <a:solidFill>
                  <a:srgbClr val="0094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819402" y="2117274"/>
                  <a:ext cx="2002968" cy="20029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5D5D5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2977244" y="2275116"/>
                  <a:ext cx="1687284" cy="1687284"/>
                </a:xfrm>
                <a:prstGeom prst="ellipse">
                  <a:avLst/>
                </a:prstGeom>
                <a:solidFill>
                  <a:srgbClr val="0099A9"/>
                </a:solidFill>
                <a:ln w="3810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177800" dist="762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17" name="KSO_Shape"/>
            <p:cNvSpPr/>
            <p:nvPr/>
          </p:nvSpPr>
          <p:spPr bwMode="auto">
            <a:xfrm>
              <a:off x="2747908" y="2689943"/>
              <a:ext cx="319141" cy="638281"/>
            </a:xfrm>
            <a:custGeom>
              <a:avLst/>
              <a:gdLst/>
              <a:ahLst/>
              <a:cxnLst/>
              <a:rect l="0" t="0" r="r" b="b"/>
              <a:pathLst>
                <a:path w="725488" h="1450976">
                  <a:moveTo>
                    <a:pt x="180975" y="543686"/>
                  </a:moveTo>
                  <a:lnTo>
                    <a:pt x="544513" y="543686"/>
                  </a:lnTo>
                  <a:lnTo>
                    <a:pt x="544513" y="785648"/>
                  </a:lnTo>
                  <a:lnTo>
                    <a:pt x="544248" y="794903"/>
                  </a:lnTo>
                  <a:lnTo>
                    <a:pt x="543187" y="804158"/>
                  </a:lnTo>
                  <a:lnTo>
                    <a:pt x="542392" y="813149"/>
                  </a:lnTo>
                  <a:lnTo>
                    <a:pt x="540536" y="822140"/>
                  </a:lnTo>
                  <a:lnTo>
                    <a:pt x="538679" y="830867"/>
                  </a:lnTo>
                  <a:lnTo>
                    <a:pt x="536293" y="839329"/>
                  </a:lnTo>
                  <a:lnTo>
                    <a:pt x="533111" y="847791"/>
                  </a:lnTo>
                  <a:lnTo>
                    <a:pt x="530194" y="856253"/>
                  </a:lnTo>
                  <a:lnTo>
                    <a:pt x="526482" y="864186"/>
                  </a:lnTo>
                  <a:lnTo>
                    <a:pt x="522504" y="871855"/>
                  </a:lnTo>
                  <a:lnTo>
                    <a:pt x="517997" y="879523"/>
                  </a:lnTo>
                  <a:lnTo>
                    <a:pt x="513224" y="886928"/>
                  </a:lnTo>
                  <a:lnTo>
                    <a:pt x="508186" y="893803"/>
                  </a:lnTo>
                  <a:lnTo>
                    <a:pt x="502882" y="900943"/>
                  </a:lnTo>
                  <a:lnTo>
                    <a:pt x="497049" y="907290"/>
                  </a:lnTo>
                  <a:lnTo>
                    <a:pt x="490950" y="913636"/>
                  </a:lnTo>
                  <a:lnTo>
                    <a:pt x="484851" y="919718"/>
                  </a:lnTo>
                  <a:lnTo>
                    <a:pt x="478222" y="925271"/>
                  </a:lnTo>
                  <a:lnTo>
                    <a:pt x="471328" y="930825"/>
                  </a:lnTo>
                  <a:lnTo>
                    <a:pt x="464169" y="935849"/>
                  </a:lnTo>
                  <a:lnTo>
                    <a:pt x="456744" y="940609"/>
                  </a:lnTo>
                  <a:lnTo>
                    <a:pt x="449054" y="944840"/>
                  </a:lnTo>
                  <a:lnTo>
                    <a:pt x="441630" y="949071"/>
                  </a:lnTo>
                  <a:lnTo>
                    <a:pt x="433145" y="952773"/>
                  </a:lnTo>
                  <a:lnTo>
                    <a:pt x="424925" y="955682"/>
                  </a:lnTo>
                  <a:lnTo>
                    <a:pt x="416705" y="958855"/>
                  </a:lnTo>
                  <a:lnTo>
                    <a:pt x="407954" y="961235"/>
                  </a:lnTo>
                  <a:lnTo>
                    <a:pt x="399204" y="963086"/>
                  </a:lnTo>
                  <a:lnTo>
                    <a:pt x="390188" y="964673"/>
                  </a:lnTo>
                  <a:lnTo>
                    <a:pt x="380908" y="965730"/>
                  </a:lnTo>
                  <a:lnTo>
                    <a:pt x="371892" y="966788"/>
                  </a:lnTo>
                  <a:lnTo>
                    <a:pt x="362612" y="966788"/>
                  </a:lnTo>
                  <a:lnTo>
                    <a:pt x="353331" y="966788"/>
                  </a:lnTo>
                  <a:lnTo>
                    <a:pt x="344050" y="965730"/>
                  </a:lnTo>
                  <a:lnTo>
                    <a:pt x="334770" y="964673"/>
                  </a:lnTo>
                  <a:lnTo>
                    <a:pt x="326019" y="963086"/>
                  </a:lnTo>
                  <a:lnTo>
                    <a:pt x="317269" y="961235"/>
                  </a:lnTo>
                  <a:lnTo>
                    <a:pt x="308518" y="958855"/>
                  </a:lnTo>
                  <a:lnTo>
                    <a:pt x="300033" y="955682"/>
                  </a:lnTo>
                  <a:lnTo>
                    <a:pt x="291813" y="952773"/>
                  </a:lnTo>
                  <a:lnTo>
                    <a:pt x="283858" y="949071"/>
                  </a:lnTo>
                  <a:lnTo>
                    <a:pt x="275903" y="944840"/>
                  </a:lnTo>
                  <a:lnTo>
                    <a:pt x="268214" y="940609"/>
                  </a:lnTo>
                  <a:lnTo>
                    <a:pt x="261054" y="935849"/>
                  </a:lnTo>
                  <a:lnTo>
                    <a:pt x="253895" y="930825"/>
                  </a:lnTo>
                  <a:lnTo>
                    <a:pt x="247001" y="925271"/>
                  </a:lnTo>
                  <a:lnTo>
                    <a:pt x="240372" y="919718"/>
                  </a:lnTo>
                  <a:lnTo>
                    <a:pt x="234008" y="913636"/>
                  </a:lnTo>
                  <a:lnTo>
                    <a:pt x="228174" y="907290"/>
                  </a:lnTo>
                  <a:lnTo>
                    <a:pt x="222341" y="900943"/>
                  </a:lnTo>
                  <a:lnTo>
                    <a:pt x="217037" y="893803"/>
                  </a:lnTo>
                  <a:lnTo>
                    <a:pt x="211999" y="886928"/>
                  </a:lnTo>
                  <a:lnTo>
                    <a:pt x="207226" y="879523"/>
                  </a:lnTo>
                  <a:lnTo>
                    <a:pt x="202984" y="871855"/>
                  </a:lnTo>
                  <a:lnTo>
                    <a:pt x="199006" y="864186"/>
                  </a:lnTo>
                  <a:lnTo>
                    <a:pt x="195294" y="856253"/>
                  </a:lnTo>
                  <a:lnTo>
                    <a:pt x="191847" y="847791"/>
                  </a:lnTo>
                  <a:lnTo>
                    <a:pt x="189195" y="839329"/>
                  </a:lnTo>
                  <a:lnTo>
                    <a:pt x="186809" y="830867"/>
                  </a:lnTo>
                  <a:lnTo>
                    <a:pt x="184422" y="822140"/>
                  </a:lnTo>
                  <a:lnTo>
                    <a:pt x="183097" y="813149"/>
                  </a:lnTo>
                  <a:lnTo>
                    <a:pt x="181771" y="804158"/>
                  </a:lnTo>
                  <a:lnTo>
                    <a:pt x="181240" y="794903"/>
                  </a:lnTo>
                  <a:lnTo>
                    <a:pt x="180975" y="785648"/>
                  </a:lnTo>
                  <a:lnTo>
                    <a:pt x="180975" y="543686"/>
                  </a:lnTo>
                  <a:close/>
                  <a:moveTo>
                    <a:pt x="60589" y="484188"/>
                  </a:moveTo>
                  <a:lnTo>
                    <a:pt x="66675" y="484453"/>
                  </a:lnTo>
                  <a:lnTo>
                    <a:pt x="72760" y="485510"/>
                  </a:lnTo>
                  <a:lnTo>
                    <a:pt x="78581" y="487096"/>
                  </a:lnTo>
                  <a:lnTo>
                    <a:pt x="84137" y="488947"/>
                  </a:lnTo>
                  <a:lnTo>
                    <a:pt x="89429" y="491591"/>
                  </a:lnTo>
                  <a:lnTo>
                    <a:pt x="94191" y="494499"/>
                  </a:lnTo>
                  <a:lnTo>
                    <a:pt x="99219" y="497935"/>
                  </a:lnTo>
                  <a:lnTo>
                    <a:pt x="103452" y="501901"/>
                  </a:lnTo>
                  <a:lnTo>
                    <a:pt x="107421" y="506131"/>
                  </a:lnTo>
                  <a:lnTo>
                    <a:pt x="110596" y="510889"/>
                  </a:lnTo>
                  <a:lnTo>
                    <a:pt x="113771" y="515912"/>
                  </a:lnTo>
                  <a:lnTo>
                    <a:pt x="116152" y="521200"/>
                  </a:lnTo>
                  <a:lnTo>
                    <a:pt x="118269" y="526487"/>
                  </a:lnTo>
                  <a:lnTo>
                    <a:pt x="119856" y="532303"/>
                  </a:lnTo>
                  <a:lnTo>
                    <a:pt x="120650" y="538383"/>
                  </a:lnTo>
                  <a:lnTo>
                    <a:pt x="121179" y="544464"/>
                  </a:lnTo>
                  <a:lnTo>
                    <a:pt x="121179" y="786095"/>
                  </a:lnTo>
                  <a:lnTo>
                    <a:pt x="121179" y="793233"/>
                  </a:lnTo>
                  <a:lnTo>
                    <a:pt x="121973" y="803807"/>
                  </a:lnTo>
                  <a:lnTo>
                    <a:pt x="123560" y="817554"/>
                  </a:lnTo>
                  <a:lnTo>
                    <a:pt x="124619" y="825750"/>
                  </a:lnTo>
                  <a:lnTo>
                    <a:pt x="126206" y="834209"/>
                  </a:lnTo>
                  <a:lnTo>
                    <a:pt x="128058" y="843462"/>
                  </a:lnTo>
                  <a:lnTo>
                    <a:pt x="130175" y="853244"/>
                  </a:lnTo>
                  <a:lnTo>
                    <a:pt x="132821" y="863290"/>
                  </a:lnTo>
                  <a:lnTo>
                    <a:pt x="136260" y="873600"/>
                  </a:lnTo>
                  <a:lnTo>
                    <a:pt x="139964" y="883910"/>
                  </a:lnTo>
                  <a:lnTo>
                    <a:pt x="144198" y="894485"/>
                  </a:lnTo>
                  <a:lnTo>
                    <a:pt x="149225" y="905588"/>
                  </a:lnTo>
                  <a:lnTo>
                    <a:pt x="154517" y="916163"/>
                  </a:lnTo>
                  <a:lnTo>
                    <a:pt x="160867" y="927002"/>
                  </a:lnTo>
                  <a:lnTo>
                    <a:pt x="164306" y="932289"/>
                  </a:lnTo>
                  <a:lnTo>
                    <a:pt x="167746" y="937577"/>
                  </a:lnTo>
                  <a:lnTo>
                    <a:pt x="171714" y="942864"/>
                  </a:lnTo>
                  <a:lnTo>
                    <a:pt x="175683" y="947887"/>
                  </a:lnTo>
                  <a:lnTo>
                    <a:pt x="179652" y="953174"/>
                  </a:lnTo>
                  <a:lnTo>
                    <a:pt x="184150" y="957933"/>
                  </a:lnTo>
                  <a:lnTo>
                    <a:pt x="188384" y="962956"/>
                  </a:lnTo>
                  <a:lnTo>
                    <a:pt x="193411" y="967714"/>
                  </a:lnTo>
                  <a:lnTo>
                    <a:pt x="198438" y="972209"/>
                  </a:lnTo>
                  <a:lnTo>
                    <a:pt x="203730" y="976967"/>
                  </a:lnTo>
                  <a:lnTo>
                    <a:pt x="209286" y="981197"/>
                  </a:lnTo>
                  <a:lnTo>
                    <a:pt x="214577" y="985427"/>
                  </a:lnTo>
                  <a:lnTo>
                    <a:pt x="220663" y="989657"/>
                  </a:lnTo>
                  <a:lnTo>
                    <a:pt x="226748" y="993622"/>
                  </a:lnTo>
                  <a:lnTo>
                    <a:pt x="233363" y="997323"/>
                  </a:lnTo>
                  <a:lnTo>
                    <a:pt x="239977" y="1001025"/>
                  </a:lnTo>
                  <a:lnTo>
                    <a:pt x="246857" y="1004461"/>
                  </a:lnTo>
                  <a:lnTo>
                    <a:pt x="254000" y="1007634"/>
                  </a:lnTo>
                  <a:lnTo>
                    <a:pt x="261673" y="1010542"/>
                  </a:lnTo>
                  <a:lnTo>
                    <a:pt x="269346" y="1013714"/>
                  </a:lnTo>
                  <a:lnTo>
                    <a:pt x="277019" y="1016093"/>
                  </a:lnTo>
                  <a:lnTo>
                    <a:pt x="285750" y="1018473"/>
                  </a:lnTo>
                  <a:lnTo>
                    <a:pt x="294217" y="1020852"/>
                  </a:lnTo>
                  <a:lnTo>
                    <a:pt x="302948" y="1022438"/>
                  </a:lnTo>
                  <a:lnTo>
                    <a:pt x="312209" y="1024024"/>
                  </a:lnTo>
                  <a:lnTo>
                    <a:pt x="321734" y="1025611"/>
                  </a:lnTo>
                  <a:lnTo>
                    <a:pt x="331523" y="1026404"/>
                  </a:lnTo>
                  <a:lnTo>
                    <a:pt x="341842" y="1027461"/>
                  </a:lnTo>
                  <a:lnTo>
                    <a:pt x="352161" y="1027726"/>
                  </a:lnTo>
                  <a:lnTo>
                    <a:pt x="362744" y="1027990"/>
                  </a:lnTo>
                  <a:lnTo>
                    <a:pt x="373857" y="1027726"/>
                  </a:lnTo>
                  <a:lnTo>
                    <a:pt x="384440" y="1027197"/>
                  </a:lnTo>
                  <a:lnTo>
                    <a:pt x="394759" y="1026404"/>
                  </a:lnTo>
                  <a:lnTo>
                    <a:pt x="404813" y="1025346"/>
                  </a:lnTo>
                  <a:lnTo>
                    <a:pt x="414602" y="1023760"/>
                  </a:lnTo>
                  <a:lnTo>
                    <a:pt x="424127" y="1022174"/>
                  </a:lnTo>
                  <a:lnTo>
                    <a:pt x="432859" y="1020059"/>
                  </a:lnTo>
                  <a:lnTo>
                    <a:pt x="441854" y="1017944"/>
                  </a:lnTo>
                  <a:lnTo>
                    <a:pt x="450321" y="1015565"/>
                  </a:lnTo>
                  <a:lnTo>
                    <a:pt x="458523" y="1012921"/>
                  </a:lnTo>
                  <a:lnTo>
                    <a:pt x="466196" y="1009749"/>
                  </a:lnTo>
                  <a:lnTo>
                    <a:pt x="473869" y="1006312"/>
                  </a:lnTo>
                  <a:lnTo>
                    <a:pt x="481013" y="1003140"/>
                  </a:lnTo>
                  <a:lnTo>
                    <a:pt x="488157" y="999438"/>
                  </a:lnTo>
                  <a:lnTo>
                    <a:pt x="494771" y="995473"/>
                  </a:lnTo>
                  <a:lnTo>
                    <a:pt x="501386" y="991507"/>
                  </a:lnTo>
                  <a:lnTo>
                    <a:pt x="507736" y="987278"/>
                  </a:lnTo>
                  <a:lnTo>
                    <a:pt x="513821" y="983048"/>
                  </a:lnTo>
                  <a:lnTo>
                    <a:pt x="519113" y="978289"/>
                  </a:lnTo>
                  <a:lnTo>
                    <a:pt x="524669" y="973795"/>
                  </a:lnTo>
                  <a:lnTo>
                    <a:pt x="530225" y="969036"/>
                  </a:lnTo>
                  <a:lnTo>
                    <a:pt x="534988" y="964013"/>
                  </a:lnTo>
                  <a:lnTo>
                    <a:pt x="540015" y="959255"/>
                  </a:lnTo>
                  <a:lnTo>
                    <a:pt x="544248" y="953967"/>
                  </a:lnTo>
                  <a:lnTo>
                    <a:pt x="548746" y="948944"/>
                  </a:lnTo>
                  <a:lnTo>
                    <a:pt x="552715" y="943657"/>
                  </a:lnTo>
                  <a:lnTo>
                    <a:pt x="556684" y="938105"/>
                  </a:lnTo>
                  <a:lnTo>
                    <a:pt x="560388" y="932554"/>
                  </a:lnTo>
                  <a:lnTo>
                    <a:pt x="564092" y="927266"/>
                  </a:lnTo>
                  <a:lnTo>
                    <a:pt x="567267" y="921715"/>
                  </a:lnTo>
                  <a:lnTo>
                    <a:pt x="573352" y="910876"/>
                  </a:lnTo>
                  <a:lnTo>
                    <a:pt x="578644" y="899772"/>
                  </a:lnTo>
                  <a:lnTo>
                    <a:pt x="583407" y="888404"/>
                  </a:lnTo>
                  <a:lnTo>
                    <a:pt x="587375" y="877830"/>
                  </a:lnTo>
                  <a:lnTo>
                    <a:pt x="591080" y="867255"/>
                  </a:lnTo>
                  <a:lnTo>
                    <a:pt x="594255" y="856416"/>
                  </a:lnTo>
                  <a:lnTo>
                    <a:pt x="596636" y="846899"/>
                  </a:lnTo>
                  <a:lnTo>
                    <a:pt x="598752" y="837117"/>
                  </a:lnTo>
                  <a:lnTo>
                    <a:pt x="600605" y="828129"/>
                  </a:lnTo>
                  <a:lnTo>
                    <a:pt x="601928" y="819934"/>
                  </a:lnTo>
                  <a:lnTo>
                    <a:pt x="602721" y="812267"/>
                  </a:lnTo>
                  <a:lnTo>
                    <a:pt x="604044" y="799577"/>
                  </a:lnTo>
                  <a:lnTo>
                    <a:pt x="604573" y="790853"/>
                  </a:lnTo>
                  <a:lnTo>
                    <a:pt x="604573" y="786095"/>
                  </a:lnTo>
                  <a:lnTo>
                    <a:pt x="604573" y="544464"/>
                  </a:lnTo>
                  <a:lnTo>
                    <a:pt x="604838" y="538383"/>
                  </a:lnTo>
                  <a:lnTo>
                    <a:pt x="605896" y="532303"/>
                  </a:lnTo>
                  <a:lnTo>
                    <a:pt x="607219" y="526487"/>
                  </a:lnTo>
                  <a:lnTo>
                    <a:pt x="609336" y="521200"/>
                  </a:lnTo>
                  <a:lnTo>
                    <a:pt x="611982" y="515912"/>
                  </a:lnTo>
                  <a:lnTo>
                    <a:pt x="614892" y="510889"/>
                  </a:lnTo>
                  <a:lnTo>
                    <a:pt x="618332" y="506131"/>
                  </a:lnTo>
                  <a:lnTo>
                    <a:pt x="622300" y="501901"/>
                  </a:lnTo>
                  <a:lnTo>
                    <a:pt x="626534" y="497935"/>
                  </a:lnTo>
                  <a:lnTo>
                    <a:pt x="631296" y="494499"/>
                  </a:lnTo>
                  <a:lnTo>
                    <a:pt x="636323" y="491591"/>
                  </a:lnTo>
                  <a:lnTo>
                    <a:pt x="641350" y="488947"/>
                  </a:lnTo>
                  <a:lnTo>
                    <a:pt x="646907" y="487096"/>
                  </a:lnTo>
                  <a:lnTo>
                    <a:pt x="652992" y="485510"/>
                  </a:lnTo>
                  <a:lnTo>
                    <a:pt x="658813" y="484453"/>
                  </a:lnTo>
                  <a:lnTo>
                    <a:pt x="664898" y="484188"/>
                  </a:lnTo>
                  <a:lnTo>
                    <a:pt x="671248" y="484453"/>
                  </a:lnTo>
                  <a:lnTo>
                    <a:pt x="677069" y="485510"/>
                  </a:lnTo>
                  <a:lnTo>
                    <a:pt x="682890" y="487096"/>
                  </a:lnTo>
                  <a:lnTo>
                    <a:pt x="688711" y="488947"/>
                  </a:lnTo>
                  <a:lnTo>
                    <a:pt x="694003" y="491591"/>
                  </a:lnTo>
                  <a:lnTo>
                    <a:pt x="698765" y="494499"/>
                  </a:lnTo>
                  <a:lnTo>
                    <a:pt x="703528" y="497935"/>
                  </a:lnTo>
                  <a:lnTo>
                    <a:pt x="708026" y="501901"/>
                  </a:lnTo>
                  <a:lnTo>
                    <a:pt x="711994" y="506131"/>
                  </a:lnTo>
                  <a:lnTo>
                    <a:pt x="715169" y="510889"/>
                  </a:lnTo>
                  <a:lnTo>
                    <a:pt x="718344" y="515912"/>
                  </a:lnTo>
                  <a:lnTo>
                    <a:pt x="720726" y="521200"/>
                  </a:lnTo>
                  <a:lnTo>
                    <a:pt x="722842" y="526487"/>
                  </a:lnTo>
                  <a:lnTo>
                    <a:pt x="724430" y="532303"/>
                  </a:lnTo>
                  <a:lnTo>
                    <a:pt x="725223" y="538383"/>
                  </a:lnTo>
                  <a:lnTo>
                    <a:pt x="725488" y="544464"/>
                  </a:lnTo>
                  <a:lnTo>
                    <a:pt x="725488" y="786095"/>
                  </a:lnTo>
                  <a:lnTo>
                    <a:pt x="725223" y="797462"/>
                  </a:lnTo>
                  <a:lnTo>
                    <a:pt x="724694" y="809095"/>
                  </a:lnTo>
                  <a:lnTo>
                    <a:pt x="723636" y="821255"/>
                  </a:lnTo>
                  <a:lnTo>
                    <a:pt x="722313" y="833681"/>
                  </a:lnTo>
                  <a:lnTo>
                    <a:pt x="720461" y="846370"/>
                  </a:lnTo>
                  <a:lnTo>
                    <a:pt x="718080" y="859853"/>
                  </a:lnTo>
                  <a:lnTo>
                    <a:pt x="714905" y="873336"/>
                  </a:lnTo>
                  <a:lnTo>
                    <a:pt x="711465" y="886554"/>
                  </a:lnTo>
                  <a:lnTo>
                    <a:pt x="707496" y="900830"/>
                  </a:lnTo>
                  <a:lnTo>
                    <a:pt x="702998" y="914312"/>
                  </a:lnTo>
                  <a:lnTo>
                    <a:pt x="698236" y="928324"/>
                  </a:lnTo>
                  <a:lnTo>
                    <a:pt x="692415" y="942335"/>
                  </a:lnTo>
                  <a:lnTo>
                    <a:pt x="686065" y="956347"/>
                  </a:lnTo>
                  <a:lnTo>
                    <a:pt x="679186" y="970094"/>
                  </a:lnTo>
                  <a:lnTo>
                    <a:pt x="671513" y="983841"/>
                  </a:lnTo>
                  <a:lnTo>
                    <a:pt x="663311" y="997323"/>
                  </a:lnTo>
                  <a:lnTo>
                    <a:pt x="658813" y="1003933"/>
                  </a:lnTo>
                  <a:lnTo>
                    <a:pt x="654315" y="1010542"/>
                  </a:lnTo>
                  <a:lnTo>
                    <a:pt x="649552" y="1017151"/>
                  </a:lnTo>
                  <a:lnTo>
                    <a:pt x="644525" y="1023496"/>
                  </a:lnTo>
                  <a:lnTo>
                    <a:pt x="639498" y="1029841"/>
                  </a:lnTo>
                  <a:lnTo>
                    <a:pt x="634207" y="1035921"/>
                  </a:lnTo>
                  <a:lnTo>
                    <a:pt x="628650" y="1042001"/>
                  </a:lnTo>
                  <a:lnTo>
                    <a:pt x="623094" y="1048082"/>
                  </a:lnTo>
                  <a:lnTo>
                    <a:pt x="617009" y="1054162"/>
                  </a:lnTo>
                  <a:lnTo>
                    <a:pt x="610923" y="1059978"/>
                  </a:lnTo>
                  <a:lnTo>
                    <a:pt x="604838" y="1065530"/>
                  </a:lnTo>
                  <a:lnTo>
                    <a:pt x="598488" y="1071082"/>
                  </a:lnTo>
                  <a:lnTo>
                    <a:pt x="591873" y="1076369"/>
                  </a:lnTo>
                  <a:lnTo>
                    <a:pt x="584730" y="1081656"/>
                  </a:lnTo>
                  <a:lnTo>
                    <a:pt x="577850" y="1086944"/>
                  </a:lnTo>
                  <a:lnTo>
                    <a:pt x="570442" y="1091702"/>
                  </a:lnTo>
                  <a:lnTo>
                    <a:pt x="563034" y="1096461"/>
                  </a:lnTo>
                  <a:lnTo>
                    <a:pt x="555096" y="1101219"/>
                  </a:lnTo>
                  <a:lnTo>
                    <a:pt x="547159" y="1105714"/>
                  </a:lnTo>
                  <a:lnTo>
                    <a:pt x="538957" y="1109944"/>
                  </a:lnTo>
                  <a:lnTo>
                    <a:pt x="530755" y="1113909"/>
                  </a:lnTo>
                  <a:lnTo>
                    <a:pt x="522288" y="1117875"/>
                  </a:lnTo>
                  <a:lnTo>
                    <a:pt x="513292" y="1121576"/>
                  </a:lnTo>
                  <a:lnTo>
                    <a:pt x="504296" y="1125277"/>
                  </a:lnTo>
                  <a:lnTo>
                    <a:pt x="495036" y="1128185"/>
                  </a:lnTo>
                  <a:lnTo>
                    <a:pt x="485246" y="1131357"/>
                  </a:lnTo>
                  <a:lnTo>
                    <a:pt x="475721" y="1134001"/>
                  </a:lnTo>
                  <a:lnTo>
                    <a:pt x="465932" y="1136909"/>
                  </a:lnTo>
                  <a:lnTo>
                    <a:pt x="455613" y="1139288"/>
                  </a:lnTo>
                  <a:lnTo>
                    <a:pt x="445029" y="1141139"/>
                  </a:lnTo>
                  <a:lnTo>
                    <a:pt x="434182" y="1142989"/>
                  </a:lnTo>
                  <a:lnTo>
                    <a:pt x="423069" y="1144840"/>
                  </a:lnTo>
                  <a:lnTo>
                    <a:pt x="423069" y="1329896"/>
                  </a:lnTo>
                  <a:lnTo>
                    <a:pt x="664898" y="1329896"/>
                  </a:lnTo>
                  <a:lnTo>
                    <a:pt x="671248" y="1330161"/>
                  </a:lnTo>
                  <a:lnTo>
                    <a:pt x="677069" y="1331218"/>
                  </a:lnTo>
                  <a:lnTo>
                    <a:pt x="682890" y="1332540"/>
                  </a:lnTo>
                  <a:lnTo>
                    <a:pt x="688711" y="1334919"/>
                  </a:lnTo>
                  <a:lnTo>
                    <a:pt x="694003" y="1337299"/>
                  </a:lnTo>
                  <a:lnTo>
                    <a:pt x="698765" y="1340207"/>
                  </a:lnTo>
                  <a:lnTo>
                    <a:pt x="703528" y="1343643"/>
                  </a:lnTo>
                  <a:lnTo>
                    <a:pt x="708026" y="1347609"/>
                  </a:lnTo>
                  <a:lnTo>
                    <a:pt x="711994" y="1351839"/>
                  </a:lnTo>
                  <a:lnTo>
                    <a:pt x="715169" y="1356862"/>
                  </a:lnTo>
                  <a:lnTo>
                    <a:pt x="718344" y="1361620"/>
                  </a:lnTo>
                  <a:lnTo>
                    <a:pt x="720726" y="1366908"/>
                  </a:lnTo>
                  <a:lnTo>
                    <a:pt x="722842" y="1372195"/>
                  </a:lnTo>
                  <a:lnTo>
                    <a:pt x="724430" y="1378011"/>
                  </a:lnTo>
                  <a:lnTo>
                    <a:pt x="725223" y="1384092"/>
                  </a:lnTo>
                  <a:lnTo>
                    <a:pt x="725488" y="1390172"/>
                  </a:lnTo>
                  <a:lnTo>
                    <a:pt x="725223" y="1396517"/>
                  </a:lnTo>
                  <a:lnTo>
                    <a:pt x="724430" y="1402333"/>
                  </a:lnTo>
                  <a:lnTo>
                    <a:pt x="722842" y="1408149"/>
                  </a:lnTo>
                  <a:lnTo>
                    <a:pt x="720726" y="1413965"/>
                  </a:lnTo>
                  <a:lnTo>
                    <a:pt x="718344" y="1419252"/>
                  </a:lnTo>
                  <a:lnTo>
                    <a:pt x="715169" y="1424011"/>
                  </a:lnTo>
                  <a:lnTo>
                    <a:pt x="711994" y="1429034"/>
                  </a:lnTo>
                  <a:lnTo>
                    <a:pt x="708026" y="1433264"/>
                  </a:lnTo>
                  <a:lnTo>
                    <a:pt x="703528" y="1436965"/>
                  </a:lnTo>
                  <a:lnTo>
                    <a:pt x="698765" y="1440402"/>
                  </a:lnTo>
                  <a:lnTo>
                    <a:pt x="694003" y="1443574"/>
                  </a:lnTo>
                  <a:lnTo>
                    <a:pt x="688711" y="1445953"/>
                  </a:lnTo>
                  <a:lnTo>
                    <a:pt x="682890" y="1448068"/>
                  </a:lnTo>
                  <a:lnTo>
                    <a:pt x="677069" y="1449654"/>
                  </a:lnTo>
                  <a:lnTo>
                    <a:pt x="671248" y="1450447"/>
                  </a:lnTo>
                  <a:lnTo>
                    <a:pt x="664898" y="1450976"/>
                  </a:lnTo>
                  <a:lnTo>
                    <a:pt x="60589" y="1450976"/>
                  </a:lnTo>
                  <a:lnTo>
                    <a:pt x="54239" y="1450447"/>
                  </a:lnTo>
                  <a:lnTo>
                    <a:pt x="48419" y="1449654"/>
                  </a:lnTo>
                  <a:lnTo>
                    <a:pt x="42598" y="1448068"/>
                  </a:lnTo>
                  <a:lnTo>
                    <a:pt x="37041" y="1445953"/>
                  </a:lnTo>
                  <a:lnTo>
                    <a:pt x="31750" y="1443574"/>
                  </a:lnTo>
                  <a:lnTo>
                    <a:pt x="26723" y="1440402"/>
                  </a:lnTo>
                  <a:lnTo>
                    <a:pt x="21960" y="1436965"/>
                  </a:lnTo>
                  <a:lnTo>
                    <a:pt x="17727" y="1433264"/>
                  </a:lnTo>
                  <a:lnTo>
                    <a:pt x="13758" y="1429034"/>
                  </a:lnTo>
                  <a:lnTo>
                    <a:pt x="10319" y="1424011"/>
                  </a:lnTo>
                  <a:lnTo>
                    <a:pt x="7408" y="1419252"/>
                  </a:lnTo>
                  <a:lnTo>
                    <a:pt x="5027" y="1413965"/>
                  </a:lnTo>
                  <a:lnTo>
                    <a:pt x="2646" y="1408149"/>
                  </a:lnTo>
                  <a:lnTo>
                    <a:pt x="1323" y="1402333"/>
                  </a:lnTo>
                  <a:lnTo>
                    <a:pt x="264" y="1396517"/>
                  </a:lnTo>
                  <a:lnTo>
                    <a:pt x="0" y="1390172"/>
                  </a:lnTo>
                  <a:lnTo>
                    <a:pt x="264" y="1384092"/>
                  </a:lnTo>
                  <a:lnTo>
                    <a:pt x="1323" y="1378011"/>
                  </a:lnTo>
                  <a:lnTo>
                    <a:pt x="2646" y="1372195"/>
                  </a:lnTo>
                  <a:lnTo>
                    <a:pt x="5027" y="1366908"/>
                  </a:lnTo>
                  <a:lnTo>
                    <a:pt x="7408" y="1361620"/>
                  </a:lnTo>
                  <a:lnTo>
                    <a:pt x="10319" y="1356862"/>
                  </a:lnTo>
                  <a:lnTo>
                    <a:pt x="13758" y="1351839"/>
                  </a:lnTo>
                  <a:lnTo>
                    <a:pt x="17727" y="1347609"/>
                  </a:lnTo>
                  <a:lnTo>
                    <a:pt x="21960" y="1343643"/>
                  </a:lnTo>
                  <a:lnTo>
                    <a:pt x="26723" y="1340207"/>
                  </a:lnTo>
                  <a:lnTo>
                    <a:pt x="31750" y="1337299"/>
                  </a:lnTo>
                  <a:lnTo>
                    <a:pt x="37041" y="1334919"/>
                  </a:lnTo>
                  <a:lnTo>
                    <a:pt x="42598" y="1332540"/>
                  </a:lnTo>
                  <a:lnTo>
                    <a:pt x="48419" y="1331218"/>
                  </a:lnTo>
                  <a:lnTo>
                    <a:pt x="54239" y="1330161"/>
                  </a:lnTo>
                  <a:lnTo>
                    <a:pt x="60589" y="1329896"/>
                  </a:lnTo>
                  <a:lnTo>
                    <a:pt x="302419" y="1329896"/>
                  </a:lnTo>
                  <a:lnTo>
                    <a:pt x="302419" y="1144840"/>
                  </a:lnTo>
                  <a:lnTo>
                    <a:pt x="291571" y="1142989"/>
                  </a:lnTo>
                  <a:lnTo>
                    <a:pt x="280459" y="1141139"/>
                  </a:lnTo>
                  <a:lnTo>
                    <a:pt x="270140" y="1139288"/>
                  </a:lnTo>
                  <a:lnTo>
                    <a:pt x="259821" y="1136909"/>
                  </a:lnTo>
                  <a:lnTo>
                    <a:pt x="250032" y="1134001"/>
                  </a:lnTo>
                  <a:lnTo>
                    <a:pt x="240242" y="1131357"/>
                  </a:lnTo>
                  <a:lnTo>
                    <a:pt x="230452" y="1128185"/>
                  </a:lnTo>
                  <a:lnTo>
                    <a:pt x="221457" y="1125277"/>
                  </a:lnTo>
                  <a:lnTo>
                    <a:pt x="212196" y="1121576"/>
                  </a:lnTo>
                  <a:lnTo>
                    <a:pt x="203465" y="1117875"/>
                  </a:lnTo>
                  <a:lnTo>
                    <a:pt x="194734" y="1113909"/>
                  </a:lnTo>
                  <a:lnTo>
                    <a:pt x="186532" y="1109944"/>
                  </a:lnTo>
                  <a:lnTo>
                    <a:pt x="178329" y="1105714"/>
                  </a:lnTo>
                  <a:lnTo>
                    <a:pt x="170392" y="1101219"/>
                  </a:lnTo>
                  <a:lnTo>
                    <a:pt x="162454" y="1096461"/>
                  </a:lnTo>
                  <a:lnTo>
                    <a:pt x="155310" y="1091702"/>
                  </a:lnTo>
                  <a:lnTo>
                    <a:pt x="147902" y="1086944"/>
                  </a:lnTo>
                  <a:lnTo>
                    <a:pt x="140758" y="1081656"/>
                  </a:lnTo>
                  <a:lnTo>
                    <a:pt x="133879" y="1076369"/>
                  </a:lnTo>
                  <a:lnTo>
                    <a:pt x="127264" y="1071082"/>
                  </a:lnTo>
                  <a:lnTo>
                    <a:pt x="120650" y="1065530"/>
                  </a:lnTo>
                  <a:lnTo>
                    <a:pt x="114564" y="1059978"/>
                  </a:lnTo>
                  <a:lnTo>
                    <a:pt x="108479" y="1054162"/>
                  </a:lnTo>
                  <a:lnTo>
                    <a:pt x="102394" y="1048082"/>
                  </a:lnTo>
                  <a:lnTo>
                    <a:pt x="97102" y="1042001"/>
                  </a:lnTo>
                  <a:lnTo>
                    <a:pt x="91546" y="1035921"/>
                  </a:lnTo>
                  <a:lnTo>
                    <a:pt x="85989" y="1029841"/>
                  </a:lnTo>
                  <a:lnTo>
                    <a:pt x="81227" y="1023496"/>
                  </a:lnTo>
                  <a:lnTo>
                    <a:pt x="75935" y="1017151"/>
                  </a:lnTo>
                  <a:lnTo>
                    <a:pt x="71437" y="1010542"/>
                  </a:lnTo>
                  <a:lnTo>
                    <a:pt x="66675" y="1003933"/>
                  </a:lnTo>
                  <a:lnTo>
                    <a:pt x="62177" y="997323"/>
                  </a:lnTo>
                  <a:lnTo>
                    <a:pt x="53975" y="983841"/>
                  </a:lnTo>
                  <a:lnTo>
                    <a:pt x="46302" y="970094"/>
                  </a:lnTo>
                  <a:lnTo>
                    <a:pt x="39687" y="956347"/>
                  </a:lnTo>
                  <a:lnTo>
                    <a:pt x="33337" y="942335"/>
                  </a:lnTo>
                  <a:lnTo>
                    <a:pt x="27516" y="928324"/>
                  </a:lnTo>
                  <a:lnTo>
                    <a:pt x="22489" y="914312"/>
                  </a:lnTo>
                  <a:lnTo>
                    <a:pt x="17991" y="900830"/>
                  </a:lnTo>
                  <a:lnTo>
                    <a:pt x="14023" y="886554"/>
                  </a:lnTo>
                  <a:lnTo>
                    <a:pt x="10583" y="873336"/>
                  </a:lnTo>
                  <a:lnTo>
                    <a:pt x="7673" y="859853"/>
                  </a:lnTo>
                  <a:lnTo>
                    <a:pt x="5291" y="846370"/>
                  </a:lnTo>
                  <a:lnTo>
                    <a:pt x="3439" y="833681"/>
                  </a:lnTo>
                  <a:lnTo>
                    <a:pt x="1852" y="821255"/>
                  </a:lnTo>
                  <a:lnTo>
                    <a:pt x="1058" y="809095"/>
                  </a:lnTo>
                  <a:lnTo>
                    <a:pt x="264" y="797462"/>
                  </a:lnTo>
                  <a:lnTo>
                    <a:pt x="0" y="786095"/>
                  </a:lnTo>
                  <a:lnTo>
                    <a:pt x="0" y="544464"/>
                  </a:lnTo>
                  <a:lnTo>
                    <a:pt x="264" y="538383"/>
                  </a:lnTo>
                  <a:lnTo>
                    <a:pt x="1323" y="532303"/>
                  </a:lnTo>
                  <a:lnTo>
                    <a:pt x="2646" y="526487"/>
                  </a:lnTo>
                  <a:lnTo>
                    <a:pt x="5027" y="521200"/>
                  </a:lnTo>
                  <a:lnTo>
                    <a:pt x="7408" y="515912"/>
                  </a:lnTo>
                  <a:lnTo>
                    <a:pt x="10319" y="510889"/>
                  </a:lnTo>
                  <a:lnTo>
                    <a:pt x="13758" y="506131"/>
                  </a:lnTo>
                  <a:lnTo>
                    <a:pt x="17727" y="501901"/>
                  </a:lnTo>
                  <a:lnTo>
                    <a:pt x="21960" y="497935"/>
                  </a:lnTo>
                  <a:lnTo>
                    <a:pt x="26723" y="494499"/>
                  </a:lnTo>
                  <a:lnTo>
                    <a:pt x="31750" y="491591"/>
                  </a:lnTo>
                  <a:lnTo>
                    <a:pt x="37041" y="488947"/>
                  </a:lnTo>
                  <a:lnTo>
                    <a:pt x="42598" y="487096"/>
                  </a:lnTo>
                  <a:lnTo>
                    <a:pt x="48419" y="485510"/>
                  </a:lnTo>
                  <a:lnTo>
                    <a:pt x="54239" y="484453"/>
                  </a:lnTo>
                  <a:lnTo>
                    <a:pt x="60589" y="484188"/>
                  </a:lnTo>
                  <a:close/>
                  <a:moveTo>
                    <a:pt x="362612" y="0"/>
                  </a:moveTo>
                  <a:lnTo>
                    <a:pt x="372158" y="265"/>
                  </a:lnTo>
                  <a:lnTo>
                    <a:pt x="381438" y="1058"/>
                  </a:lnTo>
                  <a:lnTo>
                    <a:pt x="390454" y="2116"/>
                  </a:lnTo>
                  <a:lnTo>
                    <a:pt x="399204" y="3967"/>
                  </a:lnTo>
                  <a:lnTo>
                    <a:pt x="408219" y="5553"/>
                  </a:lnTo>
                  <a:lnTo>
                    <a:pt x="416705" y="8198"/>
                  </a:lnTo>
                  <a:lnTo>
                    <a:pt x="424925" y="11107"/>
                  </a:lnTo>
                  <a:lnTo>
                    <a:pt x="433145" y="14280"/>
                  </a:lnTo>
                  <a:lnTo>
                    <a:pt x="441630" y="17982"/>
                  </a:lnTo>
                  <a:lnTo>
                    <a:pt x="449054" y="21949"/>
                  </a:lnTo>
                  <a:lnTo>
                    <a:pt x="456744" y="26444"/>
                  </a:lnTo>
                  <a:lnTo>
                    <a:pt x="464169" y="30939"/>
                  </a:lnTo>
                  <a:lnTo>
                    <a:pt x="471328" y="36228"/>
                  </a:lnTo>
                  <a:lnTo>
                    <a:pt x="478222" y="41253"/>
                  </a:lnTo>
                  <a:lnTo>
                    <a:pt x="484851" y="47070"/>
                  </a:lnTo>
                  <a:lnTo>
                    <a:pt x="490950" y="53152"/>
                  </a:lnTo>
                  <a:lnTo>
                    <a:pt x="497049" y="59234"/>
                  </a:lnTo>
                  <a:lnTo>
                    <a:pt x="502882" y="66110"/>
                  </a:lnTo>
                  <a:lnTo>
                    <a:pt x="508186" y="72721"/>
                  </a:lnTo>
                  <a:lnTo>
                    <a:pt x="513224" y="80125"/>
                  </a:lnTo>
                  <a:lnTo>
                    <a:pt x="517997" y="87265"/>
                  </a:lnTo>
                  <a:lnTo>
                    <a:pt x="522504" y="94934"/>
                  </a:lnTo>
                  <a:lnTo>
                    <a:pt x="526482" y="102602"/>
                  </a:lnTo>
                  <a:lnTo>
                    <a:pt x="530194" y="110800"/>
                  </a:lnTo>
                  <a:lnTo>
                    <a:pt x="533111" y="118998"/>
                  </a:lnTo>
                  <a:lnTo>
                    <a:pt x="536293" y="127195"/>
                  </a:lnTo>
                  <a:lnTo>
                    <a:pt x="538679" y="136186"/>
                  </a:lnTo>
                  <a:lnTo>
                    <a:pt x="540536" y="144648"/>
                  </a:lnTo>
                  <a:lnTo>
                    <a:pt x="542392" y="153903"/>
                  </a:lnTo>
                  <a:lnTo>
                    <a:pt x="543187" y="162630"/>
                  </a:lnTo>
                  <a:lnTo>
                    <a:pt x="544248" y="172150"/>
                  </a:lnTo>
                  <a:lnTo>
                    <a:pt x="544513" y="181141"/>
                  </a:lnTo>
                  <a:lnTo>
                    <a:pt x="544513" y="483394"/>
                  </a:lnTo>
                  <a:lnTo>
                    <a:pt x="180975" y="483394"/>
                  </a:lnTo>
                  <a:lnTo>
                    <a:pt x="180975" y="181141"/>
                  </a:lnTo>
                  <a:lnTo>
                    <a:pt x="181240" y="172150"/>
                  </a:lnTo>
                  <a:lnTo>
                    <a:pt x="181771" y="162630"/>
                  </a:lnTo>
                  <a:lnTo>
                    <a:pt x="183097" y="153903"/>
                  </a:lnTo>
                  <a:lnTo>
                    <a:pt x="184422" y="144648"/>
                  </a:lnTo>
                  <a:lnTo>
                    <a:pt x="186809" y="136186"/>
                  </a:lnTo>
                  <a:lnTo>
                    <a:pt x="189195" y="127195"/>
                  </a:lnTo>
                  <a:lnTo>
                    <a:pt x="191847" y="118998"/>
                  </a:lnTo>
                  <a:lnTo>
                    <a:pt x="195294" y="110800"/>
                  </a:lnTo>
                  <a:lnTo>
                    <a:pt x="199006" y="102602"/>
                  </a:lnTo>
                  <a:lnTo>
                    <a:pt x="202984" y="94934"/>
                  </a:lnTo>
                  <a:lnTo>
                    <a:pt x="207226" y="87265"/>
                  </a:lnTo>
                  <a:lnTo>
                    <a:pt x="211999" y="80125"/>
                  </a:lnTo>
                  <a:lnTo>
                    <a:pt x="217037" y="72721"/>
                  </a:lnTo>
                  <a:lnTo>
                    <a:pt x="222341" y="66110"/>
                  </a:lnTo>
                  <a:lnTo>
                    <a:pt x="228174" y="59234"/>
                  </a:lnTo>
                  <a:lnTo>
                    <a:pt x="234008" y="53152"/>
                  </a:lnTo>
                  <a:lnTo>
                    <a:pt x="240372" y="47070"/>
                  </a:lnTo>
                  <a:lnTo>
                    <a:pt x="247266" y="41253"/>
                  </a:lnTo>
                  <a:lnTo>
                    <a:pt x="253895" y="36228"/>
                  </a:lnTo>
                  <a:lnTo>
                    <a:pt x="261054" y="30939"/>
                  </a:lnTo>
                  <a:lnTo>
                    <a:pt x="268479" y="26444"/>
                  </a:lnTo>
                  <a:lnTo>
                    <a:pt x="275903" y="21949"/>
                  </a:lnTo>
                  <a:lnTo>
                    <a:pt x="283858" y="17982"/>
                  </a:lnTo>
                  <a:lnTo>
                    <a:pt x="291813" y="14280"/>
                  </a:lnTo>
                  <a:lnTo>
                    <a:pt x="300033" y="11107"/>
                  </a:lnTo>
                  <a:lnTo>
                    <a:pt x="308518" y="8198"/>
                  </a:lnTo>
                  <a:lnTo>
                    <a:pt x="317269" y="5553"/>
                  </a:lnTo>
                  <a:lnTo>
                    <a:pt x="326019" y="3967"/>
                  </a:lnTo>
                  <a:lnTo>
                    <a:pt x="334770" y="2116"/>
                  </a:lnTo>
                  <a:lnTo>
                    <a:pt x="344050" y="1058"/>
                  </a:lnTo>
                  <a:lnTo>
                    <a:pt x="353331" y="265"/>
                  </a:lnTo>
                  <a:lnTo>
                    <a:pt x="3626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92400" y="230781"/>
            <a:ext cx="229743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700" dirty="0">
                <a:solidFill>
                  <a:srgbClr val="FFAB3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本人成绩 </a:t>
            </a:r>
            <a:r>
              <a:rPr lang="en-US" altLang="zh-CN" dirty="0" smtClean="0">
                <a:solidFill>
                  <a:srgbClr val="FFAB3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Honor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380060" y="751814"/>
            <a:ext cx="43845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-635" y="635"/>
            <a:ext cx="9145270" cy="175895"/>
            <a:chOff x="0" y="-1"/>
            <a:chExt cx="9985800" cy="287760"/>
          </a:xfrm>
        </p:grpSpPr>
        <p:sp>
          <p:nvSpPr>
            <p:cNvPr id="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635" y="4964430"/>
            <a:ext cx="9145270" cy="175895"/>
            <a:chOff x="0" y="-1"/>
            <a:chExt cx="9985800" cy="287760"/>
          </a:xfrm>
        </p:grpSpPr>
        <p:sp>
          <p:nvSpPr>
            <p:cNvPr id="35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36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37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38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aphicFrame>
        <p:nvGraphicFramePr>
          <p:cNvPr id="16" name="图示 15"/>
          <p:cNvGraphicFramePr/>
          <p:nvPr>
            <p:extLst>
              <p:ext uri="{D42A27DB-BD31-4B8C-83A1-F6EECF244321}">
                <p14:modId xmlns:p14="http://schemas.microsoft.com/office/powerpoint/2010/main" val="990479201"/>
              </p:ext>
            </p:extLst>
          </p:nvPr>
        </p:nvGraphicFramePr>
        <p:xfrm>
          <a:off x="1524000" y="914400"/>
          <a:ext cx="5895975" cy="368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493591" y="1101667"/>
            <a:ext cx="3945890" cy="9220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effectLst/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未来规划</a:t>
            </a:r>
            <a:r>
              <a:rPr lang="zh-CN" altLang="en-US" sz="3000" dirty="0" smtClean="0">
                <a:solidFill>
                  <a:srgbClr val="C00000"/>
                </a:solidFill>
                <a:effectLst/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  <a:effectLst/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ABOUT ME</a:t>
            </a:r>
          </a:p>
        </p:txBody>
      </p:sp>
      <p:sp>
        <p:nvSpPr>
          <p:cNvPr id="3" name="矩形 2"/>
          <p:cNvSpPr/>
          <p:nvPr/>
        </p:nvSpPr>
        <p:spPr>
          <a:xfrm>
            <a:off x="3573236" y="2112270"/>
            <a:ext cx="2980303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销售技能  </a:t>
            </a:r>
            <a:endParaRPr lang="en-US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沟通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能力  </a:t>
            </a:r>
            <a:endParaRPr lang="en-US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协调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能力 </a:t>
            </a:r>
            <a:endParaRPr lang="en-US" altLang="zh-CN" sz="28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  <a:p>
            <a:pPr marL="457200" indent="-457200" algn="l"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团队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合作能力 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54610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32915" y="1144905"/>
            <a:ext cx="1672590" cy="1672590"/>
            <a:chOff x="1990026" y="2085034"/>
            <a:chExt cx="1821716" cy="1821716"/>
          </a:xfrm>
        </p:grpSpPr>
        <p:grpSp>
          <p:nvGrpSpPr>
            <p:cNvPr id="5" name="组合 4"/>
            <p:cNvGrpSpPr/>
            <p:nvPr/>
          </p:nvGrpSpPr>
          <p:grpSpPr>
            <a:xfrm>
              <a:off x="1990026" y="2085034"/>
              <a:ext cx="1821716" cy="1821716"/>
              <a:chOff x="475814" y="349984"/>
              <a:chExt cx="1821716" cy="1821716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475814" y="349984"/>
                <a:ext cx="1821716" cy="18217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 w="22225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292100" dist="1397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584986" y="459157"/>
                <a:ext cx="1603371" cy="1603370"/>
                <a:chOff x="2706461" y="2004333"/>
                <a:chExt cx="2228850" cy="2228850"/>
              </a:xfrm>
              <a:effectLst/>
            </p:grpSpPr>
            <p:sp>
              <p:nvSpPr>
                <p:cNvPr id="14" name="椭圆 13"/>
                <p:cNvSpPr/>
                <p:nvPr/>
              </p:nvSpPr>
              <p:spPr>
                <a:xfrm>
                  <a:off x="2706461" y="2004333"/>
                  <a:ext cx="2228850" cy="222885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819402" y="2117274"/>
                  <a:ext cx="2002968" cy="200296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5D5D5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2977244" y="2275116"/>
                  <a:ext cx="1687284" cy="1687284"/>
                </a:xfrm>
                <a:prstGeom prst="ellipse">
                  <a:avLst/>
                </a:prstGeom>
                <a:solidFill>
                  <a:srgbClr val="C00000"/>
                </a:solidFill>
                <a:ln w="3810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177800" dist="762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17" name="KSO_Shape"/>
            <p:cNvSpPr/>
            <p:nvPr/>
          </p:nvSpPr>
          <p:spPr bwMode="auto">
            <a:xfrm>
              <a:off x="2747908" y="2689943"/>
              <a:ext cx="319141" cy="638281"/>
            </a:xfrm>
            <a:custGeom>
              <a:avLst/>
              <a:gdLst/>
              <a:ahLst/>
              <a:cxnLst/>
              <a:rect l="0" t="0" r="r" b="b"/>
              <a:pathLst>
                <a:path w="725488" h="1450976">
                  <a:moveTo>
                    <a:pt x="180975" y="543686"/>
                  </a:moveTo>
                  <a:lnTo>
                    <a:pt x="544513" y="543686"/>
                  </a:lnTo>
                  <a:lnTo>
                    <a:pt x="544513" y="785648"/>
                  </a:lnTo>
                  <a:lnTo>
                    <a:pt x="544248" y="794903"/>
                  </a:lnTo>
                  <a:lnTo>
                    <a:pt x="543187" y="804158"/>
                  </a:lnTo>
                  <a:lnTo>
                    <a:pt x="542392" y="813149"/>
                  </a:lnTo>
                  <a:lnTo>
                    <a:pt x="540536" y="822140"/>
                  </a:lnTo>
                  <a:lnTo>
                    <a:pt x="538679" y="830867"/>
                  </a:lnTo>
                  <a:lnTo>
                    <a:pt x="536293" y="839329"/>
                  </a:lnTo>
                  <a:lnTo>
                    <a:pt x="533111" y="847791"/>
                  </a:lnTo>
                  <a:lnTo>
                    <a:pt x="530194" y="856253"/>
                  </a:lnTo>
                  <a:lnTo>
                    <a:pt x="526482" y="864186"/>
                  </a:lnTo>
                  <a:lnTo>
                    <a:pt x="522504" y="871855"/>
                  </a:lnTo>
                  <a:lnTo>
                    <a:pt x="517997" y="879523"/>
                  </a:lnTo>
                  <a:lnTo>
                    <a:pt x="513224" y="886928"/>
                  </a:lnTo>
                  <a:lnTo>
                    <a:pt x="508186" y="893803"/>
                  </a:lnTo>
                  <a:lnTo>
                    <a:pt x="502882" y="900943"/>
                  </a:lnTo>
                  <a:lnTo>
                    <a:pt x="497049" y="907290"/>
                  </a:lnTo>
                  <a:lnTo>
                    <a:pt x="490950" y="913636"/>
                  </a:lnTo>
                  <a:lnTo>
                    <a:pt x="484851" y="919718"/>
                  </a:lnTo>
                  <a:lnTo>
                    <a:pt x="478222" y="925271"/>
                  </a:lnTo>
                  <a:lnTo>
                    <a:pt x="471328" y="930825"/>
                  </a:lnTo>
                  <a:lnTo>
                    <a:pt x="464169" y="935849"/>
                  </a:lnTo>
                  <a:lnTo>
                    <a:pt x="456744" y="940609"/>
                  </a:lnTo>
                  <a:lnTo>
                    <a:pt x="449054" y="944840"/>
                  </a:lnTo>
                  <a:lnTo>
                    <a:pt x="441630" y="949071"/>
                  </a:lnTo>
                  <a:lnTo>
                    <a:pt x="433145" y="952773"/>
                  </a:lnTo>
                  <a:lnTo>
                    <a:pt x="424925" y="955682"/>
                  </a:lnTo>
                  <a:lnTo>
                    <a:pt x="416705" y="958855"/>
                  </a:lnTo>
                  <a:lnTo>
                    <a:pt x="407954" y="961235"/>
                  </a:lnTo>
                  <a:lnTo>
                    <a:pt x="399204" y="963086"/>
                  </a:lnTo>
                  <a:lnTo>
                    <a:pt x="390188" y="964673"/>
                  </a:lnTo>
                  <a:lnTo>
                    <a:pt x="380908" y="965730"/>
                  </a:lnTo>
                  <a:lnTo>
                    <a:pt x="371892" y="966788"/>
                  </a:lnTo>
                  <a:lnTo>
                    <a:pt x="362612" y="966788"/>
                  </a:lnTo>
                  <a:lnTo>
                    <a:pt x="353331" y="966788"/>
                  </a:lnTo>
                  <a:lnTo>
                    <a:pt x="344050" y="965730"/>
                  </a:lnTo>
                  <a:lnTo>
                    <a:pt x="334770" y="964673"/>
                  </a:lnTo>
                  <a:lnTo>
                    <a:pt x="326019" y="963086"/>
                  </a:lnTo>
                  <a:lnTo>
                    <a:pt x="317269" y="961235"/>
                  </a:lnTo>
                  <a:lnTo>
                    <a:pt x="308518" y="958855"/>
                  </a:lnTo>
                  <a:lnTo>
                    <a:pt x="300033" y="955682"/>
                  </a:lnTo>
                  <a:lnTo>
                    <a:pt x="291813" y="952773"/>
                  </a:lnTo>
                  <a:lnTo>
                    <a:pt x="283858" y="949071"/>
                  </a:lnTo>
                  <a:lnTo>
                    <a:pt x="275903" y="944840"/>
                  </a:lnTo>
                  <a:lnTo>
                    <a:pt x="268214" y="940609"/>
                  </a:lnTo>
                  <a:lnTo>
                    <a:pt x="261054" y="935849"/>
                  </a:lnTo>
                  <a:lnTo>
                    <a:pt x="253895" y="930825"/>
                  </a:lnTo>
                  <a:lnTo>
                    <a:pt x="247001" y="925271"/>
                  </a:lnTo>
                  <a:lnTo>
                    <a:pt x="240372" y="919718"/>
                  </a:lnTo>
                  <a:lnTo>
                    <a:pt x="234008" y="913636"/>
                  </a:lnTo>
                  <a:lnTo>
                    <a:pt x="228174" y="907290"/>
                  </a:lnTo>
                  <a:lnTo>
                    <a:pt x="222341" y="900943"/>
                  </a:lnTo>
                  <a:lnTo>
                    <a:pt x="217037" y="893803"/>
                  </a:lnTo>
                  <a:lnTo>
                    <a:pt x="211999" y="886928"/>
                  </a:lnTo>
                  <a:lnTo>
                    <a:pt x="207226" y="879523"/>
                  </a:lnTo>
                  <a:lnTo>
                    <a:pt x="202984" y="871855"/>
                  </a:lnTo>
                  <a:lnTo>
                    <a:pt x="199006" y="864186"/>
                  </a:lnTo>
                  <a:lnTo>
                    <a:pt x="195294" y="856253"/>
                  </a:lnTo>
                  <a:lnTo>
                    <a:pt x="191847" y="847791"/>
                  </a:lnTo>
                  <a:lnTo>
                    <a:pt x="189195" y="839329"/>
                  </a:lnTo>
                  <a:lnTo>
                    <a:pt x="186809" y="830867"/>
                  </a:lnTo>
                  <a:lnTo>
                    <a:pt x="184422" y="822140"/>
                  </a:lnTo>
                  <a:lnTo>
                    <a:pt x="183097" y="813149"/>
                  </a:lnTo>
                  <a:lnTo>
                    <a:pt x="181771" y="804158"/>
                  </a:lnTo>
                  <a:lnTo>
                    <a:pt x="181240" y="794903"/>
                  </a:lnTo>
                  <a:lnTo>
                    <a:pt x="180975" y="785648"/>
                  </a:lnTo>
                  <a:lnTo>
                    <a:pt x="180975" y="543686"/>
                  </a:lnTo>
                  <a:close/>
                  <a:moveTo>
                    <a:pt x="60589" y="484188"/>
                  </a:moveTo>
                  <a:lnTo>
                    <a:pt x="66675" y="484453"/>
                  </a:lnTo>
                  <a:lnTo>
                    <a:pt x="72760" y="485510"/>
                  </a:lnTo>
                  <a:lnTo>
                    <a:pt x="78581" y="487096"/>
                  </a:lnTo>
                  <a:lnTo>
                    <a:pt x="84137" y="488947"/>
                  </a:lnTo>
                  <a:lnTo>
                    <a:pt x="89429" y="491591"/>
                  </a:lnTo>
                  <a:lnTo>
                    <a:pt x="94191" y="494499"/>
                  </a:lnTo>
                  <a:lnTo>
                    <a:pt x="99219" y="497935"/>
                  </a:lnTo>
                  <a:lnTo>
                    <a:pt x="103452" y="501901"/>
                  </a:lnTo>
                  <a:lnTo>
                    <a:pt x="107421" y="506131"/>
                  </a:lnTo>
                  <a:lnTo>
                    <a:pt x="110596" y="510889"/>
                  </a:lnTo>
                  <a:lnTo>
                    <a:pt x="113771" y="515912"/>
                  </a:lnTo>
                  <a:lnTo>
                    <a:pt x="116152" y="521200"/>
                  </a:lnTo>
                  <a:lnTo>
                    <a:pt x="118269" y="526487"/>
                  </a:lnTo>
                  <a:lnTo>
                    <a:pt x="119856" y="532303"/>
                  </a:lnTo>
                  <a:lnTo>
                    <a:pt x="120650" y="538383"/>
                  </a:lnTo>
                  <a:lnTo>
                    <a:pt x="121179" y="544464"/>
                  </a:lnTo>
                  <a:lnTo>
                    <a:pt x="121179" y="786095"/>
                  </a:lnTo>
                  <a:lnTo>
                    <a:pt x="121179" y="793233"/>
                  </a:lnTo>
                  <a:lnTo>
                    <a:pt x="121973" y="803807"/>
                  </a:lnTo>
                  <a:lnTo>
                    <a:pt x="123560" y="817554"/>
                  </a:lnTo>
                  <a:lnTo>
                    <a:pt x="124619" y="825750"/>
                  </a:lnTo>
                  <a:lnTo>
                    <a:pt x="126206" y="834209"/>
                  </a:lnTo>
                  <a:lnTo>
                    <a:pt x="128058" y="843462"/>
                  </a:lnTo>
                  <a:lnTo>
                    <a:pt x="130175" y="853244"/>
                  </a:lnTo>
                  <a:lnTo>
                    <a:pt x="132821" y="863290"/>
                  </a:lnTo>
                  <a:lnTo>
                    <a:pt x="136260" y="873600"/>
                  </a:lnTo>
                  <a:lnTo>
                    <a:pt x="139964" y="883910"/>
                  </a:lnTo>
                  <a:lnTo>
                    <a:pt x="144198" y="894485"/>
                  </a:lnTo>
                  <a:lnTo>
                    <a:pt x="149225" y="905588"/>
                  </a:lnTo>
                  <a:lnTo>
                    <a:pt x="154517" y="916163"/>
                  </a:lnTo>
                  <a:lnTo>
                    <a:pt x="160867" y="927002"/>
                  </a:lnTo>
                  <a:lnTo>
                    <a:pt x="164306" y="932289"/>
                  </a:lnTo>
                  <a:lnTo>
                    <a:pt x="167746" y="937577"/>
                  </a:lnTo>
                  <a:lnTo>
                    <a:pt x="171714" y="942864"/>
                  </a:lnTo>
                  <a:lnTo>
                    <a:pt x="175683" y="947887"/>
                  </a:lnTo>
                  <a:lnTo>
                    <a:pt x="179652" y="953174"/>
                  </a:lnTo>
                  <a:lnTo>
                    <a:pt x="184150" y="957933"/>
                  </a:lnTo>
                  <a:lnTo>
                    <a:pt x="188384" y="962956"/>
                  </a:lnTo>
                  <a:lnTo>
                    <a:pt x="193411" y="967714"/>
                  </a:lnTo>
                  <a:lnTo>
                    <a:pt x="198438" y="972209"/>
                  </a:lnTo>
                  <a:lnTo>
                    <a:pt x="203730" y="976967"/>
                  </a:lnTo>
                  <a:lnTo>
                    <a:pt x="209286" y="981197"/>
                  </a:lnTo>
                  <a:lnTo>
                    <a:pt x="214577" y="985427"/>
                  </a:lnTo>
                  <a:lnTo>
                    <a:pt x="220663" y="989657"/>
                  </a:lnTo>
                  <a:lnTo>
                    <a:pt x="226748" y="993622"/>
                  </a:lnTo>
                  <a:lnTo>
                    <a:pt x="233363" y="997323"/>
                  </a:lnTo>
                  <a:lnTo>
                    <a:pt x="239977" y="1001025"/>
                  </a:lnTo>
                  <a:lnTo>
                    <a:pt x="246857" y="1004461"/>
                  </a:lnTo>
                  <a:lnTo>
                    <a:pt x="254000" y="1007634"/>
                  </a:lnTo>
                  <a:lnTo>
                    <a:pt x="261673" y="1010542"/>
                  </a:lnTo>
                  <a:lnTo>
                    <a:pt x="269346" y="1013714"/>
                  </a:lnTo>
                  <a:lnTo>
                    <a:pt x="277019" y="1016093"/>
                  </a:lnTo>
                  <a:lnTo>
                    <a:pt x="285750" y="1018473"/>
                  </a:lnTo>
                  <a:lnTo>
                    <a:pt x="294217" y="1020852"/>
                  </a:lnTo>
                  <a:lnTo>
                    <a:pt x="302948" y="1022438"/>
                  </a:lnTo>
                  <a:lnTo>
                    <a:pt x="312209" y="1024024"/>
                  </a:lnTo>
                  <a:lnTo>
                    <a:pt x="321734" y="1025611"/>
                  </a:lnTo>
                  <a:lnTo>
                    <a:pt x="331523" y="1026404"/>
                  </a:lnTo>
                  <a:lnTo>
                    <a:pt x="341842" y="1027461"/>
                  </a:lnTo>
                  <a:lnTo>
                    <a:pt x="352161" y="1027726"/>
                  </a:lnTo>
                  <a:lnTo>
                    <a:pt x="362744" y="1027990"/>
                  </a:lnTo>
                  <a:lnTo>
                    <a:pt x="373857" y="1027726"/>
                  </a:lnTo>
                  <a:lnTo>
                    <a:pt x="384440" y="1027197"/>
                  </a:lnTo>
                  <a:lnTo>
                    <a:pt x="394759" y="1026404"/>
                  </a:lnTo>
                  <a:lnTo>
                    <a:pt x="404813" y="1025346"/>
                  </a:lnTo>
                  <a:lnTo>
                    <a:pt x="414602" y="1023760"/>
                  </a:lnTo>
                  <a:lnTo>
                    <a:pt x="424127" y="1022174"/>
                  </a:lnTo>
                  <a:lnTo>
                    <a:pt x="432859" y="1020059"/>
                  </a:lnTo>
                  <a:lnTo>
                    <a:pt x="441854" y="1017944"/>
                  </a:lnTo>
                  <a:lnTo>
                    <a:pt x="450321" y="1015565"/>
                  </a:lnTo>
                  <a:lnTo>
                    <a:pt x="458523" y="1012921"/>
                  </a:lnTo>
                  <a:lnTo>
                    <a:pt x="466196" y="1009749"/>
                  </a:lnTo>
                  <a:lnTo>
                    <a:pt x="473869" y="1006312"/>
                  </a:lnTo>
                  <a:lnTo>
                    <a:pt x="481013" y="1003140"/>
                  </a:lnTo>
                  <a:lnTo>
                    <a:pt x="488157" y="999438"/>
                  </a:lnTo>
                  <a:lnTo>
                    <a:pt x="494771" y="995473"/>
                  </a:lnTo>
                  <a:lnTo>
                    <a:pt x="501386" y="991507"/>
                  </a:lnTo>
                  <a:lnTo>
                    <a:pt x="507736" y="987278"/>
                  </a:lnTo>
                  <a:lnTo>
                    <a:pt x="513821" y="983048"/>
                  </a:lnTo>
                  <a:lnTo>
                    <a:pt x="519113" y="978289"/>
                  </a:lnTo>
                  <a:lnTo>
                    <a:pt x="524669" y="973795"/>
                  </a:lnTo>
                  <a:lnTo>
                    <a:pt x="530225" y="969036"/>
                  </a:lnTo>
                  <a:lnTo>
                    <a:pt x="534988" y="964013"/>
                  </a:lnTo>
                  <a:lnTo>
                    <a:pt x="540015" y="959255"/>
                  </a:lnTo>
                  <a:lnTo>
                    <a:pt x="544248" y="953967"/>
                  </a:lnTo>
                  <a:lnTo>
                    <a:pt x="548746" y="948944"/>
                  </a:lnTo>
                  <a:lnTo>
                    <a:pt x="552715" y="943657"/>
                  </a:lnTo>
                  <a:lnTo>
                    <a:pt x="556684" y="938105"/>
                  </a:lnTo>
                  <a:lnTo>
                    <a:pt x="560388" y="932554"/>
                  </a:lnTo>
                  <a:lnTo>
                    <a:pt x="564092" y="927266"/>
                  </a:lnTo>
                  <a:lnTo>
                    <a:pt x="567267" y="921715"/>
                  </a:lnTo>
                  <a:lnTo>
                    <a:pt x="573352" y="910876"/>
                  </a:lnTo>
                  <a:lnTo>
                    <a:pt x="578644" y="899772"/>
                  </a:lnTo>
                  <a:lnTo>
                    <a:pt x="583407" y="888404"/>
                  </a:lnTo>
                  <a:lnTo>
                    <a:pt x="587375" y="877830"/>
                  </a:lnTo>
                  <a:lnTo>
                    <a:pt x="591080" y="867255"/>
                  </a:lnTo>
                  <a:lnTo>
                    <a:pt x="594255" y="856416"/>
                  </a:lnTo>
                  <a:lnTo>
                    <a:pt x="596636" y="846899"/>
                  </a:lnTo>
                  <a:lnTo>
                    <a:pt x="598752" y="837117"/>
                  </a:lnTo>
                  <a:lnTo>
                    <a:pt x="600605" y="828129"/>
                  </a:lnTo>
                  <a:lnTo>
                    <a:pt x="601928" y="819934"/>
                  </a:lnTo>
                  <a:lnTo>
                    <a:pt x="602721" y="812267"/>
                  </a:lnTo>
                  <a:lnTo>
                    <a:pt x="604044" y="799577"/>
                  </a:lnTo>
                  <a:lnTo>
                    <a:pt x="604573" y="790853"/>
                  </a:lnTo>
                  <a:lnTo>
                    <a:pt x="604573" y="786095"/>
                  </a:lnTo>
                  <a:lnTo>
                    <a:pt x="604573" y="544464"/>
                  </a:lnTo>
                  <a:lnTo>
                    <a:pt x="604838" y="538383"/>
                  </a:lnTo>
                  <a:lnTo>
                    <a:pt x="605896" y="532303"/>
                  </a:lnTo>
                  <a:lnTo>
                    <a:pt x="607219" y="526487"/>
                  </a:lnTo>
                  <a:lnTo>
                    <a:pt x="609336" y="521200"/>
                  </a:lnTo>
                  <a:lnTo>
                    <a:pt x="611982" y="515912"/>
                  </a:lnTo>
                  <a:lnTo>
                    <a:pt x="614892" y="510889"/>
                  </a:lnTo>
                  <a:lnTo>
                    <a:pt x="618332" y="506131"/>
                  </a:lnTo>
                  <a:lnTo>
                    <a:pt x="622300" y="501901"/>
                  </a:lnTo>
                  <a:lnTo>
                    <a:pt x="626534" y="497935"/>
                  </a:lnTo>
                  <a:lnTo>
                    <a:pt x="631296" y="494499"/>
                  </a:lnTo>
                  <a:lnTo>
                    <a:pt x="636323" y="491591"/>
                  </a:lnTo>
                  <a:lnTo>
                    <a:pt x="641350" y="488947"/>
                  </a:lnTo>
                  <a:lnTo>
                    <a:pt x="646907" y="487096"/>
                  </a:lnTo>
                  <a:lnTo>
                    <a:pt x="652992" y="485510"/>
                  </a:lnTo>
                  <a:lnTo>
                    <a:pt x="658813" y="484453"/>
                  </a:lnTo>
                  <a:lnTo>
                    <a:pt x="664898" y="484188"/>
                  </a:lnTo>
                  <a:lnTo>
                    <a:pt x="671248" y="484453"/>
                  </a:lnTo>
                  <a:lnTo>
                    <a:pt x="677069" y="485510"/>
                  </a:lnTo>
                  <a:lnTo>
                    <a:pt x="682890" y="487096"/>
                  </a:lnTo>
                  <a:lnTo>
                    <a:pt x="688711" y="488947"/>
                  </a:lnTo>
                  <a:lnTo>
                    <a:pt x="694003" y="491591"/>
                  </a:lnTo>
                  <a:lnTo>
                    <a:pt x="698765" y="494499"/>
                  </a:lnTo>
                  <a:lnTo>
                    <a:pt x="703528" y="497935"/>
                  </a:lnTo>
                  <a:lnTo>
                    <a:pt x="708026" y="501901"/>
                  </a:lnTo>
                  <a:lnTo>
                    <a:pt x="711994" y="506131"/>
                  </a:lnTo>
                  <a:lnTo>
                    <a:pt x="715169" y="510889"/>
                  </a:lnTo>
                  <a:lnTo>
                    <a:pt x="718344" y="515912"/>
                  </a:lnTo>
                  <a:lnTo>
                    <a:pt x="720726" y="521200"/>
                  </a:lnTo>
                  <a:lnTo>
                    <a:pt x="722842" y="526487"/>
                  </a:lnTo>
                  <a:lnTo>
                    <a:pt x="724430" y="532303"/>
                  </a:lnTo>
                  <a:lnTo>
                    <a:pt x="725223" y="538383"/>
                  </a:lnTo>
                  <a:lnTo>
                    <a:pt x="725488" y="544464"/>
                  </a:lnTo>
                  <a:lnTo>
                    <a:pt x="725488" y="786095"/>
                  </a:lnTo>
                  <a:lnTo>
                    <a:pt x="725223" y="797462"/>
                  </a:lnTo>
                  <a:lnTo>
                    <a:pt x="724694" y="809095"/>
                  </a:lnTo>
                  <a:lnTo>
                    <a:pt x="723636" y="821255"/>
                  </a:lnTo>
                  <a:lnTo>
                    <a:pt x="722313" y="833681"/>
                  </a:lnTo>
                  <a:lnTo>
                    <a:pt x="720461" y="846370"/>
                  </a:lnTo>
                  <a:lnTo>
                    <a:pt x="718080" y="859853"/>
                  </a:lnTo>
                  <a:lnTo>
                    <a:pt x="714905" y="873336"/>
                  </a:lnTo>
                  <a:lnTo>
                    <a:pt x="711465" y="886554"/>
                  </a:lnTo>
                  <a:lnTo>
                    <a:pt x="707496" y="900830"/>
                  </a:lnTo>
                  <a:lnTo>
                    <a:pt x="702998" y="914312"/>
                  </a:lnTo>
                  <a:lnTo>
                    <a:pt x="698236" y="928324"/>
                  </a:lnTo>
                  <a:lnTo>
                    <a:pt x="692415" y="942335"/>
                  </a:lnTo>
                  <a:lnTo>
                    <a:pt x="686065" y="956347"/>
                  </a:lnTo>
                  <a:lnTo>
                    <a:pt x="679186" y="970094"/>
                  </a:lnTo>
                  <a:lnTo>
                    <a:pt x="671513" y="983841"/>
                  </a:lnTo>
                  <a:lnTo>
                    <a:pt x="663311" y="997323"/>
                  </a:lnTo>
                  <a:lnTo>
                    <a:pt x="658813" y="1003933"/>
                  </a:lnTo>
                  <a:lnTo>
                    <a:pt x="654315" y="1010542"/>
                  </a:lnTo>
                  <a:lnTo>
                    <a:pt x="649552" y="1017151"/>
                  </a:lnTo>
                  <a:lnTo>
                    <a:pt x="644525" y="1023496"/>
                  </a:lnTo>
                  <a:lnTo>
                    <a:pt x="639498" y="1029841"/>
                  </a:lnTo>
                  <a:lnTo>
                    <a:pt x="634207" y="1035921"/>
                  </a:lnTo>
                  <a:lnTo>
                    <a:pt x="628650" y="1042001"/>
                  </a:lnTo>
                  <a:lnTo>
                    <a:pt x="623094" y="1048082"/>
                  </a:lnTo>
                  <a:lnTo>
                    <a:pt x="617009" y="1054162"/>
                  </a:lnTo>
                  <a:lnTo>
                    <a:pt x="610923" y="1059978"/>
                  </a:lnTo>
                  <a:lnTo>
                    <a:pt x="604838" y="1065530"/>
                  </a:lnTo>
                  <a:lnTo>
                    <a:pt x="598488" y="1071082"/>
                  </a:lnTo>
                  <a:lnTo>
                    <a:pt x="591873" y="1076369"/>
                  </a:lnTo>
                  <a:lnTo>
                    <a:pt x="584730" y="1081656"/>
                  </a:lnTo>
                  <a:lnTo>
                    <a:pt x="577850" y="1086944"/>
                  </a:lnTo>
                  <a:lnTo>
                    <a:pt x="570442" y="1091702"/>
                  </a:lnTo>
                  <a:lnTo>
                    <a:pt x="563034" y="1096461"/>
                  </a:lnTo>
                  <a:lnTo>
                    <a:pt x="555096" y="1101219"/>
                  </a:lnTo>
                  <a:lnTo>
                    <a:pt x="547159" y="1105714"/>
                  </a:lnTo>
                  <a:lnTo>
                    <a:pt x="538957" y="1109944"/>
                  </a:lnTo>
                  <a:lnTo>
                    <a:pt x="530755" y="1113909"/>
                  </a:lnTo>
                  <a:lnTo>
                    <a:pt x="522288" y="1117875"/>
                  </a:lnTo>
                  <a:lnTo>
                    <a:pt x="513292" y="1121576"/>
                  </a:lnTo>
                  <a:lnTo>
                    <a:pt x="504296" y="1125277"/>
                  </a:lnTo>
                  <a:lnTo>
                    <a:pt x="495036" y="1128185"/>
                  </a:lnTo>
                  <a:lnTo>
                    <a:pt x="485246" y="1131357"/>
                  </a:lnTo>
                  <a:lnTo>
                    <a:pt x="475721" y="1134001"/>
                  </a:lnTo>
                  <a:lnTo>
                    <a:pt x="465932" y="1136909"/>
                  </a:lnTo>
                  <a:lnTo>
                    <a:pt x="455613" y="1139288"/>
                  </a:lnTo>
                  <a:lnTo>
                    <a:pt x="445029" y="1141139"/>
                  </a:lnTo>
                  <a:lnTo>
                    <a:pt x="434182" y="1142989"/>
                  </a:lnTo>
                  <a:lnTo>
                    <a:pt x="423069" y="1144840"/>
                  </a:lnTo>
                  <a:lnTo>
                    <a:pt x="423069" y="1329896"/>
                  </a:lnTo>
                  <a:lnTo>
                    <a:pt x="664898" y="1329896"/>
                  </a:lnTo>
                  <a:lnTo>
                    <a:pt x="671248" y="1330161"/>
                  </a:lnTo>
                  <a:lnTo>
                    <a:pt x="677069" y="1331218"/>
                  </a:lnTo>
                  <a:lnTo>
                    <a:pt x="682890" y="1332540"/>
                  </a:lnTo>
                  <a:lnTo>
                    <a:pt x="688711" y="1334919"/>
                  </a:lnTo>
                  <a:lnTo>
                    <a:pt x="694003" y="1337299"/>
                  </a:lnTo>
                  <a:lnTo>
                    <a:pt x="698765" y="1340207"/>
                  </a:lnTo>
                  <a:lnTo>
                    <a:pt x="703528" y="1343643"/>
                  </a:lnTo>
                  <a:lnTo>
                    <a:pt x="708026" y="1347609"/>
                  </a:lnTo>
                  <a:lnTo>
                    <a:pt x="711994" y="1351839"/>
                  </a:lnTo>
                  <a:lnTo>
                    <a:pt x="715169" y="1356862"/>
                  </a:lnTo>
                  <a:lnTo>
                    <a:pt x="718344" y="1361620"/>
                  </a:lnTo>
                  <a:lnTo>
                    <a:pt x="720726" y="1366908"/>
                  </a:lnTo>
                  <a:lnTo>
                    <a:pt x="722842" y="1372195"/>
                  </a:lnTo>
                  <a:lnTo>
                    <a:pt x="724430" y="1378011"/>
                  </a:lnTo>
                  <a:lnTo>
                    <a:pt x="725223" y="1384092"/>
                  </a:lnTo>
                  <a:lnTo>
                    <a:pt x="725488" y="1390172"/>
                  </a:lnTo>
                  <a:lnTo>
                    <a:pt x="725223" y="1396517"/>
                  </a:lnTo>
                  <a:lnTo>
                    <a:pt x="724430" y="1402333"/>
                  </a:lnTo>
                  <a:lnTo>
                    <a:pt x="722842" y="1408149"/>
                  </a:lnTo>
                  <a:lnTo>
                    <a:pt x="720726" y="1413965"/>
                  </a:lnTo>
                  <a:lnTo>
                    <a:pt x="718344" y="1419252"/>
                  </a:lnTo>
                  <a:lnTo>
                    <a:pt x="715169" y="1424011"/>
                  </a:lnTo>
                  <a:lnTo>
                    <a:pt x="711994" y="1429034"/>
                  </a:lnTo>
                  <a:lnTo>
                    <a:pt x="708026" y="1433264"/>
                  </a:lnTo>
                  <a:lnTo>
                    <a:pt x="703528" y="1436965"/>
                  </a:lnTo>
                  <a:lnTo>
                    <a:pt x="698765" y="1440402"/>
                  </a:lnTo>
                  <a:lnTo>
                    <a:pt x="694003" y="1443574"/>
                  </a:lnTo>
                  <a:lnTo>
                    <a:pt x="688711" y="1445953"/>
                  </a:lnTo>
                  <a:lnTo>
                    <a:pt x="682890" y="1448068"/>
                  </a:lnTo>
                  <a:lnTo>
                    <a:pt x="677069" y="1449654"/>
                  </a:lnTo>
                  <a:lnTo>
                    <a:pt x="671248" y="1450447"/>
                  </a:lnTo>
                  <a:lnTo>
                    <a:pt x="664898" y="1450976"/>
                  </a:lnTo>
                  <a:lnTo>
                    <a:pt x="60589" y="1450976"/>
                  </a:lnTo>
                  <a:lnTo>
                    <a:pt x="54239" y="1450447"/>
                  </a:lnTo>
                  <a:lnTo>
                    <a:pt x="48419" y="1449654"/>
                  </a:lnTo>
                  <a:lnTo>
                    <a:pt x="42598" y="1448068"/>
                  </a:lnTo>
                  <a:lnTo>
                    <a:pt x="37041" y="1445953"/>
                  </a:lnTo>
                  <a:lnTo>
                    <a:pt x="31750" y="1443574"/>
                  </a:lnTo>
                  <a:lnTo>
                    <a:pt x="26723" y="1440402"/>
                  </a:lnTo>
                  <a:lnTo>
                    <a:pt x="21960" y="1436965"/>
                  </a:lnTo>
                  <a:lnTo>
                    <a:pt x="17727" y="1433264"/>
                  </a:lnTo>
                  <a:lnTo>
                    <a:pt x="13758" y="1429034"/>
                  </a:lnTo>
                  <a:lnTo>
                    <a:pt x="10319" y="1424011"/>
                  </a:lnTo>
                  <a:lnTo>
                    <a:pt x="7408" y="1419252"/>
                  </a:lnTo>
                  <a:lnTo>
                    <a:pt x="5027" y="1413965"/>
                  </a:lnTo>
                  <a:lnTo>
                    <a:pt x="2646" y="1408149"/>
                  </a:lnTo>
                  <a:lnTo>
                    <a:pt x="1323" y="1402333"/>
                  </a:lnTo>
                  <a:lnTo>
                    <a:pt x="264" y="1396517"/>
                  </a:lnTo>
                  <a:lnTo>
                    <a:pt x="0" y="1390172"/>
                  </a:lnTo>
                  <a:lnTo>
                    <a:pt x="264" y="1384092"/>
                  </a:lnTo>
                  <a:lnTo>
                    <a:pt x="1323" y="1378011"/>
                  </a:lnTo>
                  <a:lnTo>
                    <a:pt x="2646" y="1372195"/>
                  </a:lnTo>
                  <a:lnTo>
                    <a:pt x="5027" y="1366908"/>
                  </a:lnTo>
                  <a:lnTo>
                    <a:pt x="7408" y="1361620"/>
                  </a:lnTo>
                  <a:lnTo>
                    <a:pt x="10319" y="1356862"/>
                  </a:lnTo>
                  <a:lnTo>
                    <a:pt x="13758" y="1351839"/>
                  </a:lnTo>
                  <a:lnTo>
                    <a:pt x="17727" y="1347609"/>
                  </a:lnTo>
                  <a:lnTo>
                    <a:pt x="21960" y="1343643"/>
                  </a:lnTo>
                  <a:lnTo>
                    <a:pt x="26723" y="1340207"/>
                  </a:lnTo>
                  <a:lnTo>
                    <a:pt x="31750" y="1337299"/>
                  </a:lnTo>
                  <a:lnTo>
                    <a:pt x="37041" y="1334919"/>
                  </a:lnTo>
                  <a:lnTo>
                    <a:pt x="42598" y="1332540"/>
                  </a:lnTo>
                  <a:lnTo>
                    <a:pt x="48419" y="1331218"/>
                  </a:lnTo>
                  <a:lnTo>
                    <a:pt x="54239" y="1330161"/>
                  </a:lnTo>
                  <a:lnTo>
                    <a:pt x="60589" y="1329896"/>
                  </a:lnTo>
                  <a:lnTo>
                    <a:pt x="302419" y="1329896"/>
                  </a:lnTo>
                  <a:lnTo>
                    <a:pt x="302419" y="1144840"/>
                  </a:lnTo>
                  <a:lnTo>
                    <a:pt x="291571" y="1142989"/>
                  </a:lnTo>
                  <a:lnTo>
                    <a:pt x="280459" y="1141139"/>
                  </a:lnTo>
                  <a:lnTo>
                    <a:pt x="270140" y="1139288"/>
                  </a:lnTo>
                  <a:lnTo>
                    <a:pt x="259821" y="1136909"/>
                  </a:lnTo>
                  <a:lnTo>
                    <a:pt x="250032" y="1134001"/>
                  </a:lnTo>
                  <a:lnTo>
                    <a:pt x="240242" y="1131357"/>
                  </a:lnTo>
                  <a:lnTo>
                    <a:pt x="230452" y="1128185"/>
                  </a:lnTo>
                  <a:lnTo>
                    <a:pt x="221457" y="1125277"/>
                  </a:lnTo>
                  <a:lnTo>
                    <a:pt x="212196" y="1121576"/>
                  </a:lnTo>
                  <a:lnTo>
                    <a:pt x="203465" y="1117875"/>
                  </a:lnTo>
                  <a:lnTo>
                    <a:pt x="194734" y="1113909"/>
                  </a:lnTo>
                  <a:lnTo>
                    <a:pt x="186532" y="1109944"/>
                  </a:lnTo>
                  <a:lnTo>
                    <a:pt x="178329" y="1105714"/>
                  </a:lnTo>
                  <a:lnTo>
                    <a:pt x="170392" y="1101219"/>
                  </a:lnTo>
                  <a:lnTo>
                    <a:pt x="162454" y="1096461"/>
                  </a:lnTo>
                  <a:lnTo>
                    <a:pt x="155310" y="1091702"/>
                  </a:lnTo>
                  <a:lnTo>
                    <a:pt x="147902" y="1086944"/>
                  </a:lnTo>
                  <a:lnTo>
                    <a:pt x="140758" y="1081656"/>
                  </a:lnTo>
                  <a:lnTo>
                    <a:pt x="133879" y="1076369"/>
                  </a:lnTo>
                  <a:lnTo>
                    <a:pt x="127264" y="1071082"/>
                  </a:lnTo>
                  <a:lnTo>
                    <a:pt x="120650" y="1065530"/>
                  </a:lnTo>
                  <a:lnTo>
                    <a:pt x="114564" y="1059978"/>
                  </a:lnTo>
                  <a:lnTo>
                    <a:pt x="108479" y="1054162"/>
                  </a:lnTo>
                  <a:lnTo>
                    <a:pt x="102394" y="1048082"/>
                  </a:lnTo>
                  <a:lnTo>
                    <a:pt x="97102" y="1042001"/>
                  </a:lnTo>
                  <a:lnTo>
                    <a:pt x="91546" y="1035921"/>
                  </a:lnTo>
                  <a:lnTo>
                    <a:pt x="85989" y="1029841"/>
                  </a:lnTo>
                  <a:lnTo>
                    <a:pt x="81227" y="1023496"/>
                  </a:lnTo>
                  <a:lnTo>
                    <a:pt x="75935" y="1017151"/>
                  </a:lnTo>
                  <a:lnTo>
                    <a:pt x="71437" y="1010542"/>
                  </a:lnTo>
                  <a:lnTo>
                    <a:pt x="66675" y="1003933"/>
                  </a:lnTo>
                  <a:lnTo>
                    <a:pt x="62177" y="997323"/>
                  </a:lnTo>
                  <a:lnTo>
                    <a:pt x="53975" y="983841"/>
                  </a:lnTo>
                  <a:lnTo>
                    <a:pt x="46302" y="970094"/>
                  </a:lnTo>
                  <a:lnTo>
                    <a:pt x="39687" y="956347"/>
                  </a:lnTo>
                  <a:lnTo>
                    <a:pt x="33337" y="942335"/>
                  </a:lnTo>
                  <a:lnTo>
                    <a:pt x="27516" y="928324"/>
                  </a:lnTo>
                  <a:lnTo>
                    <a:pt x="22489" y="914312"/>
                  </a:lnTo>
                  <a:lnTo>
                    <a:pt x="17991" y="900830"/>
                  </a:lnTo>
                  <a:lnTo>
                    <a:pt x="14023" y="886554"/>
                  </a:lnTo>
                  <a:lnTo>
                    <a:pt x="10583" y="873336"/>
                  </a:lnTo>
                  <a:lnTo>
                    <a:pt x="7673" y="859853"/>
                  </a:lnTo>
                  <a:lnTo>
                    <a:pt x="5291" y="846370"/>
                  </a:lnTo>
                  <a:lnTo>
                    <a:pt x="3439" y="833681"/>
                  </a:lnTo>
                  <a:lnTo>
                    <a:pt x="1852" y="821255"/>
                  </a:lnTo>
                  <a:lnTo>
                    <a:pt x="1058" y="809095"/>
                  </a:lnTo>
                  <a:lnTo>
                    <a:pt x="264" y="797462"/>
                  </a:lnTo>
                  <a:lnTo>
                    <a:pt x="0" y="786095"/>
                  </a:lnTo>
                  <a:lnTo>
                    <a:pt x="0" y="544464"/>
                  </a:lnTo>
                  <a:lnTo>
                    <a:pt x="264" y="538383"/>
                  </a:lnTo>
                  <a:lnTo>
                    <a:pt x="1323" y="532303"/>
                  </a:lnTo>
                  <a:lnTo>
                    <a:pt x="2646" y="526487"/>
                  </a:lnTo>
                  <a:lnTo>
                    <a:pt x="5027" y="521200"/>
                  </a:lnTo>
                  <a:lnTo>
                    <a:pt x="7408" y="515912"/>
                  </a:lnTo>
                  <a:lnTo>
                    <a:pt x="10319" y="510889"/>
                  </a:lnTo>
                  <a:lnTo>
                    <a:pt x="13758" y="506131"/>
                  </a:lnTo>
                  <a:lnTo>
                    <a:pt x="17727" y="501901"/>
                  </a:lnTo>
                  <a:lnTo>
                    <a:pt x="21960" y="497935"/>
                  </a:lnTo>
                  <a:lnTo>
                    <a:pt x="26723" y="494499"/>
                  </a:lnTo>
                  <a:lnTo>
                    <a:pt x="31750" y="491591"/>
                  </a:lnTo>
                  <a:lnTo>
                    <a:pt x="37041" y="488947"/>
                  </a:lnTo>
                  <a:lnTo>
                    <a:pt x="42598" y="487096"/>
                  </a:lnTo>
                  <a:lnTo>
                    <a:pt x="48419" y="485510"/>
                  </a:lnTo>
                  <a:lnTo>
                    <a:pt x="54239" y="484453"/>
                  </a:lnTo>
                  <a:lnTo>
                    <a:pt x="60589" y="484188"/>
                  </a:lnTo>
                  <a:close/>
                  <a:moveTo>
                    <a:pt x="362612" y="0"/>
                  </a:moveTo>
                  <a:lnTo>
                    <a:pt x="372158" y="265"/>
                  </a:lnTo>
                  <a:lnTo>
                    <a:pt x="381438" y="1058"/>
                  </a:lnTo>
                  <a:lnTo>
                    <a:pt x="390454" y="2116"/>
                  </a:lnTo>
                  <a:lnTo>
                    <a:pt x="399204" y="3967"/>
                  </a:lnTo>
                  <a:lnTo>
                    <a:pt x="408219" y="5553"/>
                  </a:lnTo>
                  <a:lnTo>
                    <a:pt x="416705" y="8198"/>
                  </a:lnTo>
                  <a:lnTo>
                    <a:pt x="424925" y="11107"/>
                  </a:lnTo>
                  <a:lnTo>
                    <a:pt x="433145" y="14280"/>
                  </a:lnTo>
                  <a:lnTo>
                    <a:pt x="441630" y="17982"/>
                  </a:lnTo>
                  <a:lnTo>
                    <a:pt x="449054" y="21949"/>
                  </a:lnTo>
                  <a:lnTo>
                    <a:pt x="456744" y="26444"/>
                  </a:lnTo>
                  <a:lnTo>
                    <a:pt x="464169" y="30939"/>
                  </a:lnTo>
                  <a:lnTo>
                    <a:pt x="471328" y="36228"/>
                  </a:lnTo>
                  <a:lnTo>
                    <a:pt x="478222" y="41253"/>
                  </a:lnTo>
                  <a:lnTo>
                    <a:pt x="484851" y="47070"/>
                  </a:lnTo>
                  <a:lnTo>
                    <a:pt x="490950" y="53152"/>
                  </a:lnTo>
                  <a:lnTo>
                    <a:pt x="497049" y="59234"/>
                  </a:lnTo>
                  <a:lnTo>
                    <a:pt x="502882" y="66110"/>
                  </a:lnTo>
                  <a:lnTo>
                    <a:pt x="508186" y="72721"/>
                  </a:lnTo>
                  <a:lnTo>
                    <a:pt x="513224" y="80125"/>
                  </a:lnTo>
                  <a:lnTo>
                    <a:pt x="517997" y="87265"/>
                  </a:lnTo>
                  <a:lnTo>
                    <a:pt x="522504" y="94934"/>
                  </a:lnTo>
                  <a:lnTo>
                    <a:pt x="526482" y="102602"/>
                  </a:lnTo>
                  <a:lnTo>
                    <a:pt x="530194" y="110800"/>
                  </a:lnTo>
                  <a:lnTo>
                    <a:pt x="533111" y="118998"/>
                  </a:lnTo>
                  <a:lnTo>
                    <a:pt x="536293" y="127195"/>
                  </a:lnTo>
                  <a:lnTo>
                    <a:pt x="538679" y="136186"/>
                  </a:lnTo>
                  <a:lnTo>
                    <a:pt x="540536" y="144648"/>
                  </a:lnTo>
                  <a:lnTo>
                    <a:pt x="542392" y="153903"/>
                  </a:lnTo>
                  <a:lnTo>
                    <a:pt x="543187" y="162630"/>
                  </a:lnTo>
                  <a:lnTo>
                    <a:pt x="544248" y="172150"/>
                  </a:lnTo>
                  <a:lnTo>
                    <a:pt x="544513" y="181141"/>
                  </a:lnTo>
                  <a:lnTo>
                    <a:pt x="544513" y="483394"/>
                  </a:lnTo>
                  <a:lnTo>
                    <a:pt x="180975" y="483394"/>
                  </a:lnTo>
                  <a:lnTo>
                    <a:pt x="180975" y="181141"/>
                  </a:lnTo>
                  <a:lnTo>
                    <a:pt x="181240" y="172150"/>
                  </a:lnTo>
                  <a:lnTo>
                    <a:pt x="181771" y="162630"/>
                  </a:lnTo>
                  <a:lnTo>
                    <a:pt x="183097" y="153903"/>
                  </a:lnTo>
                  <a:lnTo>
                    <a:pt x="184422" y="144648"/>
                  </a:lnTo>
                  <a:lnTo>
                    <a:pt x="186809" y="136186"/>
                  </a:lnTo>
                  <a:lnTo>
                    <a:pt x="189195" y="127195"/>
                  </a:lnTo>
                  <a:lnTo>
                    <a:pt x="191847" y="118998"/>
                  </a:lnTo>
                  <a:lnTo>
                    <a:pt x="195294" y="110800"/>
                  </a:lnTo>
                  <a:lnTo>
                    <a:pt x="199006" y="102602"/>
                  </a:lnTo>
                  <a:lnTo>
                    <a:pt x="202984" y="94934"/>
                  </a:lnTo>
                  <a:lnTo>
                    <a:pt x="207226" y="87265"/>
                  </a:lnTo>
                  <a:lnTo>
                    <a:pt x="211999" y="80125"/>
                  </a:lnTo>
                  <a:lnTo>
                    <a:pt x="217037" y="72721"/>
                  </a:lnTo>
                  <a:lnTo>
                    <a:pt x="222341" y="66110"/>
                  </a:lnTo>
                  <a:lnTo>
                    <a:pt x="228174" y="59234"/>
                  </a:lnTo>
                  <a:lnTo>
                    <a:pt x="234008" y="53152"/>
                  </a:lnTo>
                  <a:lnTo>
                    <a:pt x="240372" y="47070"/>
                  </a:lnTo>
                  <a:lnTo>
                    <a:pt x="247266" y="41253"/>
                  </a:lnTo>
                  <a:lnTo>
                    <a:pt x="253895" y="36228"/>
                  </a:lnTo>
                  <a:lnTo>
                    <a:pt x="261054" y="30939"/>
                  </a:lnTo>
                  <a:lnTo>
                    <a:pt x="268479" y="26444"/>
                  </a:lnTo>
                  <a:lnTo>
                    <a:pt x="275903" y="21949"/>
                  </a:lnTo>
                  <a:lnTo>
                    <a:pt x="283858" y="17982"/>
                  </a:lnTo>
                  <a:lnTo>
                    <a:pt x="291813" y="14280"/>
                  </a:lnTo>
                  <a:lnTo>
                    <a:pt x="300033" y="11107"/>
                  </a:lnTo>
                  <a:lnTo>
                    <a:pt x="308518" y="8198"/>
                  </a:lnTo>
                  <a:lnTo>
                    <a:pt x="317269" y="5553"/>
                  </a:lnTo>
                  <a:lnTo>
                    <a:pt x="326019" y="3967"/>
                  </a:lnTo>
                  <a:lnTo>
                    <a:pt x="334770" y="2116"/>
                  </a:lnTo>
                  <a:lnTo>
                    <a:pt x="344050" y="1058"/>
                  </a:lnTo>
                  <a:lnTo>
                    <a:pt x="353331" y="265"/>
                  </a:lnTo>
                  <a:lnTo>
                    <a:pt x="3626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35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split orient="vert"/>
      </p:transition>
    </mc:Choice>
    <mc:Fallback>
      <p:transition spd="slow" advClick="0" advTm="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96845" y="368576"/>
            <a:ext cx="229743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700" dirty="0">
                <a:solidFill>
                  <a:srgbClr val="FFAB3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不断努力 </a:t>
            </a:r>
            <a:r>
              <a:rPr lang="en-US" altLang="zh-CN" dirty="0" smtClean="0">
                <a:solidFill>
                  <a:srgbClr val="FFAB3F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</a:rPr>
              <a:t>Honor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384505" y="889609"/>
            <a:ext cx="43845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2120781" y="3274607"/>
            <a:ext cx="4832267" cy="1622101"/>
            <a:chOff x="1685647" y="3197027"/>
            <a:chExt cx="8577897" cy="3167382"/>
          </a:xfrm>
        </p:grpSpPr>
        <p:sp>
          <p:nvSpPr>
            <p:cNvPr id="13" name="梯形 1037"/>
            <p:cNvSpPr/>
            <p:nvPr/>
          </p:nvSpPr>
          <p:spPr>
            <a:xfrm>
              <a:off x="1685647" y="4670719"/>
              <a:ext cx="8577897" cy="1693690"/>
            </a:xfrm>
            <a:custGeom>
              <a:avLst/>
              <a:gdLst>
                <a:gd name="connsiteX0" fmla="*/ 0 w 8663676"/>
                <a:gd name="connsiteY0" fmla="*/ 1863059 h 1863059"/>
                <a:gd name="connsiteX1" fmla="*/ 966909 w 8663676"/>
                <a:gd name="connsiteY1" fmla="*/ 0 h 1863059"/>
                <a:gd name="connsiteX2" fmla="*/ 7696767 w 8663676"/>
                <a:gd name="connsiteY2" fmla="*/ 0 h 1863059"/>
                <a:gd name="connsiteX3" fmla="*/ 8663676 w 8663676"/>
                <a:gd name="connsiteY3" fmla="*/ 1863059 h 1863059"/>
                <a:gd name="connsiteX4" fmla="*/ 0 w 8663676"/>
                <a:gd name="connsiteY4" fmla="*/ 1863059 h 1863059"/>
                <a:gd name="connsiteX0-1" fmla="*/ 0 w 8663676"/>
                <a:gd name="connsiteY0-2" fmla="*/ 1863059 h 1863059"/>
                <a:gd name="connsiteX1-3" fmla="*/ 966909 w 8663676"/>
                <a:gd name="connsiteY1-4" fmla="*/ 0 h 1863059"/>
                <a:gd name="connsiteX2-5" fmla="*/ 7696767 w 8663676"/>
                <a:gd name="connsiteY2-6" fmla="*/ 0 h 1863059"/>
                <a:gd name="connsiteX3-7" fmla="*/ 8663676 w 8663676"/>
                <a:gd name="connsiteY3-8" fmla="*/ 1863059 h 1863059"/>
                <a:gd name="connsiteX4-9" fmla="*/ 0 w 8663676"/>
                <a:gd name="connsiteY4-10" fmla="*/ 1863059 h 1863059"/>
                <a:gd name="connsiteX0-11" fmla="*/ 0 w 8663676"/>
                <a:gd name="connsiteY0-12" fmla="*/ 1863059 h 1863059"/>
                <a:gd name="connsiteX1-13" fmla="*/ 966909 w 8663676"/>
                <a:gd name="connsiteY1-14" fmla="*/ 0 h 1863059"/>
                <a:gd name="connsiteX2-15" fmla="*/ 7696767 w 8663676"/>
                <a:gd name="connsiteY2-16" fmla="*/ 0 h 1863059"/>
                <a:gd name="connsiteX3-17" fmla="*/ 8663676 w 8663676"/>
                <a:gd name="connsiteY3-18" fmla="*/ 1863059 h 1863059"/>
                <a:gd name="connsiteX4-19" fmla="*/ 0 w 8663676"/>
                <a:gd name="connsiteY4-20" fmla="*/ 1863059 h 1863059"/>
                <a:gd name="connsiteX0-21" fmla="*/ 0 w 8663676"/>
                <a:gd name="connsiteY0-22" fmla="*/ 1863059 h 1863059"/>
                <a:gd name="connsiteX1-23" fmla="*/ 966909 w 8663676"/>
                <a:gd name="connsiteY1-24" fmla="*/ 0 h 1863059"/>
                <a:gd name="connsiteX2-25" fmla="*/ 7696767 w 8663676"/>
                <a:gd name="connsiteY2-26" fmla="*/ 0 h 1863059"/>
                <a:gd name="connsiteX3-27" fmla="*/ 8663676 w 8663676"/>
                <a:gd name="connsiteY3-28" fmla="*/ 1863059 h 1863059"/>
                <a:gd name="connsiteX4-29" fmla="*/ 0 w 8663676"/>
                <a:gd name="connsiteY4-30" fmla="*/ 1863059 h 1863059"/>
                <a:gd name="connsiteX0-31" fmla="*/ 0 w 8663676"/>
                <a:gd name="connsiteY0-32" fmla="*/ 1863059 h 1863059"/>
                <a:gd name="connsiteX1-33" fmla="*/ 966909 w 8663676"/>
                <a:gd name="connsiteY1-34" fmla="*/ 0 h 1863059"/>
                <a:gd name="connsiteX2-35" fmla="*/ 7696767 w 8663676"/>
                <a:gd name="connsiteY2-36" fmla="*/ 0 h 1863059"/>
                <a:gd name="connsiteX3-37" fmla="*/ 8663676 w 8663676"/>
                <a:gd name="connsiteY3-38" fmla="*/ 1863059 h 1863059"/>
                <a:gd name="connsiteX4-39" fmla="*/ 0 w 8663676"/>
                <a:gd name="connsiteY4-40" fmla="*/ 1863059 h 18630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663676" h="1863059">
                  <a:moveTo>
                    <a:pt x="0" y="1863059"/>
                  </a:moveTo>
                  <a:lnTo>
                    <a:pt x="966909" y="0"/>
                  </a:lnTo>
                  <a:lnTo>
                    <a:pt x="7696767" y="0"/>
                  </a:lnTo>
                  <a:lnTo>
                    <a:pt x="8663676" y="1863059"/>
                  </a:lnTo>
                  <a:cubicBezTo>
                    <a:pt x="5631800" y="1614997"/>
                    <a:pt x="3200936" y="1608399"/>
                    <a:pt x="0" y="186305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27000"/>
                  </a:schemeClr>
                </a:gs>
                <a:gs pos="100000">
                  <a:srgbClr val="B2B2B2">
                    <a:alpha val="41000"/>
                  </a:srgbClr>
                </a:gs>
                <a:gs pos="58000">
                  <a:srgbClr val="777777">
                    <a:alpha val="29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softEdge rad="279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4" name="Group 26"/>
            <p:cNvGrpSpPr>
              <a:grpSpLocks noChangeAspect="1"/>
            </p:cNvGrpSpPr>
            <p:nvPr/>
          </p:nvGrpSpPr>
          <p:grpSpPr bwMode="auto">
            <a:xfrm>
              <a:off x="2133872" y="3197027"/>
              <a:ext cx="7924257" cy="2195757"/>
              <a:chOff x="-40" y="982"/>
              <a:chExt cx="7747" cy="2356"/>
            </a:xfrm>
          </p:grpSpPr>
          <p:sp>
            <p:nvSpPr>
              <p:cNvPr id="15" name="Freeform 27"/>
              <p:cNvSpPr/>
              <p:nvPr/>
            </p:nvSpPr>
            <p:spPr bwMode="auto">
              <a:xfrm>
                <a:off x="-7" y="2540"/>
                <a:ext cx="7692" cy="798"/>
              </a:xfrm>
              <a:custGeom>
                <a:avLst/>
                <a:gdLst>
                  <a:gd name="T0" fmla="*/ 3249 w 3253"/>
                  <a:gd name="T1" fmla="*/ 290 h 337"/>
                  <a:gd name="T2" fmla="*/ 3230 w 3253"/>
                  <a:gd name="T3" fmla="*/ 253 h 337"/>
                  <a:gd name="T4" fmla="*/ 3236 w 3253"/>
                  <a:gd name="T5" fmla="*/ 150 h 337"/>
                  <a:gd name="T6" fmla="*/ 3229 w 3253"/>
                  <a:gd name="T7" fmla="*/ 131 h 337"/>
                  <a:gd name="T8" fmla="*/ 3222 w 3253"/>
                  <a:gd name="T9" fmla="*/ 109 h 337"/>
                  <a:gd name="T10" fmla="*/ 2814 w 3253"/>
                  <a:gd name="T11" fmla="*/ 62 h 337"/>
                  <a:gd name="T12" fmla="*/ 1816 w 3253"/>
                  <a:gd name="T13" fmla="*/ 67 h 337"/>
                  <a:gd name="T14" fmla="*/ 1634 w 3253"/>
                  <a:gd name="T15" fmla="*/ 118 h 337"/>
                  <a:gd name="T16" fmla="*/ 1080 w 3253"/>
                  <a:gd name="T17" fmla="*/ 46 h 337"/>
                  <a:gd name="T18" fmla="*/ 414 w 3253"/>
                  <a:gd name="T19" fmla="*/ 80 h 337"/>
                  <a:gd name="T20" fmla="*/ 72 w 3253"/>
                  <a:gd name="T21" fmla="*/ 92 h 337"/>
                  <a:gd name="T22" fmla="*/ 26 w 3253"/>
                  <a:gd name="T23" fmla="*/ 101 h 337"/>
                  <a:gd name="T24" fmla="*/ 11 w 3253"/>
                  <a:gd name="T25" fmla="*/ 127 h 337"/>
                  <a:gd name="T26" fmla="*/ 6 w 3253"/>
                  <a:gd name="T27" fmla="*/ 206 h 337"/>
                  <a:gd name="T28" fmla="*/ 9 w 3253"/>
                  <a:gd name="T29" fmla="*/ 209 h 337"/>
                  <a:gd name="T30" fmla="*/ 9 w 3253"/>
                  <a:gd name="T31" fmla="*/ 314 h 337"/>
                  <a:gd name="T32" fmla="*/ 27 w 3253"/>
                  <a:gd name="T33" fmla="*/ 328 h 337"/>
                  <a:gd name="T34" fmla="*/ 56 w 3253"/>
                  <a:gd name="T35" fmla="*/ 327 h 337"/>
                  <a:gd name="T36" fmla="*/ 222 w 3253"/>
                  <a:gd name="T37" fmla="*/ 328 h 337"/>
                  <a:gd name="T38" fmla="*/ 353 w 3253"/>
                  <a:gd name="T39" fmla="*/ 329 h 337"/>
                  <a:gd name="T40" fmla="*/ 481 w 3253"/>
                  <a:gd name="T41" fmla="*/ 332 h 337"/>
                  <a:gd name="T42" fmla="*/ 511 w 3253"/>
                  <a:gd name="T43" fmla="*/ 330 h 337"/>
                  <a:gd name="T44" fmla="*/ 568 w 3253"/>
                  <a:gd name="T45" fmla="*/ 326 h 337"/>
                  <a:gd name="T46" fmla="*/ 652 w 3253"/>
                  <a:gd name="T47" fmla="*/ 328 h 337"/>
                  <a:gd name="T48" fmla="*/ 717 w 3253"/>
                  <a:gd name="T49" fmla="*/ 328 h 337"/>
                  <a:gd name="T50" fmla="*/ 762 w 3253"/>
                  <a:gd name="T51" fmla="*/ 331 h 337"/>
                  <a:gd name="T52" fmla="*/ 806 w 3253"/>
                  <a:gd name="T53" fmla="*/ 331 h 337"/>
                  <a:gd name="T54" fmla="*/ 1589 w 3253"/>
                  <a:gd name="T55" fmla="*/ 337 h 337"/>
                  <a:gd name="T56" fmla="*/ 1607 w 3253"/>
                  <a:gd name="T57" fmla="*/ 317 h 337"/>
                  <a:gd name="T58" fmla="*/ 1617 w 3253"/>
                  <a:gd name="T59" fmla="*/ 159 h 337"/>
                  <a:gd name="T60" fmla="*/ 1623 w 3253"/>
                  <a:gd name="T61" fmla="*/ 148 h 337"/>
                  <a:gd name="T62" fmla="*/ 1628 w 3253"/>
                  <a:gd name="T63" fmla="*/ 141 h 337"/>
                  <a:gd name="T64" fmla="*/ 1636 w 3253"/>
                  <a:gd name="T65" fmla="*/ 128 h 337"/>
                  <a:gd name="T66" fmla="*/ 1649 w 3253"/>
                  <a:gd name="T67" fmla="*/ 162 h 337"/>
                  <a:gd name="T68" fmla="*/ 1648 w 3253"/>
                  <a:gd name="T69" fmla="*/ 207 h 337"/>
                  <a:gd name="T70" fmla="*/ 1639 w 3253"/>
                  <a:gd name="T71" fmla="*/ 273 h 337"/>
                  <a:gd name="T72" fmla="*/ 1649 w 3253"/>
                  <a:gd name="T73" fmla="*/ 276 h 337"/>
                  <a:gd name="T74" fmla="*/ 1654 w 3253"/>
                  <a:gd name="T75" fmla="*/ 276 h 337"/>
                  <a:gd name="T76" fmla="*/ 1654 w 3253"/>
                  <a:gd name="T77" fmla="*/ 289 h 337"/>
                  <a:gd name="T78" fmla="*/ 1665 w 3253"/>
                  <a:gd name="T79" fmla="*/ 291 h 337"/>
                  <a:gd name="T80" fmla="*/ 1664 w 3253"/>
                  <a:gd name="T81" fmla="*/ 316 h 337"/>
                  <a:gd name="T82" fmla="*/ 1690 w 3253"/>
                  <a:gd name="T83" fmla="*/ 324 h 337"/>
                  <a:gd name="T84" fmla="*/ 3200 w 3253"/>
                  <a:gd name="T85" fmla="*/ 325 h 337"/>
                  <a:gd name="T86" fmla="*/ 3249 w 3253"/>
                  <a:gd name="T87" fmla="*/ 290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253" h="337">
                    <a:moveTo>
                      <a:pt x="3249" y="290"/>
                    </a:moveTo>
                    <a:cubicBezTo>
                      <a:pt x="3246" y="277"/>
                      <a:pt x="3230" y="253"/>
                      <a:pt x="3230" y="253"/>
                    </a:cubicBezTo>
                    <a:cubicBezTo>
                      <a:pt x="3236" y="150"/>
                      <a:pt x="3236" y="150"/>
                      <a:pt x="3236" y="150"/>
                    </a:cubicBezTo>
                    <a:cubicBezTo>
                      <a:pt x="3236" y="150"/>
                      <a:pt x="3238" y="141"/>
                      <a:pt x="3229" y="131"/>
                    </a:cubicBezTo>
                    <a:cubicBezTo>
                      <a:pt x="3221" y="116"/>
                      <a:pt x="3222" y="109"/>
                      <a:pt x="3222" y="109"/>
                    </a:cubicBezTo>
                    <a:cubicBezTo>
                      <a:pt x="3222" y="109"/>
                      <a:pt x="2992" y="77"/>
                      <a:pt x="2814" y="62"/>
                    </a:cubicBezTo>
                    <a:cubicBezTo>
                      <a:pt x="2625" y="46"/>
                      <a:pt x="2150" y="0"/>
                      <a:pt x="1816" y="67"/>
                    </a:cubicBezTo>
                    <a:cubicBezTo>
                      <a:pt x="1816" y="67"/>
                      <a:pt x="1700" y="97"/>
                      <a:pt x="1634" y="118"/>
                    </a:cubicBezTo>
                    <a:cubicBezTo>
                      <a:pt x="1387" y="41"/>
                      <a:pt x="1145" y="48"/>
                      <a:pt x="1080" y="46"/>
                    </a:cubicBezTo>
                    <a:cubicBezTo>
                      <a:pt x="961" y="47"/>
                      <a:pt x="467" y="77"/>
                      <a:pt x="414" y="80"/>
                    </a:cubicBezTo>
                    <a:cubicBezTo>
                      <a:pt x="361" y="82"/>
                      <a:pt x="108" y="95"/>
                      <a:pt x="72" y="92"/>
                    </a:cubicBezTo>
                    <a:cubicBezTo>
                      <a:pt x="33" y="93"/>
                      <a:pt x="26" y="101"/>
                      <a:pt x="26" y="101"/>
                    </a:cubicBezTo>
                    <a:cubicBezTo>
                      <a:pt x="8" y="122"/>
                      <a:pt x="11" y="121"/>
                      <a:pt x="11" y="127"/>
                    </a:cubicBezTo>
                    <a:cubicBezTo>
                      <a:pt x="1" y="178"/>
                      <a:pt x="6" y="206"/>
                      <a:pt x="6" y="206"/>
                    </a:cubicBezTo>
                    <a:cubicBezTo>
                      <a:pt x="6" y="206"/>
                      <a:pt x="6" y="206"/>
                      <a:pt x="9" y="209"/>
                    </a:cubicBezTo>
                    <a:cubicBezTo>
                      <a:pt x="0" y="249"/>
                      <a:pt x="6" y="299"/>
                      <a:pt x="9" y="314"/>
                    </a:cubicBezTo>
                    <a:cubicBezTo>
                      <a:pt x="11" y="329"/>
                      <a:pt x="27" y="328"/>
                      <a:pt x="27" y="328"/>
                    </a:cubicBezTo>
                    <a:cubicBezTo>
                      <a:pt x="27" y="328"/>
                      <a:pt x="35" y="328"/>
                      <a:pt x="56" y="327"/>
                    </a:cubicBezTo>
                    <a:cubicBezTo>
                      <a:pt x="86" y="324"/>
                      <a:pt x="110" y="326"/>
                      <a:pt x="222" y="328"/>
                    </a:cubicBezTo>
                    <a:cubicBezTo>
                      <a:pt x="254" y="326"/>
                      <a:pt x="320" y="327"/>
                      <a:pt x="353" y="329"/>
                    </a:cubicBezTo>
                    <a:cubicBezTo>
                      <a:pt x="369" y="331"/>
                      <a:pt x="472" y="331"/>
                      <a:pt x="481" y="332"/>
                    </a:cubicBezTo>
                    <a:cubicBezTo>
                      <a:pt x="490" y="332"/>
                      <a:pt x="511" y="330"/>
                      <a:pt x="511" y="330"/>
                    </a:cubicBezTo>
                    <a:cubicBezTo>
                      <a:pt x="511" y="330"/>
                      <a:pt x="511" y="330"/>
                      <a:pt x="568" y="326"/>
                    </a:cubicBezTo>
                    <a:cubicBezTo>
                      <a:pt x="631" y="328"/>
                      <a:pt x="652" y="328"/>
                      <a:pt x="652" y="328"/>
                    </a:cubicBezTo>
                    <a:cubicBezTo>
                      <a:pt x="652" y="328"/>
                      <a:pt x="699" y="328"/>
                      <a:pt x="717" y="328"/>
                    </a:cubicBezTo>
                    <a:cubicBezTo>
                      <a:pt x="735" y="328"/>
                      <a:pt x="745" y="331"/>
                      <a:pt x="762" y="331"/>
                    </a:cubicBezTo>
                    <a:cubicBezTo>
                      <a:pt x="777" y="329"/>
                      <a:pt x="806" y="331"/>
                      <a:pt x="806" y="331"/>
                    </a:cubicBezTo>
                    <a:cubicBezTo>
                      <a:pt x="806" y="331"/>
                      <a:pt x="1306" y="336"/>
                      <a:pt x="1589" y="337"/>
                    </a:cubicBezTo>
                    <a:cubicBezTo>
                      <a:pt x="1611" y="336"/>
                      <a:pt x="1607" y="317"/>
                      <a:pt x="1607" y="317"/>
                    </a:cubicBezTo>
                    <a:cubicBezTo>
                      <a:pt x="1607" y="317"/>
                      <a:pt x="1617" y="163"/>
                      <a:pt x="1617" y="159"/>
                    </a:cubicBezTo>
                    <a:cubicBezTo>
                      <a:pt x="1617" y="155"/>
                      <a:pt x="1623" y="148"/>
                      <a:pt x="1623" y="148"/>
                    </a:cubicBezTo>
                    <a:cubicBezTo>
                      <a:pt x="1623" y="148"/>
                      <a:pt x="1628" y="145"/>
                      <a:pt x="1628" y="141"/>
                    </a:cubicBezTo>
                    <a:cubicBezTo>
                      <a:pt x="1629" y="139"/>
                      <a:pt x="1633" y="133"/>
                      <a:pt x="1636" y="128"/>
                    </a:cubicBezTo>
                    <a:cubicBezTo>
                      <a:pt x="1640" y="132"/>
                      <a:pt x="1649" y="146"/>
                      <a:pt x="1649" y="162"/>
                    </a:cubicBezTo>
                    <a:cubicBezTo>
                      <a:pt x="1649" y="182"/>
                      <a:pt x="1654" y="179"/>
                      <a:pt x="1648" y="207"/>
                    </a:cubicBezTo>
                    <a:cubicBezTo>
                      <a:pt x="1644" y="237"/>
                      <a:pt x="1639" y="273"/>
                      <a:pt x="1639" y="273"/>
                    </a:cubicBezTo>
                    <a:cubicBezTo>
                      <a:pt x="1649" y="276"/>
                      <a:pt x="1649" y="276"/>
                      <a:pt x="1649" y="276"/>
                    </a:cubicBezTo>
                    <a:cubicBezTo>
                      <a:pt x="1654" y="276"/>
                      <a:pt x="1654" y="276"/>
                      <a:pt x="1654" y="276"/>
                    </a:cubicBezTo>
                    <a:cubicBezTo>
                      <a:pt x="1654" y="289"/>
                      <a:pt x="1654" y="289"/>
                      <a:pt x="1654" y="289"/>
                    </a:cubicBezTo>
                    <a:cubicBezTo>
                      <a:pt x="1654" y="289"/>
                      <a:pt x="1657" y="292"/>
                      <a:pt x="1665" y="291"/>
                    </a:cubicBezTo>
                    <a:cubicBezTo>
                      <a:pt x="1664" y="316"/>
                      <a:pt x="1664" y="316"/>
                      <a:pt x="1664" y="316"/>
                    </a:cubicBezTo>
                    <a:cubicBezTo>
                      <a:pt x="1664" y="316"/>
                      <a:pt x="1677" y="323"/>
                      <a:pt x="1690" y="324"/>
                    </a:cubicBezTo>
                    <a:cubicBezTo>
                      <a:pt x="1702" y="324"/>
                      <a:pt x="3200" y="325"/>
                      <a:pt x="3200" y="325"/>
                    </a:cubicBezTo>
                    <a:cubicBezTo>
                      <a:pt x="3200" y="325"/>
                      <a:pt x="3253" y="333"/>
                      <a:pt x="3249" y="29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4" name="Freeform 28"/>
              <p:cNvSpPr/>
              <p:nvPr/>
            </p:nvSpPr>
            <p:spPr bwMode="auto">
              <a:xfrm>
                <a:off x="21" y="1756"/>
                <a:ext cx="3821" cy="1066"/>
              </a:xfrm>
              <a:custGeom>
                <a:avLst/>
                <a:gdLst>
                  <a:gd name="T0" fmla="*/ 1616 w 1616"/>
                  <a:gd name="T1" fmla="*/ 450 h 450"/>
                  <a:gd name="T2" fmla="*/ 1607 w 1616"/>
                  <a:gd name="T3" fmla="*/ 446 h 450"/>
                  <a:gd name="T4" fmla="*/ 1055 w 1616"/>
                  <a:gd name="T5" fmla="*/ 369 h 450"/>
                  <a:gd name="T6" fmla="*/ 388 w 1616"/>
                  <a:gd name="T7" fmla="*/ 402 h 450"/>
                  <a:gd name="T8" fmla="*/ 47 w 1616"/>
                  <a:gd name="T9" fmla="*/ 415 h 450"/>
                  <a:gd name="T10" fmla="*/ 0 w 1616"/>
                  <a:gd name="T11" fmla="*/ 424 h 450"/>
                  <a:gd name="T12" fmla="*/ 95 w 1616"/>
                  <a:gd name="T13" fmla="*/ 292 h 450"/>
                  <a:gd name="T14" fmla="*/ 277 w 1616"/>
                  <a:gd name="T15" fmla="*/ 0 h 450"/>
                  <a:gd name="T16" fmla="*/ 284 w 1616"/>
                  <a:gd name="T17" fmla="*/ 1 h 450"/>
                  <a:gd name="T18" fmla="*/ 45 w 1616"/>
                  <a:gd name="T19" fmla="*/ 386 h 450"/>
                  <a:gd name="T20" fmla="*/ 451 w 1616"/>
                  <a:gd name="T21" fmla="*/ 361 h 450"/>
                  <a:gd name="T22" fmla="*/ 1239 w 1616"/>
                  <a:gd name="T23" fmla="*/ 353 h 450"/>
                  <a:gd name="T24" fmla="*/ 1616 w 1616"/>
                  <a:gd name="T25" fmla="*/ 45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6" h="450">
                    <a:moveTo>
                      <a:pt x="1616" y="450"/>
                    </a:moveTo>
                    <a:cubicBezTo>
                      <a:pt x="1607" y="446"/>
                      <a:pt x="1607" y="446"/>
                      <a:pt x="1607" y="446"/>
                    </a:cubicBezTo>
                    <a:cubicBezTo>
                      <a:pt x="1360" y="370"/>
                      <a:pt x="1120" y="371"/>
                      <a:pt x="1055" y="369"/>
                    </a:cubicBezTo>
                    <a:cubicBezTo>
                      <a:pt x="936" y="370"/>
                      <a:pt x="441" y="400"/>
                      <a:pt x="388" y="402"/>
                    </a:cubicBezTo>
                    <a:cubicBezTo>
                      <a:pt x="335" y="405"/>
                      <a:pt x="82" y="417"/>
                      <a:pt x="47" y="415"/>
                    </a:cubicBezTo>
                    <a:cubicBezTo>
                      <a:pt x="8" y="416"/>
                      <a:pt x="0" y="424"/>
                      <a:pt x="0" y="424"/>
                    </a:cubicBezTo>
                    <a:cubicBezTo>
                      <a:pt x="0" y="424"/>
                      <a:pt x="62" y="348"/>
                      <a:pt x="95" y="292"/>
                    </a:cubicBezTo>
                    <a:cubicBezTo>
                      <a:pt x="277" y="0"/>
                      <a:pt x="277" y="0"/>
                      <a:pt x="277" y="0"/>
                    </a:cubicBezTo>
                    <a:cubicBezTo>
                      <a:pt x="284" y="1"/>
                      <a:pt x="284" y="1"/>
                      <a:pt x="284" y="1"/>
                    </a:cubicBezTo>
                    <a:cubicBezTo>
                      <a:pt x="45" y="386"/>
                      <a:pt x="45" y="386"/>
                      <a:pt x="45" y="386"/>
                    </a:cubicBezTo>
                    <a:cubicBezTo>
                      <a:pt x="45" y="386"/>
                      <a:pt x="358" y="367"/>
                      <a:pt x="451" y="361"/>
                    </a:cubicBezTo>
                    <a:cubicBezTo>
                      <a:pt x="547" y="355"/>
                      <a:pt x="1008" y="317"/>
                      <a:pt x="1239" y="353"/>
                    </a:cubicBezTo>
                    <a:cubicBezTo>
                      <a:pt x="1287" y="360"/>
                      <a:pt x="1473" y="385"/>
                      <a:pt x="1616" y="450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5" name="Freeform 29"/>
              <p:cNvSpPr/>
              <p:nvPr/>
            </p:nvSpPr>
            <p:spPr bwMode="auto">
              <a:xfrm>
                <a:off x="3845" y="1801"/>
                <a:ext cx="3679" cy="1021"/>
              </a:xfrm>
              <a:custGeom>
                <a:avLst/>
                <a:gdLst>
                  <a:gd name="T0" fmla="*/ 9 w 1556"/>
                  <a:gd name="T1" fmla="*/ 424 h 431"/>
                  <a:gd name="T2" fmla="*/ 39 w 1556"/>
                  <a:gd name="T3" fmla="*/ 402 h 431"/>
                  <a:gd name="T4" fmla="*/ 162 w 1556"/>
                  <a:gd name="T5" fmla="*/ 307 h 431"/>
                  <a:gd name="T6" fmla="*/ 481 w 1556"/>
                  <a:gd name="T7" fmla="*/ 164 h 431"/>
                  <a:gd name="T8" fmla="*/ 1212 w 1556"/>
                  <a:gd name="T9" fmla="*/ 0 h 431"/>
                  <a:gd name="T10" fmla="*/ 1214 w 1556"/>
                  <a:gd name="T11" fmla="*/ 2 h 431"/>
                  <a:gd name="T12" fmla="*/ 1340 w 1556"/>
                  <a:gd name="T13" fmla="*/ 140 h 431"/>
                  <a:gd name="T14" fmla="*/ 1556 w 1556"/>
                  <a:gd name="T15" fmla="*/ 388 h 431"/>
                  <a:gd name="T16" fmla="*/ 1549 w 1556"/>
                  <a:gd name="T17" fmla="*/ 390 h 431"/>
                  <a:gd name="T18" fmla="*/ 1129 w 1556"/>
                  <a:gd name="T19" fmla="*/ 332 h 431"/>
                  <a:gd name="T20" fmla="*/ 641 w 1556"/>
                  <a:gd name="T21" fmla="*/ 302 h 431"/>
                  <a:gd name="T22" fmla="*/ 145 w 1556"/>
                  <a:gd name="T23" fmla="*/ 376 h 431"/>
                  <a:gd name="T24" fmla="*/ 19 w 1556"/>
                  <a:gd name="T25" fmla="*/ 426 h 431"/>
                  <a:gd name="T26" fmla="*/ 2 w 1556"/>
                  <a:gd name="T27" fmla="*/ 431 h 431"/>
                  <a:gd name="T28" fmla="*/ 0 w 1556"/>
                  <a:gd name="T29" fmla="*/ 430 h 431"/>
                  <a:gd name="T30" fmla="*/ 10 w 1556"/>
                  <a:gd name="T31" fmla="*/ 423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56" h="431">
                    <a:moveTo>
                      <a:pt x="9" y="424"/>
                    </a:moveTo>
                    <a:cubicBezTo>
                      <a:pt x="9" y="424"/>
                      <a:pt x="12" y="422"/>
                      <a:pt x="39" y="402"/>
                    </a:cubicBezTo>
                    <a:cubicBezTo>
                      <a:pt x="98" y="346"/>
                      <a:pt x="162" y="307"/>
                      <a:pt x="162" y="307"/>
                    </a:cubicBezTo>
                    <a:cubicBezTo>
                      <a:pt x="310" y="218"/>
                      <a:pt x="434" y="179"/>
                      <a:pt x="481" y="164"/>
                    </a:cubicBezTo>
                    <a:cubicBezTo>
                      <a:pt x="914" y="30"/>
                      <a:pt x="1212" y="0"/>
                      <a:pt x="1212" y="0"/>
                    </a:cubicBezTo>
                    <a:cubicBezTo>
                      <a:pt x="1212" y="0"/>
                      <a:pt x="1212" y="0"/>
                      <a:pt x="1214" y="2"/>
                    </a:cubicBezTo>
                    <a:cubicBezTo>
                      <a:pt x="1214" y="2"/>
                      <a:pt x="1222" y="17"/>
                      <a:pt x="1340" y="140"/>
                    </a:cubicBezTo>
                    <a:cubicBezTo>
                      <a:pt x="1459" y="251"/>
                      <a:pt x="1552" y="378"/>
                      <a:pt x="1556" y="388"/>
                    </a:cubicBezTo>
                    <a:cubicBezTo>
                      <a:pt x="1556" y="392"/>
                      <a:pt x="1549" y="390"/>
                      <a:pt x="1549" y="390"/>
                    </a:cubicBezTo>
                    <a:cubicBezTo>
                      <a:pt x="1489" y="375"/>
                      <a:pt x="1129" y="332"/>
                      <a:pt x="1129" y="332"/>
                    </a:cubicBezTo>
                    <a:cubicBezTo>
                      <a:pt x="912" y="306"/>
                      <a:pt x="731" y="300"/>
                      <a:pt x="641" y="302"/>
                    </a:cubicBezTo>
                    <a:cubicBezTo>
                      <a:pt x="324" y="306"/>
                      <a:pt x="172" y="366"/>
                      <a:pt x="145" y="376"/>
                    </a:cubicBezTo>
                    <a:cubicBezTo>
                      <a:pt x="109" y="388"/>
                      <a:pt x="19" y="426"/>
                      <a:pt x="19" y="426"/>
                    </a:cubicBezTo>
                    <a:cubicBezTo>
                      <a:pt x="2" y="431"/>
                      <a:pt x="2" y="431"/>
                      <a:pt x="2" y="431"/>
                    </a:cubicBezTo>
                    <a:cubicBezTo>
                      <a:pt x="0" y="430"/>
                      <a:pt x="0" y="430"/>
                      <a:pt x="0" y="430"/>
                    </a:cubicBezTo>
                    <a:cubicBezTo>
                      <a:pt x="10" y="423"/>
                      <a:pt x="10" y="423"/>
                      <a:pt x="10" y="423"/>
                    </a:cubicBezTo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8" name="Freeform 30"/>
              <p:cNvSpPr/>
              <p:nvPr/>
            </p:nvSpPr>
            <p:spPr bwMode="auto">
              <a:xfrm>
                <a:off x="130" y="1761"/>
                <a:ext cx="3736" cy="1061"/>
              </a:xfrm>
              <a:custGeom>
                <a:avLst/>
                <a:gdLst>
                  <a:gd name="T0" fmla="*/ 0 w 1580"/>
                  <a:gd name="T1" fmla="*/ 384 h 448"/>
                  <a:gd name="T2" fmla="*/ 237 w 1580"/>
                  <a:gd name="T3" fmla="*/ 0 h 448"/>
                  <a:gd name="T4" fmla="*/ 1235 w 1580"/>
                  <a:gd name="T5" fmla="*/ 244 h 448"/>
                  <a:gd name="T6" fmla="*/ 1580 w 1580"/>
                  <a:gd name="T7" fmla="*/ 441 h 448"/>
                  <a:gd name="T8" fmla="*/ 1570 w 1580"/>
                  <a:gd name="T9" fmla="*/ 448 h 448"/>
                  <a:gd name="T10" fmla="*/ 1285 w 1580"/>
                  <a:gd name="T11" fmla="*/ 366 h 448"/>
                  <a:gd name="T12" fmla="*/ 580 w 1580"/>
                  <a:gd name="T13" fmla="*/ 347 h 448"/>
                  <a:gd name="T14" fmla="*/ 0 w 1580"/>
                  <a:gd name="T15" fmla="*/ 384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80" h="448">
                    <a:moveTo>
                      <a:pt x="0" y="384"/>
                    </a:moveTo>
                    <a:cubicBezTo>
                      <a:pt x="237" y="0"/>
                      <a:pt x="237" y="0"/>
                      <a:pt x="237" y="0"/>
                    </a:cubicBezTo>
                    <a:cubicBezTo>
                      <a:pt x="237" y="0"/>
                      <a:pt x="993" y="132"/>
                      <a:pt x="1235" y="244"/>
                    </a:cubicBezTo>
                    <a:cubicBezTo>
                      <a:pt x="1358" y="293"/>
                      <a:pt x="1489" y="351"/>
                      <a:pt x="1580" y="441"/>
                    </a:cubicBezTo>
                    <a:cubicBezTo>
                      <a:pt x="1570" y="448"/>
                      <a:pt x="1570" y="448"/>
                      <a:pt x="1570" y="448"/>
                    </a:cubicBezTo>
                    <a:cubicBezTo>
                      <a:pt x="1570" y="448"/>
                      <a:pt x="1445" y="392"/>
                      <a:pt x="1285" y="366"/>
                    </a:cubicBezTo>
                    <a:cubicBezTo>
                      <a:pt x="1208" y="353"/>
                      <a:pt x="1062" y="318"/>
                      <a:pt x="580" y="347"/>
                    </a:cubicBezTo>
                    <a:cubicBezTo>
                      <a:pt x="103" y="382"/>
                      <a:pt x="0" y="384"/>
                      <a:pt x="0" y="384"/>
                    </a:cubicBezTo>
                    <a:close/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19" name="Freeform 31"/>
              <p:cNvSpPr/>
              <p:nvPr/>
            </p:nvSpPr>
            <p:spPr bwMode="auto">
              <a:xfrm>
                <a:off x="-40" y="2630"/>
                <a:ext cx="3882" cy="689"/>
              </a:xfrm>
              <a:custGeom>
                <a:avLst/>
                <a:gdLst>
                  <a:gd name="T0" fmla="*/ 1633 w 1642"/>
                  <a:gd name="T1" fmla="*/ 77 h 291"/>
                  <a:gd name="T2" fmla="*/ 1081 w 1642"/>
                  <a:gd name="T3" fmla="*/ 0 h 291"/>
                  <a:gd name="T4" fmla="*/ 414 w 1642"/>
                  <a:gd name="T5" fmla="*/ 33 h 291"/>
                  <a:gd name="T6" fmla="*/ 73 w 1642"/>
                  <a:gd name="T7" fmla="*/ 46 h 291"/>
                  <a:gd name="T8" fmla="*/ 26 w 1642"/>
                  <a:gd name="T9" fmla="*/ 55 h 291"/>
                  <a:gd name="T10" fmla="*/ 11 w 1642"/>
                  <a:gd name="T11" fmla="*/ 80 h 291"/>
                  <a:gd name="T12" fmla="*/ 7 w 1642"/>
                  <a:gd name="T13" fmla="*/ 159 h 291"/>
                  <a:gd name="T14" fmla="*/ 9 w 1642"/>
                  <a:gd name="T15" fmla="*/ 163 h 291"/>
                  <a:gd name="T16" fmla="*/ 9 w 1642"/>
                  <a:gd name="T17" fmla="*/ 268 h 291"/>
                  <a:gd name="T18" fmla="*/ 28 w 1642"/>
                  <a:gd name="T19" fmla="*/ 281 h 291"/>
                  <a:gd name="T20" fmla="*/ 57 w 1642"/>
                  <a:gd name="T21" fmla="*/ 281 h 291"/>
                  <a:gd name="T22" fmla="*/ 223 w 1642"/>
                  <a:gd name="T23" fmla="*/ 281 h 291"/>
                  <a:gd name="T24" fmla="*/ 354 w 1642"/>
                  <a:gd name="T25" fmla="*/ 282 h 291"/>
                  <a:gd name="T26" fmla="*/ 482 w 1642"/>
                  <a:gd name="T27" fmla="*/ 285 h 291"/>
                  <a:gd name="T28" fmla="*/ 512 w 1642"/>
                  <a:gd name="T29" fmla="*/ 283 h 291"/>
                  <a:gd name="T30" fmla="*/ 568 w 1642"/>
                  <a:gd name="T31" fmla="*/ 280 h 291"/>
                  <a:gd name="T32" fmla="*/ 653 w 1642"/>
                  <a:gd name="T33" fmla="*/ 281 h 291"/>
                  <a:gd name="T34" fmla="*/ 718 w 1642"/>
                  <a:gd name="T35" fmla="*/ 281 h 291"/>
                  <a:gd name="T36" fmla="*/ 762 w 1642"/>
                  <a:gd name="T37" fmla="*/ 284 h 291"/>
                  <a:gd name="T38" fmla="*/ 806 w 1642"/>
                  <a:gd name="T39" fmla="*/ 285 h 291"/>
                  <a:gd name="T40" fmla="*/ 1590 w 1642"/>
                  <a:gd name="T41" fmla="*/ 291 h 291"/>
                  <a:gd name="T42" fmla="*/ 1608 w 1642"/>
                  <a:gd name="T43" fmla="*/ 271 h 291"/>
                  <a:gd name="T44" fmla="*/ 1618 w 1642"/>
                  <a:gd name="T45" fmla="*/ 113 h 291"/>
                  <a:gd name="T46" fmla="*/ 1624 w 1642"/>
                  <a:gd name="T47" fmla="*/ 102 h 291"/>
                  <a:gd name="T48" fmla="*/ 1629 w 1642"/>
                  <a:gd name="T49" fmla="*/ 95 h 291"/>
                  <a:gd name="T50" fmla="*/ 1642 w 1642"/>
                  <a:gd name="T51" fmla="*/ 81 h 291"/>
                  <a:gd name="T52" fmla="*/ 1633 w 1642"/>
                  <a:gd name="T53" fmla="*/ 77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642" h="291">
                    <a:moveTo>
                      <a:pt x="1633" y="77"/>
                    </a:moveTo>
                    <a:cubicBezTo>
                      <a:pt x="1386" y="1"/>
                      <a:pt x="1146" y="2"/>
                      <a:pt x="1081" y="0"/>
                    </a:cubicBezTo>
                    <a:cubicBezTo>
                      <a:pt x="962" y="1"/>
                      <a:pt x="467" y="31"/>
                      <a:pt x="414" y="33"/>
                    </a:cubicBezTo>
                    <a:cubicBezTo>
                      <a:pt x="361" y="36"/>
                      <a:pt x="108" y="48"/>
                      <a:pt x="73" y="46"/>
                    </a:cubicBezTo>
                    <a:cubicBezTo>
                      <a:pt x="34" y="47"/>
                      <a:pt x="26" y="55"/>
                      <a:pt x="26" y="55"/>
                    </a:cubicBezTo>
                    <a:cubicBezTo>
                      <a:pt x="9" y="75"/>
                      <a:pt x="12" y="75"/>
                      <a:pt x="11" y="80"/>
                    </a:cubicBezTo>
                    <a:cubicBezTo>
                      <a:pt x="2" y="132"/>
                      <a:pt x="7" y="159"/>
                      <a:pt x="7" y="159"/>
                    </a:cubicBezTo>
                    <a:cubicBezTo>
                      <a:pt x="7" y="159"/>
                      <a:pt x="7" y="159"/>
                      <a:pt x="9" y="163"/>
                    </a:cubicBezTo>
                    <a:cubicBezTo>
                      <a:pt x="0" y="203"/>
                      <a:pt x="7" y="253"/>
                      <a:pt x="9" y="268"/>
                    </a:cubicBezTo>
                    <a:cubicBezTo>
                      <a:pt x="12" y="282"/>
                      <a:pt x="28" y="281"/>
                      <a:pt x="28" y="281"/>
                    </a:cubicBezTo>
                    <a:cubicBezTo>
                      <a:pt x="28" y="281"/>
                      <a:pt x="36" y="282"/>
                      <a:pt x="57" y="281"/>
                    </a:cubicBezTo>
                    <a:cubicBezTo>
                      <a:pt x="87" y="278"/>
                      <a:pt x="110" y="280"/>
                      <a:pt x="223" y="281"/>
                    </a:cubicBezTo>
                    <a:cubicBezTo>
                      <a:pt x="255" y="280"/>
                      <a:pt x="320" y="281"/>
                      <a:pt x="354" y="282"/>
                    </a:cubicBezTo>
                    <a:cubicBezTo>
                      <a:pt x="370" y="285"/>
                      <a:pt x="472" y="285"/>
                      <a:pt x="482" y="285"/>
                    </a:cubicBezTo>
                    <a:cubicBezTo>
                      <a:pt x="491" y="286"/>
                      <a:pt x="512" y="283"/>
                      <a:pt x="512" y="283"/>
                    </a:cubicBezTo>
                    <a:cubicBezTo>
                      <a:pt x="512" y="283"/>
                      <a:pt x="512" y="283"/>
                      <a:pt x="568" y="280"/>
                    </a:cubicBezTo>
                    <a:cubicBezTo>
                      <a:pt x="631" y="282"/>
                      <a:pt x="653" y="281"/>
                      <a:pt x="653" y="281"/>
                    </a:cubicBezTo>
                    <a:cubicBezTo>
                      <a:pt x="653" y="281"/>
                      <a:pt x="699" y="281"/>
                      <a:pt x="718" y="281"/>
                    </a:cubicBezTo>
                    <a:cubicBezTo>
                      <a:pt x="736" y="281"/>
                      <a:pt x="746" y="284"/>
                      <a:pt x="762" y="284"/>
                    </a:cubicBezTo>
                    <a:cubicBezTo>
                      <a:pt x="777" y="283"/>
                      <a:pt x="806" y="285"/>
                      <a:pt x="806" y="285"/>
                    </a:cubicBezTo>
                    <a:cubicBezTo>
                      <a:pt x="806" y="285"/>
                      <a:pt x="1306" y="290"/>
                      <a:pt x="1590" y="291"/>
                    </a:cubicBezTo>
                    <a:cubicBezTo>
                      <a:pt x="1611" y="290"/>
                      <a:pt x="1608" y="271"/>
                      <a:pt x="1608" y="271"/>
                    </a:cubicBezTo>
                    <a:cubicBezTo>
                      <a:pt x="1608" y="271"/>
                      <a:pt x="1618" y="117"/>
                      <a:pt x="1618" y="113"/>
                    </a:cubicBezTo>
                    <a:cubicBezTo>
                      <a:pt x="1618" y="109"/>
                      <a:pt x="1624" y="102"/>
                      <a:pt x="1624" y="102"/>
                    </a:cubicBezTo>
                    <a:cubicBezTo>
                      <a:pt x="1624" y="102"/>
                      <a:pt x="1628" y="99"/>
                      <a:pt x="1629" y="95"/>
                    </a:cubicBezTo>
                    <a:cubicBezTo>
                      <a:pt x="1630" y="90"/>
                      <a:pt x="1642" y="81"/>
                      <a:pt x="1642" y="81"/>
                    </a:cubicBezTo>
                    <a:lnTo>
                      <a:pt x="1633" y="77"/>
                    </a:lnTo>
                    <a:close/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0" name="Freeform 32"/>
              <p:cNvSpPr/>
              <p:nvPr/>
            </p:nvSpPr>
            <p:spPr bwMode="auto">
              <a:xfrm>
                <a:off x="3890" y="1801"/>
                <a:ext cx="3757" cy="1009"/>
              </a:xfrm>
              <a:custGeom>
                <a:avLst/>
                <a:gdLst>
                  <a:gd name="T0" fmla="*/ 312 w 1589"/>
                  <a:gd name="T1" fmla="*/ 327 h 426"/>
                  <a:gd name="T2" fmla="*/ 925 w 1589"/>
                  <a:gd name="T3" fmla="*/ 313 h 426"/>
                  <a:gd name="T4" fmla="*/ 1535 w 1589"/>
                  <a:gd name="T5" fmla="*/ 391 h 426"/>
                  <a:gd name="T6" fmla="*/ 1415 w 1589"/>
                  <a:gd name="T7" fmla="*/ 237 h 426"/>
                  <a:gd name="T8" fmla="*/ 1193 w 1589"/>
                  <a:gd name="T9" fmla="*/ 0 h 426"/>
                  <a:gd name="T10" fmla="*/ 1557 w 1589"/>
                  <a:gd name="T11" fmla="*/ 375 h 426"/>
                  <a:gd name="T12" fmla="*/ 1585 w 1589"/>
                  <a:gd name="T13" fmla="*/ 416 h 426"/>
                  <a:gd name="T14" fmla="*/ 1179 w 1589"/>
                  <a:gd name="T15" fmla="*/ 370 h 426"/>
                  <a:gd name="T16" fmla="*/ 181 w 1589"/>
                  <a:gd name="T17" fmla="*/ 375 h 426"/>
                  <a:gd name="T18" fmla="*/ 0 w 1589"/>
                  <a:gd name="T19" fmla="*/ 426 h 426"/>
                  <a:gd name="T20" fmla="*/ 312 w 1589"/>
                  <a:gd name="T21" fmla="*/ 327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89" h="426">
                    <a:moveTo>
                      <a:pt x="312" y="327"/>
                    </a:moveTo>
                    <a:cubicBezTo>
                      <a:pt x="635" y="280"/>
                      <a:pt x="833" y="307"/>
                      <a:pt x="925" y="313"/>
                    </a:cubicBezTo>
                    <a:cubicBezTo>
                      <a:pt x="1255" y="341"/>
                      <a:pt x="1523" y="388"/>
                      <a:pt x="1535" y="391"/>
                    </a:cubicBezTo>
                    <a:cubicBezTo>
                      <a:pt x="1543" y="370"/>
                      <a:pt x="1415" y="237"/>
                      <a:pt x="1415" y="237"/>
                    </a:cubicBezTo>
                    <a:cubicBezTo>
                      <a:pt x="1415" y="237"/>
                      <a:pt x="1415" y="237"/>
                      <a:pt x="1193" y="0"/>
                    </a:cubicBezTo>
                    <a:cubicBezTo>
                      <a:pt x="1199" y="13"/>
                      <a:pt x="1526" y="341"/>
                      <a:pt x="1557" y="375"/>
                    </a:cubicBezTo>
                    <a:cubicBezTo>
                      <a:pt x="1589" y="409"/>
                      <a:pt x="1585" y="416"/>
                      <a:pt x="1585" y="416"/>
                    </a:cubicBezTo>
                    <a:cubicBezTo>
                      <a:pt x="1558" y="413"/>
                      <a:pt x="1346" y="384"/>
                      <a:pt x="1179" y="370"/>
                    </a:cubicBezTo>
                    <a:cubicBezTo>
                      <a:pt x="991" y="354"/>
                      <a:pt x="516" y="308"/>
                      <a:pt x="181" y="375"/>
                    </a:cubicBezTo>
                    <a:cubicBezTo>
                      <a:pt x="181" y="375"/>
                      <a:pt x="65" y="405"/>
                      <a:pt x="0" y="426"/>
                    </a:cubicBezTo>
                    <a:cubicBezTo>
                      <a:pt x="0" y="426"/>
                      <a:pt x="169" y="346"/>
                      <a:pt x="312" y="32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1" name="Freeform 33"/>
              <p:cNvSpPr/>
              <p:nvPr/>
            </p:nvSpPr>
            <p:spPr bwMode="auto">
              <a:xfrm>
                <a:off x="3879" y="2526"/>
                <a:ext cx="3828" cy="788"/>
              </a:xfrm>
              <a:custGeom>
                <a:avLst/>
                <a:gdLst>
                  <a:gd name="T0" fmla="*/ 0 w 1619"/>
                  <a:gd name="T1" fmla="*/ 118 h 333"/>
                  <a:gd name="T2" fmla="*/ 1 w 1619"/>
                  <a:gd name="T3" fmla="*/ 126 h 333"/>
                  <a:gd name="T4" fmla="*/ 14 w 1619"/>
                  <a:gd name="T5" fmla="*/ 162 h 333"/>
                  <a:gd name="T6" fmla="*/ 13 w 1619"/>
                  <a:gd name="T7" fmla="*/ 207 h 333"/>
                  <a:gd name="T8" fmla="*/ 5 w 1619"/>
                  <a:gd name="T9" fmla="*/ 273 h 333"/>
                  <a:gd name="T10" fmla="*/ 15 w 1619"/>
                  <a:gd name="T11" fmla="*/ 276 h 333"/>
                  <a:gd name="T12" fmla="*/ 20 w 1619"/>
                  <a:gd name="T13" fmla="*/ 276 h 333"/>
                  <a:gd name="T14" fmla="*/ 19 w 1619"/>
                  <a:gd name="T15" fmla="*/ 289 h 333"/>
                  <a:gd name="T16" fmla="*/ 30 w 1619"/>
                  <a:gd name="T17" fmla="*/ 291 h 333"/>
                  <a:gd name="T18" fmla="*/ 29 w 1619"/>
                  <a:gd name="T19" fmla="*/ 316 h 333"/>
                  <a:gd name="T20" fmla="*/ 55 w 1619"/>
                  <a:gd name="T21" fmla="*/ 324 h 333"/>
                  <a:gd name="T22" fmla="*/ 1566 w 1619"/>
                  <a:gd name="T23" fmla="*/ 325 h 333"/>
                  <a:gd name="T24" fmla="*/ 1614 w 1619"/>
                  <a:gd name="T25" fmla="*/ 290 h 333"/>
                  <a:gd name="T26" fmla="*/ 1596 w 1619"/>
                  <a:gd name="T27" fmla="*/ 253 h 333"/>
                  <a:gd name="T28" fmla="*/ 1602 w 1619"/>
                  <a:gd name="T29" fmla="*/ 150 h 333"/>
                  <a:gd name="T30" fmla="*/ 1595 w 1619"/>
                  <a:gd name="T31" fmla="*/ 131 h 333"/>
                  <a:gd name="T32" fmla="*/ 1587 w 1619"/>
                  <a:gd name="T33" fmla="*/ 109 h 333"/>
                  <a:gd name="T34" fmla="*/ 1179 w 1619"/>
                  <a:gd name="T35" fmla="*/ 62 h 333"/>
                  <a:gd name="T36" fmla="*/ 181 w 1619"/>
                  <a:gd name="T37" fmla="*/ 67 h 333"/>
                  <a:gd name="T38" fmla="*/ 0 w 1619"/>
                  <a:gd name="T39" fmla="*/ 118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19" h="333">
                    <a:moveTo>
                      <a:pt x="0" y="118"/>
                    </a:moveTo>
                    <a:cubicBezTo>
                      <a:pt x="1" y="126"/>
                      <a:pt x="1" y="126"/>
                      <a:pt x="1" y="126"/>
                    </a:cubicBezTo>
                    <a:cubicBezTo>
                      <a:pt x="1" y="126"/>
                      <a:pt x="14" y="142"/>
                      <a:pt x="14" y="162"/>
                    </a:cubicBezTo>
                    <a:cubicBezTo>
                      <a:pt x="14" y="183"/>
                      <a:pt x="20" y="179"/>
                      <a:pt x="13" y="207"/>
                    </a:cubicBezTo>
                    <a:cubicBezTo>
                      <a:pt x="9" y="237"/>
                      <a:pt x="5" y="273"/>
                      <a:pt x="5" y="273"/>
                    </a:cubicBezTo>
                    <a:cubicBezTo>
                      <a:pt x="15" y="276"/>
                      <a:pt x="15" y="276"/>
                      <a:pt x="15" y="276"/>
                    </a:cubicBezTo>
                    <a:cubicBezTo>
                      <a:pt x="20" y="276"/>
                      <a:pt x="20" y="276"/>
                      <a:pt x="20" y="276"/>
                    </a:cubicBezTo>
                    <a:cubicBezTo>
                      <a:pt x="19" y="289"/>
                      <a:pt x="19" y="289"/>
                      <a:pt x="19" y="289"/>
                    </a:cubicBezTo>
                    <a:cubicBezTo>
                      <a:pt x="19" y="289"/>
                      <a:pt x="22" y="292"/>
                      <a:pt x="30" y="291"/>
                    </a:cubicBezTo>
                    <a:cubicBezTo>
                      <a:pt x="29" y="316"/>
                      <a:pt x="29" y="316"/>
                      <a:pt x="29" y="316"/>
                    </a:cubicBezTo>
                    <a:cubicBezTo>
                      <a:pt x="29" y="316"/>
                      <a:pt x="43" y="323"/>
                      <a:pt x="55" y="324"/>
                    </a:cubicBezTo>
                    <a:cubicBezTo>
                      <a:pt x="68" y="324"/>
                      <a:pt x="1566" y="325"/>
                      <a:pt x="1566" y="325"/>
                    </a:cubicBezTo>
                    <a:cubicBezTo>
                      <a:pt x="1566" y="325"/>
                      <a:pt x="1619" y="333"/>
                      <a:pt x="1614" y="290"/>
                    </a:cubicBezTo>
                    <a:cubicBezTo>
                      <a:pt x="1612" y="277"/>
                      <a:pt x="1596" y="253"/>
                      <a:pt x="1596" y="253"/>
                    </a:cubicBezTo>
                    <a:cubicBezTo>
                      <a:pt x="1602" y="150"/>
                      <a:pt x="1602" y="150"/>
                      <a:pt x="1602" y="150"/>
                    </a:cubicBezTo>
                    <a:cubicBezTo>
                      <a:pt x="1602" y="150"/>
                      <a:pt x="1603" y="141"/>
                      <a:pt x="1595" y="131"/>
                    </a:cubicBezTo>
                    <a:cubicBezTo>
                      <a:pt x="1587" y="116"/>
                      <a:pt x="1587" y="109"/>
                      <a:pt x="1587" y="109"/>
                    </a:cubicBezTo>
                    <a:cubicBezTo>
                      <a:pt x="1587" y="109"/>
                      <a:pt x="1357" y="77"/>
                      <a:pt x="1179" y="62"/>
                    </a:cubicBezTo>
                    <a:cubicBezTo>
                      <a:pt x="991" y="46"/>
                      <a:pt x="516" y="0"/>
                      <a:pt x="181" y="67"/>
                    </a:cubicBezTo>
                    <a:cubicBezTo>
                      <a:pt x="181" y="67"/>
                      <a:pt x="65" y="97"/>
                      <a:pt x="0" y="118"/>
                    </a:cubicBezTo>
                    <a:close/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2" name="Freeform 34"/>
              <p:cNvSpPr/>
              <p:nvPr/>
            </p:nvSpPr>
            <p:spPr bwMode="auto">
              <a:xfrm>
                <a:off x="317" y="2647"/>
                <a:ext cx="3457" cy="161"/>
              </a:xfrm>
              <a:custGeom>
                <a:avLst/>
                <a:gdLst>
                  <a:gd name="T0" fmla="*/ 1462 w 1462"/>
                  <a:gd name="T1" fmla="*/ 68 h 68"/>
                  <a:gd name="T2" fmla="*/ 980 w 1462"/>
                  <a:gd name="T3" fmla="*/ 1 h 68"/>
                  <a:gd name="T4" fmla="*/ 594 w 1462"/>
                  <a:gd name="T5" fmla="*/ 10 h 68"/>
                  <a:gd name="T6" fmla="*/ 58 w 1462"/>
                  <a:gd name="T7" fmla="*/ 38 h 68"/>
                  <a:gd name="T8" fmla="*/ 0 w 1462"/>
                  <a:gd name="T9" fmla="*/ 40 h 68"/>
                  <a:gd name="T10" fmla="*/ 263 w 1462"/>
                  <a:gd name="T11" fmla="*/ 34 h 68"/>
                  <a:gd name="T12" fmla="*/ 820 w 1462"/>
                  <a:gd name="T13" fmla="*/ 10 h 68"/>
                  <a:gd name="T14" fmla="*/ 1330 w 1462"/>
                  <a:gd name="T15" fmla="*/ 41 h 68"/>
                  <a:gd name="T16" fmla="*/ 1462 w 1462"/>
                  <a:gd name="T17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62" h="68">
                    <a:moveTo>
                      <a:pt x="1462" y="68"/>
                    </a:moveTo>
                    <a:cubicBezTo>
                      <a:pt x="1462" y="68"/>
                      <a:pt x="1277" y="8"/>
                      <a:pt x="980" y="1"/>
                    </a:cubicBezTo>
                    <a:cubicBezTo>
                      <a:pt x="940" y="0"/>
                      <a:pt x="774" y="0"/>
                      <a:pt x="594" y="10"/>
                    </a:cubicBezTo>
                    <a:cubicBezTo>
                      <a:pt x="413" y="21"/>
                      <a:pt x="58" y="38"/>
                      <a:pt x="58" y="3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63" y="34"/>
                      <a:pt x="263" y="34"/>
                      <a:pt x="263" y="34"/>
                    </a:cubicBezTo>
                    <a:cubicBezTo>
                      <a:pt x="263" y="34"/>
                      <a:pt x="729" y="10"/>
                      <a:pt x="820" y="10"/>
                    </a:cubicBezTo>
                    <a:cubicBezTo>
                      <a:pt x="912" y="9"/>
                      <a:pt x="1031" y="5"/>
                      <a:pt x="1330" y="41"/>
                    </a:cubicBezTo>
                    <a:cubicBezTo>
                      <a:pt x="1358" y="45"/>
                      <a:pt x="1451" y="62"/>
                      <a:pt x="1462" y="6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3" name="Freeform 35"/>
              <p:cNvSpPr/>
              <p:nvPr/>
            </p:nvSpPr>
            <p:spPr bwMode="auto">
              <a:xfrm>
                <a:off x="698" y="2666"/>
                <a:ext cx="3031" cy="139"/>
              </a:xfrm>
              <a:custGeom>
                <a:avLst/>
                <a:gdLst>
                  <a:gd name="T0" fmla="*/ 1282 w 1282"/>
                  <a:gd name="T1" fmla="*/ 59 h 59"/>
                  <a:gd name="T2" fmla="*/ 750 w 1282"/>
                  <a:gd name="T3" fmla="*/ 9 h 59"/>
                  <a:gd name="T4" fmla="*/ 315 w 1282"/>
                  <a:gd name="T5" fmla="*/ 21 h 59"/>
                  <a:gd name="T6" fmla="*/ 0 w 1282"/>
                  <a:gd name="T7" fmla="*/ 33 h 59"/>
                  <a:gd name="T8" fmla="*/ 441 w 1282"/>
                  <a:gd name="T9" fmla="*/ 18 h 59"/>
                  <a:gd name="T10" fmla="*/ 998 w 1282"/>
                  <a:gd name="T11" fmla="*/ 23 h 59"/>
                  <a:gd name="T12" fmla="*/ 1282 w 1282"/>
                  <a:gd name="T13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2" h="59">
                    <a:moveTo>
                      <a:pt x="1282" y="59"/>
                    </a:moveTo>
                    <a:cubicBezTo>
                      <a:pt x="1282" y="59"/>
                      <a:pt x="1105" y="17"/>
                      <a:pt x="750" y="9"/>
                    </a:cubicBezTo>
                    <a:cubicBezTo>
                      <a:pt x="716" y="8"/>
                      <a:pt x="495" y="12"/>
                      <a:pt x="315" y="21"/>
                    </a:cubicBezTo>
                    <a:cubicBezTo>
                      <a:pt x="107" y="30"/>
                      <a:pt x="0" y="33"/>
                      <a:pt x="0" y="33"/>
                    </a:cubicBezTo>
                    <a:cubicBezTo>
                      <a:pt x="441" y="18"/>
                      <a:pt x="441" y="18"/>
                      <a:pt x="441" y="18"/>
                    </a:cubicBezTo>
                    <a:cubicBezTo>
                      <a:pt x="441" y="18"/>
                      <a:pt x="761" y="0"/>
                      <a:pt x="998" y="23"/>
                    </a:cubicBezTo>
                    <a:cubicBezTo>
                      <a:pt x="1149" y="39"/>
                      <a:pt x="1241" y="51"/>
                      <a:pt x="1282" y="5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4" name="Freeform 36"/>
              <p:cNvSpPr/>
              <p:nvPr/>
            </p:nvSpPr>
            <p:spPr bwMode="auto">
              <a:xfrm>
                <a:off x="854" y="2694"/>
                <a:ext cx="2594" cy="88"/>
              </a:xfrm>
              <a:custGeom>
                <a:avLst/>
                <a:gdLst>
                  <a:gd name="T0" fmla="*/ 1097 w 1097"/>
                  <a:gd name="T1" fmla="*/ 37 h 37"/>
                  <a:gd name="T2" fmla="*/ 524 w 1097"/>
                  <a:gd name="T3" fmla="*/ 14 h 37"/>
                  <a:gd name="T4" fmla="*/ 0 w 1097"/>
                  <a:gd name="T5" fmla="*/ 30 h 37"/>
                  <a:gd name="T6" fmla="*/ 504 w 1097"/>
                  <a:gd name="T7" fmla="*/ 17 h 37"/>
                  <a:gd name="T8" fmla="*/ 1097 w 1097"/>
                  <a:gd name="T9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7" h="37">
                    <a:moveTo>
                      <a:pt x="1097" y="37"/>
                    </a:moveTo>
                    <a:cubicBezTo>
                      <a:pt x="1097" y="37"/>
                      <a:pt x="852" y="0"/>
                      <a:pt x="524" y="14"/>
                    </a:cubicBezTo>
                    <a:cubicBezTo>
                      <a:pt x="401" y="17"/>
                      <a:pt x="0" y="30"/>
                      <a:pt x="0" y="30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4" y="17"/>
                      <a:pt x="928" y="7"/>
                      <a:pt x="1097" y="3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5" name="Freeform 37"/>
              <p:cNvSpPr/>
              <p:nvPr/>
            </p:nvSpPr>
            <p:spPr bwMode="auto">
              <a:xfrm>
                <a:off x="73" y="2739"/>
                <a:ext cx="3658" cy="119"/>
              </a:xfrm>
              <a:custGeom>
                <a:avLst/>
                <a:gdLst>
                  <a:gd name="T0" fmla="*/ 0 w 1547"/>
                  <a:gd name="T1" fmla="*/ 27 h 50"/>
                  <a:gd name="T2" fmla="*/ 514 w 1547"/>
                  <a:gd name="T3" fmla="*/ 23 h 50"/>
                  <a:gd name="T4" fmla="*/ 1484 w 1547"/>
                  <a:gd name="T5" fmla="*/ 40 h 50"/>
                  <a:gd name="T6" fmla="*/ 1547 w 1547"/>
                  <a:gd name="T7" fmla="*/ 50 h 50"/>
                  <a:gd name="T8" fmla="*/ 1069 w 1547"/>
                  <a:gd name="T9" fmla="*/ 25 h 50"/>
                  <a:gd name="T10" fmla="*/ 604 w 1547"/>
                  <a:gd name="T11" fmla="*/ 28 h 50"/>
                  <a:gd name="T12" fmla="*/ 0 w 1547"/>
                  <a:gd name="T13" fmla="*/ 2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7" h="50">
                    <a:moveTo>
                      <a:pt x="0" y="27"/>
                    </a:moveTo>
                    <a:cubicBezTo>
                      <a:pt x="0" y="27"/>
                      <a:pt x="306" y="31"/>
                      <a:pt x="514" y="23"/>
                    </a:cubicBezTo>
                    <a:cubicBezTo>
                      <a:pt x="722" y="19"/>
                      <a:pt x="1088" y="0"/>
                      <a:pt x="1484" y="40"/>
                    </a:cubicBezTo>
                    <a:cubicBezTo>
                      <a:pt x="1547" y="50"/>
                      <a:pt x="1547" y="50"/>
                      <a:pt x="1547" y="50"/>
                    </a:cubicBezTo>
                    <a:cubicBezTo>
                      <a:pt x="1547" y="50"/>
                      <a:pt x="1416" y="26"/>
                      <a:pt x="1069" y="25"/>
                    </a:cubicBezTo>
                    <a:cubicBezTo>
                      <a:pt x="604" y="28"/>
                      <a:pt x="604" y="28"/>
                      <a:pt x="604" y="28"/>
                    </a:cubicBezTo>
                    <a:cubicBezTo>
                      <a:pt x="604" y="28"/>
                      <a:pt x="30" y="35"/>
                      <a:pt x="0" y="2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6" name="Freeform 38"/>
              <p:cNvSpPr/>
              <p:nvPr/>
            </p:nvSpPr>
            <p:spPr bwMode="auto">
              <a:xfrm>
                <a:off x="3968" y="2623"/>
                <a:ext cx="3369" cy="175"/>
              </a:xfrm>
              <a:custGeom>
                <a:avLst/>
                <a:gdLst>
                  <a:gd name="T0" fmla="*/ 0 w 1425"/>
                  <a:gd name="T1" fmla="*/ 74 h 74"/>
                  <a:gd name="T2" fmla="*/ 751 w 1425"/>
                  <a:gd name="T3" fmla="*/ 20 h 74"/>
                  <a:gd name="T4" fmla="*/ 1425 w 1425"/>
                  <a:gd name="T5" fmla="*/ 55 h 74"/>
                  <a:gd name="T6" fmla="*/ 664 w 1425"/>
                  <a:gd name="T7" fmla="*/ 27 h 74"/>
                  <a:gd name="T8" fmla="*/ 0 w 1425"/>
                  <a:gd name="T9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5" h="74">
                    <a:moveTo>
                      <a:pt x="0" y="74"/>
                    </a:moveTo>
                    <a:cubicBezTo>
                      <a:pt x="0" y="74"/>
                      <a:pt x="266" y="0"/>
                      <a:pt x="751" y="20"/>
                    </a:cubicBezTo>
                    <a:cubicBezTo>
                      <a:pt x="1084" y="35"/>
                      <a:pt x="1425" y="55"/>
                      <a:pt x="1425" y="55"/>
                    </a:cubicBezTo>
                    <a:cubicBezTo>
                      <a:pt x="1425" y="55"/>
                      <a:pt x="808" y="27"/>
                      <a:pt x="664" y="27"/>
                    </a:cubicBezTo>
                    <a:cubicBezTo>
                      <a:pt x="517" y="27"/>
                      <a:pt x="294" y="19"/>
                      <a:pt x="0" y="7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7" name="Freeform 39"/>
              <p:cNvSpPr/>
              <p:nvPr/>
            </p:nvSpPr>
            <p:spPr bwMode="auto">
              <a:xfrm>
                <a:off x="4095" y="2687"/>
                <a:ext cx="3245" cy="92"/>
              </a:xfrm>
              <a:custGeom>
                <a:avLst/>
                <a:gdLst>
                  <a:gd name="T0" fmla="*/ 0 w 1372"/>
                  <a:gd name="T1" fmla="*/ 39 h 39"/>
                  <a:gd name="T2" fmla="*/ 448 w 1372"/>
                  <a:gd name="T3" fmla="*/ 10 h 39"/>
                  <a:gd name="T4" fmla="*/ 1087 w 1372"/>
                  <a:gd name="T5" fmla="*/ 24 h 39"/>
                  <a:gd name="T6" fmla="*/ 1306 w 1372"/>
                  <a:gd name="T7" fmla="*/ 30 h 39"/>
                  <a:gd name="T8" fmla="*/ 1372 w 1372"/>
                  <a:gd name="T9" fmla="*/ 31 h 39"/>
                  <a:gd name="T10" fmla="*/ 719 w 1372"/>
                  <a:gd name="T11" fmla="*/ 17 h 39"/>
                  <a:gd name="T12" fmla="*/ 0 w 1372"/>
                  <a:gd name="T13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2" h="39">
                    <a:moveTo>
                      <a:pt x="0" y="39"/>
                    </a:moveTo>
                    <a:cubicBezTo>
                      <a:pt x="0" y="39"/>
                      <a:pt x="214" y="8"/>
                      <a:pt x="448" y="10"/>
                    </a:cubicBezTo>
                    <a:cubicBezTo>
                      <a:pt x="688" y="11"/>
                      <a:pt x="1087" y="24"/>
                      <a:pt x="1087" y="24"/>
                    </a:cubicBezTo>
                    <a:cubicBezTo>
                      <a:pt x="1306" y="30"/>
                      <a:pt x="1306" y="30"/>
                      <a:pt x="1306" y="30"/>
                    </a:cubicBezTo>
                    <a:cubicBezTo>
                      <a:pt x="1372" y="31"/>
                      <a:pt x="1372" y="31"/>
                      <a:pt x="1372" y="31"/>
                    </a:cubicBezTo>
                    <a:cubicBezTo>
                      <a:pt x="719" y="17"/>
                      <a:pt x="719" y="17"/>
                      <a:pt x="719" y="17"/>
                    </a:cubicBezTo>
                    <a:cubicBezTo>
                      <a:pt x="719" y="17"/>
                      <a:pt x="365" y="0"/>
                      <a:pt x="0" y="3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8" name="Freeform 40"/>
              <p:cNvSpPr/>
              <p:nvPr/>
            </p:nvSpPr>
            <p:spPr bwMode="auto">
              <a:xfrm>
                <a:off x="4311" y="2730"/>
                <a:ext cx="2612" cy="38"/>
              </a:xfrm>
              <a:custGeom>
                <a:avLst/>
                <a:gdLst>
                  <a:gd name="T0" fmla="*/ 0 w 1105"/>
                  <a:gd name="T1" fmla="*/ 16 h 16"/>
                  <a:gd name="T2" fmla="*/ 392 w 1105"/>
                  <a:gd name="T3" fmla="*/ 2 h 16"/>
                  <a:gd name="T4" fmla="*/ 1105 w 1105"/>
                  <a:gd name="T5" fmla="*/ 13 h 16"/>
                  <a:gd name="T6" fmla="*/ 372 w 1105"/>
                  <a:gd name="T7" fmla="*/ 7 h 16"/>
                  <a:gd name="T8" fmla="*/ 0 w 1105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5" h="16">
                    <a:moveTo>
                      <a:pt x="0" y="16"/>
                    </a:moveTo>
                    <a:cubicBezTo>
                      <a:pt x="0" y="16"/>
                      <a:pt x="207" y="0"/>
                      <a:pt x="392" y="2"/>
                    </a:cubicBezTo>
                    <a:cubicBezTo>
                      <a:pt x="577" y="3"/>
                      <a:pt x="1105" y="13"/>
                      <a:pt x="1105" y="13"/>
                    </a:cubicBezTo>
                    <a:cubicBezTo>
                      <a:pt x="372" y="7"/>
                      <a:pt x="372" y="7"/>
                      <a:pt x="372" y="7"/>
                    </a:cubicBezTo>
                    <a:cubicBezTo>
                      <a:pt x="372" y="7"/>
                      <a:pt x="48" y="9"/>
                      <a:pt x="0" y="1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29" name="Freeform 41"/>
              <p:cNvSpPr/>
              <p:nvPr/>
            </p:nvSpPr>
            <p:spPr bwMode="auto">
              <a:xfrm>
                <a:off x="4006" y="2777"/>
                <a:ext cx="2991" cy="85"/>
              </a:xfrm>
              <a:custGeom>
                <a:avLst/>
                <a:gdLst>
                  <a:gd name="T0" fmla="*/ 0 w 1265"/>
                  <a:gd name="T1" fmla="*/ 36 h 36"/>
                  <a:gd name="T2" fmla="*/ 1265 w 1265"/>
                  <a:gd name="T3" fmla="*/ 22 h 36"/>
                  <a:gd name="T4" fmla="*/ 912 w 1265"/>
                  <a:gd name="T5" fmla="*/ 25 h 36"/>
                  <a:gd name="T6" fmla="*/ 315 w 1265"/>
                  <a:gd name="T7" fmla="*/ 28 h 36"/>
                  <a:gd name="T8" fmla="*/ 0 w 126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5" h="36">
                    <a:moveTo>
                      <a:pt x="0" y="36"/>
                    </a:moveTo>
                    <a:cubicBezTo>
                      <a:pt x="0" y="36"/>
                      <a:pt x="445" y="0"/>
                      <a:pt x="1265" y="22"/>
                    </a:cubicBezTo>
                    <a:cubicBezTo>
                      <a:pt x="912" y="25"/>
                      <a:pt x="912" y="25"/>
                      <a:pt x="912" y="25"/>
                    </a:cubicBezTo>
                    <a:cubicBezTo>
                      <a:pt x="315" y="28"/>
                      <a:pt x="315" y="28"/>
                      <a:pt x="315" y="28"/>
                    </a:cubicBezTo>
                    <a:lnTo>
                      <a:pt x="0" y="36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30" name="Freeform 42"/>
              <p:cNvSpPr/>
              <p:nvPr/>
            </p:nvSpPr>
            <p:spPr bwMode="auto">
              <a:xfrm>
                <a:off x="3866" y="1770"/>
                <a:ext cx="3360" cy="1038"/>
              </a:xfrm>
              <a:custGeom>
                <a:avLst/>
                <a:gdLst>
                  <a:gd name="T0" fmla="*/ 0 w 1421"/>
                  <a:gd name="T1" fmla="*/ 437 h 438"/>
                  <a:gd name="T2" fmla="*/ 8 w 1421"/>
                  <a:gd name="T3" fmla="*/ 431 h 438"/>
                  <a:gd name="T4" fmla="*/ 11 w 1421"/>
                  <a:gd name="T5" fmla="*/ 429 h 438"/>
                  <a:gd name="T6" fmla="*/ 28 w 1421"/>
                  <a:gd name="T7" fmla="*/ 416 h 438"/>
                  <a:gd name="T8" fmla="*/ 66 w 1421"/>
                  <a:gd name="T9" fmla="*/ 383 h 438"/>
                  <a:gd name="T10" fmla="*/ 95 w 1421"/>
                  <a:gd name="T11" fmla="*/ 360 h 438"/>
                  <a:gd name="T12" fmla="*/ 355 w 1421"/>
                  <a:gd name="T13" fmla="*/ 220 h 438"/>
                  <a:gd name="T14" fmla="*/ 913 w 1421"/>
                  <a:gd name="T15" fmla="*/ 66 h 438"/>
                  <a:gd name="T16" fmla="*/ 1377 w 1421"/>
                  <a:gd name="T17" fmla="*/ 0 h 438"/>
                  <a:gd name="T18" fmla="*/ 1421 w 1421"/>
                  <a:gd name="T19" fmla="*/ 52 h 438"/>
                  <a:gd name="T20" fmla="*/ 1 w 1421"/>
                  <a:gd name="T21" fmla="*/ 437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21" h="438">
                    <a:moveTo>
                      <a:pt x="0" y="437"/>
                    </a:moveTo>
                    <a:cubicBezTo>
                      <a:pt x="0" y="438"/>
                      <a:pt x="5" y="433"/>
                      <a:pt x="8" y="431"/>
                    </a:cubicBezTo>
                    <a:cubicBezTo>
                      <a:pt x="11" y="429"/>
                      <a:pt x="11" y="429"/>
                      <a:pt x="11" y="429"/>
                    </a:cubicBezTo>
                    <a:cubicBezTo>
                      <a:pt x="23" y="420"/>
                      <a:pt x="28" y="416"/>
                      <a:pt x="28" y="416"/>
                    </a:cubicBezTo>
                    <a:cubicBezTo>
                      <a:pt x="66" y="383"/>
                      <a:pt x="66" y="383"/>
                      <a:pt x="66" y="383"/>
                    </a:cubicBezTo>
                    <a:cubicBezTo>
                      <a:pt x="95" y="360"/>
                      <a:pt x="95" y="360"/>
                      <a:pt x="95" y="360"/>
                    </a:cubicBezTo>
                    <a:cubicBezTo>
                      <a:pt x="179" y="296"/>
                      <a:pt x="299" y="243"/>
                      <a:pt x="355" y="220"/>
                    </a:cubicBezTo>
                    <a:cubicBezTo>
                      <a:pt x="536" y="149"/>
                      <a:pt x="689" y="114"/>
                      <a:pt x="913" y="66"/>
                    </a:cubicBezTo>
                    <a:cubicBezTo>
                      <a:pt x="1137" y="18"/>
                      <a:pt x="1377" y="0"/>
                      <a:pt x="1377" y="0"/>
                    </a:cubicBezTo>
                    <a:cubicBezTo>
                      <a:pt x="1421" y="52"/>
                      <a:pt x="1421" y="52"/>
                      <a:pt x="1421" y="52"/>
                    </a:cubicBezTo>
                    <a:cubicBezTo>
                      <a:pt x="1421" y="52"/>
                      <a:pt x="502" y="55"/>
                      <a:pt x="1" y="437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31" name="Freeform 43"/>
              <p:cNvSpPr/>
              <p:nvPr/>
            </p:nvSpPr>
            <p:spPr bwMode="auto">
              <a:xfrm>
                <a:off x="513" y="1737"/>
                <a:ext cx="3353" cy="1068"/>
              </a:xfrm>
              <a:custGeom>
                <a:avLst/>
                <a:gdLst>
                  <a:gd name="T0" fmla="*/ 42 w 1418"/>
                  <a:gd name="T1" fmla="*/ 0 h 451"/>
                  <a:gd name="T2" fmla="*/ 0 w 1418"/>
                  <a:gd name="T3" fmla="*/ 57 h 451"/>
                  <a:gd name="T4" fmla="*/ 1418 w 1418"/>
                  <a:gd name="T5" fmla="*/ 451 h 451"/>
                  <a:gd name="T6" fmla="*/ 42 w 1418"/>
                  <a:gd name="T7" fmla="*/ 0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18" h="451">
                    <a:moveTo>
                      <a:pt x="42" y="0"/>
                    </a:move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930" y="155"/>
                      <a:pt x="1418" y="451"/>
                    </a:cubicBezTo>
                    <a:cubicBezTo>
                      <a:pt x="1375" y="410"/>
                      <a:pt x="1156" y="166"/>
                      <a:pt x="4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32" name="Freeform 44"/>
              <p:cNvSpPr/>
              <p:nvPr/>
            </p:nvSpPr>
            <p:spPr bwMode="auto">
              <a:xfrm>
                <a:off x="553" y="982"/>
                <a:ext cx="3323" cy="1823"/>
              </a:xfrm>
              <a:custGeom>
                <a:avLst/>
                <a:gdLst>
                  <a:gd name="T0" fmla="*/ 1335 w 1405"/>
                  <a:gd name="T1" fmla="*/ 454 h 770"/>
                  <a:gd name="T2" fmla="*/ 180 w 1405"/>
                  <a:gd name="T3" fmla="*/ 0 h 770"/>
                  <a:gd name="T4" fmla="*/ 136 w 1405"/>
                  <a:gd name="T5" fmla="*/ 86 h 770"/>
                  <a:gd name="T6" fmla="*/ 0 w 1405"/>
                  <a:gd name="T7" fmla="*/ 317 h 770"/>
                  <a:gd name="T8" fmla="*/ 526 w 1405"/>
                  <a:gd name="T9" fmla="*/ 423 h 770"/>
                  <a:gd name="T10" fmla="*/ 1094 w 1405"/>
                  <a:gd name="T11" fmla="*/ 588 h 770"/>
                  <a:gd name="T12" fmla="*/ 1402 w 1405"/>
                  <a:gd name="T13" fmla="*/ 770 h 770"/>
                  <a:gd name="T14" fmla="*/ 1335 w 1405"/>
                  <a:gd name="T15" fmla="*/ 454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5" h="770">
                    <a:moveTo>
                      <a:pt x="1335" y="454"/>
                    </a:moveTo>
                    <a:cubicBezTo>
                      <a:pt x="1105" y="16"/>
                      <a:pt x="180" y="0"/>
                      <a:pt x="180" y="0"/>
                    </a:cubicBezTo>
                    <a:cubicBezTo>
                      <a:pt x="136" y="86"/>
                      <a:pt x="136" y="86"/>
                      <a:pt x="136" y="86"/>
                    </a:cubicBezTo>
                    <a:cubicBezTo>
                      <a:pt x="0" y="317"/>
                      <a:pt x="0" y="317"/>
                      <a:pt x="0" y="317"/>
                    </a:cubicBezTo>
                    <a:cubicBezTo>
                      <a:pt x="0" y="317"/>
                      <a:pt x="442" y="405"/>
                      <a:pt x="526" y="423"/>
                    </a:cubicBezTo>
                    <a:cubicBezTo>
                      <a:pt x="585" y="436"/>
                      <a:pt x="857" y="493"/>
                      <a:pt x="1094" y="588"/>
                    </a:cubicBezTo>
                    <a:cubicBezTo>
                      <a:pt x="1318" y="693"/>
                      <a:pt x="1402" y="770"/>
                      <a:pt x="1402" y="770"/>
                    </a:cubicBezTo>
                    <a:cubicBezTo>
                      <a:pt x="1402" y="770"/>
                      <a:pt x="1405" y="744"/>
                      <a:pt x="1335" y="454"/>
                    </a:cubicBezTo>
                    <a:close/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33" name="Freeform 45"/>
              <p:cNvSpPr/>
              <p:nvPr/>
            </p:nvSpPr>
            <p:spPr bwMode="auto">
              <a:xfrm>
                <a:off x="3696" y="1043"/>
                <a:ext cx="3516" cy="1765"/>
              </a:xfrm>
              <a:custGeom>
                <a:avLst/>
                <a:gdLst>
                  <a:gd name="T0" fmla="*/ 1480 w 1487"/>
                  <a:gd name="T1" fmla="*/ 309 h 745"/>
                  <a:gd name="T2" fmla="*/ 1486 w 1487"/>
                  <a:gd name="T3" fmla="*/ 302 h 745"/>
                  <a:gd name="T4" fmla="*/ 1464 w 1487"/>
                  <a:gd name="T5" fmla="*/ 277 h 745"/>
                  <a:gd name="T6" fmla="*/ 1466 w 1487"/>
                  <a:gd name="T7" fmla="*/ 277 h 745"/>
                  <a:gd name="T8" fmla="*/ 1448 w 1487"/>
                  <a:gd name="T9" fmla="*/ 263 h 745"/>
                  <a:gd name="T10" fmla="*/ 1403 w 1487"/>
                  <a:gd name="T11" fmla="*/ 225 h 745"/>
                  <a:gd name="T12" fmla="*/ 1402 w 1487"/>
                  <a:gd name="T13" fmla="*/ 226 h 745"/>
                  <a:gd name="T14" fmla="*/ 1117 w 1487"/>
                  <a:gd name="T15" fmla="*/ 0 h 745"/>
                  <a:gd name="T16" fmla="*/ 0 w 1487"/>
                  <a:gd name="T17" fmla="*/ 417 h 745"/>
                  <a:gd name="T18" fmla="*/ 72 w 1487"/>
                  <a:gd name="T19" fmla="*/ 744 h 745"/>
                  <a:gd name="T20" fmla="*/ 80 w 1487"/>
                  <a:gd name="T21" fmla="*/ 738 h 745"/>
                  <a:gd name="T22" fmla="*/ 83 w 1487"/>
                  <a:gd name="T23" fmla="*/ 736 h 745"/>
                  <a:gd name="T24" fmla="*/ 100 w 1487"/>
                  <a:gd name="T25" fmla="*/ 723 h 745"/>
                  <a:gd name="T26" fmla="*/ 138 w 1487"/>
                  <a:gd name="T27" fmla="*/ 690 h 745"/>
                  <a:gd name="T28" fmla="*/ 167 w 1487"/>
                  <a:gd name="T29" fmla="*/ 667 h 745"/>
                  <a:gd name="T30" fmla="*/ 427 w 1487"/>
                  <a:gd name="T31" fmla="*/ 527 h 745"/>
                  <a:gd name="T32" fmla="*/ 985 w 1487"/>
                  <a:gd name="T33" fmla="*/ 373 h 745"/>
                  <a:gd name="T34" fmla="*/ 1480 w 1487"/>
                  <a:gd name="T35" fmla="*/ 309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87" h="745">
                    <a:moveTo>
                      <a:pt x="1480" y="309"/>
                    </a:moveTo>
                    <a:cubicBezTo>
                      <a:pt x="1485" y="309"/>
                      <a:pt x="1487" y="307"/>
                      <a:pt x="1486" y="302"/>
                    </a:cubicBezTo>
                    <a:cubicBezTo>
                      <a:pt x="1482" y="295"/>
                      <a:pt x="1473" y="287"/>
                      <a:pt x="1464" y="277"/>
                    </a:cubicBezTo>
                    <a:cubicBezTo>
                      <a:pt x="1465" y="277"/>
                      <a:pt x="1466" y="277"/>
                      <a:pt x="1466" y="277"/>
                    </a:cubicBezTo>
                    <a:cubicBezTo>
                      <a:pt x="1466" y="277"/>
                      <a:pt x="1466" y="277"/>
                      <a:pt x="1448" y="263"/>
                    </a:cubicBezTo>
                    <a:cubicBezTo>
                      <a:pt x="1426" y="243"/>
                      <a:pt x="1403" y="225"/>
                      <a:pt x="1403" y="225"/>
                    </a:cubicBezTo>
                    <a:cubicBezTo>
                      <a:pt x="1403" y="225"/>
                      <a:pt x="1403" y="225"/>
                      <a:pt x="1402" y="226"/>
                    </a:cubicBezTo>
                    <a:cubicBezTo>
                      <a:pt x="1356" y="188"/>
                      <a:pt x="1253" y="110"/>
                      <a:pt x="1117" y="0"/>
                    </a:cubicBezTo>
                    <a:cubicBezTo>
                      <a:pt x="73" y="22"/>
                      <a:pt x="0" y="417"/>
                      <a:pt x="0" y="417"/>
                    </a:cubicBezTo>
                    <a:cubicBezTo>
                      <a:pt x="0" y="417"/>
                      <a:pt x="7" y="422"/>
                      <a:pt x="72" y="744"/>
                    </a:cubicBezTo>
                    <a:cubicBezTo>
                      <a:pt x="72" y="745"/>
                      <a:pt x="77" y="740"/>
                      <a:pt x="80" y="738"/>
                    </a:cubicBezTo>
                    <a:cubicBezTo>
                      <a:pt x="83" y="736"/>
                      <a:pt x="83" y="736"/>
                      <a:pt x="83" y="736"/>
                    </a:cubicBezTo>
                    <a:cubicBezTo>
                      <a:pt x="95" y="727"/>
                      <a:pt x="100" y="723"/>
                      <a:pt x="100" y="723"/>
                    </a:cubicBezTo>
                    <a:cubicBezTo>
                      <a:pt x="138" y="690"/>
                      <a:pt x="138" y="690"/>
                      <a:pt x="138" y="690"/>
                    </a:cubicBezTo>
                    <a:cubicBezTo>
                      <a:pt x="167" y="667"/>
                      <a:pt x="167" y="667"/>
                      <a:pt x="167" y="667"/>
                    </a:cubicBezTo>
                    <a:cubicBezTo>
                      <a:pt x="251" y="603"/>
                      <a:pt x="371" y="550"/>
                      <a:pt x="427" y="527"/>
                    </a:cubicBezTo>
                    <a:cubicBezTo>
                      <a:pt x="608" y="456"/>
                      <a:pt x="761" y="421"/>
                      <a:pt x="985" y="373"/>
                    </a:cubicBezTo>
                    <a:cubicBezTo>
                      <a:pt x="1209" y="325"/>
                      <a:pt x="1480" y="309"/>
                      <a:pt x="1480" y="309"/>
                    </a:cubicBezTo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34" name="Group 48"/>
          <p:cNvGrpSpPr>
            <a:grpSpLocks noChangeAspect="1"/>
          </p:cNvGrpSpPr>
          <p:nvPr/>
        </p:nvGrpSpPr>
        <p:grpSpPr bwMode="auto">
          <a:xfrm>
            <a:off x="1519589" y="926339"/>
            <a:ext cx="6002771" cy="2377188"/>
            <a:chOff x="-627" y="390"/>
            <a:chExt cx="8934" cy="3538"/>
          </a:xfrm>
          <a:solidFill>
            <a:srgbClr val="BFBFBF">
              <a:alpha val="58039"/>
            </a:srgbClr>
          </a:solidFill>
        </p:grpSpPr>
        <p:sp>
          <p:nvSpPr>
            <p:cNvPr id="35" name="Freeform 49"/>
            <p:cNvSpPr>
              <a:spLocks noEditPoints="1"/>
            </p:cNvSpPr>
            <p:nvPr/>
          </p:nvSpPr>
          <p:spPr bwMode="auto">
            <a:xfrm>
              <a:off x="-578" y="390"/>
              <a:ext cx="8885" cy="3538"/>
            </a:xfrm>
            <a:custGeom>
              <a:avLst/>
              <a:gdLst>
                <a:gd name="T0" fmla="*/ 2291 w 3758"/>
                <a:gd name="T1" fmla="*/ 237 h 1495"/>
                <a:gd name="T2" fmla="*/ 2322 w 3758"/>
                <a:gd name="T3" fmla="*/ 397 h 1495"/>
                <a:gd name="T4" fmla="*/ 2366 w 3758"/>
                <a:gd name="T5" fmla="*/ 228 h 1495"/>
                <a:gd name="T6" fmla="*/ 1776 w 3758"/>
                <a:gd name="T7" fmla="*/ 158 h 1495"/>
                <a:gd name="T8" fmla="*/ 1332 w 3758"/>
                <a:gd name="T9" fmla="*/ 125 h 1495"/>
                <a:gd name="T10" fmla="*/ 1806 w 3758"/>
                <a:gd name="T11" fmla="*/ 387 h 1495"/>
                <a:gd name="T12" fmla="*/ 1930 w 3758"/>
                <a:gd name="T13" fmla="*/ 436 h 1495"/>
                <a:gd name="T14" fmla="*/ 2203 w 3758"/>
                <a:gd name="T15" fmla="*/ 303 h 1495"/>
                <a:gd name="T16" fmla="*/ 1811 w 3758"/>
                <a:gd name="T17" fmla="*/ 227 h 1495"/>
                <a:gd name="T18" fmla="*/ 1453 w 3758"/>
                <a:gd name="T19" fmla="*/ 189 h 1495"/>
                <a:gd name="T20" fmla="*/ 1337 w 3758"/>
                <a:gd name="T21" fmla="*/ 97 h 1495"/>
                <a:gd name="T22" fmla="*/ 3253 w 3758"/>
                <a:gd name="T23" fmla="*/ 1486 h 1495"/>
                <a:gd name="T24" fmla="*/ 416 w 3758"/>
                <a:gd name="T25" fmla="*/ 1045 h 1495"/>
                <a:gd name="T26" fmla="*/ 679 w 3758"/>
                <a:gd name="T27" fmla="*/ 1017 h 1495"/>
                <a:gd name="T28" fmla="*/ 3144 w 3758"/>
                <a:gd name="T29" fmla="*/ 1434 h 1495"/>
                <a:gd name="T30" fmla="*/ 3273 w 3758"/>
                <a:gd name="T31" fmla="*/ 1311 h 1495"/>
                <a:gd name="T32" fmla="*/ 1549 w 3758"/>
                <a:gd name="T33" fmla="*/ 981 h 1495"/>
                <a:gd name="T34" fmla="*/ 1526 w 3758"/>
                <a:gd name="T35" fmla="*/ 976 h 1495"/>
                <a:gd name="T36" fmla="*/ 1273 w 3758"/>
                <a:gd name="T37" fmla="*/ 920 h 1495"/>
                <a:gd name="T38" fmla="*/ 1541 w 3758"/>
                <a:gd name="T39" fmla="*/ 877 h 1495"/>
                <a:gd name="T40" fmla="*/ 1502 w 3758"/>
                <a:gd name="T41" fmla="*/ 821 h 1495"/>
                <a:gd name="T42" fmla="*/ 1644 w 3758"/>
                <a:gd name="T43" fmla="*/ 671 h 1495"/>
                <a:gd name="T44" fmla="*/ 1273 w 3758"/>
                <a:gd name="T45" fmla="*/ 842 h 1495"/>
                <a:gd name="T46" fmla="*/ 1523 w 3758"/>
                <a:gd name="T47" fmla="*/ 633 h 1495"/>
                <a:gd name="T48" fmla="*/ 1737 w 3758"/>
                <a:gd name="T49" fmla="*/ 498 h 1495"/>
                <a:gd name="T50" fmla="*/ 216 w 3758"/>
                <a:gd name="T51" fmla="*/ 419 h 1495"/>
                <a:gd name="T52" fmla="*/ 484 w 3758"/>
                <a:gd name="T53" fmla="*/ 389 h 1495"/>
                <a:gd name="T54" fmla="*/ 58 w 3758"/>
                <a:gd name="T55" fmla="*/ 336 h 1495"/>
                <a:gd name="T56" fmla="*/ 3114 w 3758"/>
                <a:gd name="T57" fmla="*/ 270 h 1495"/>
                <a:gd name="T58" fmla="*/ 2938 w 3758"/>
                <a:gd name="T59" fmla="*/ 269 h 1495"/>
                <a:gd name="T60" fmla="*/ 2642 w 3758"/>
                <a:gd name="T61" fmla="*/ 239 h 1495"/>
                <a:gd name="T62" fmla="*/ 3300 w 3758"/>
                <a:gd name="T63" fmla="*/ 450 h 1495"/>
                <a:gd name="T64" fmla="*/ 2947 w 3758"/>
                <a:gd name="T65" fmla="*/ 392 h 1495"/>
                <a:gd name="T66" fmla="*/ 2990 w 3758"/>
                <a:gd name="T67" fmla="*/ 262 h 1495"/>
                <a:gd name="T68" fmla="*/ 3027 w 3758"/>
                <a:gd name="T69" fmla="*/ 176 h 1495"/>
                <a:gd name="T70" fmla="*/ 3216 w 3758"/>
                <a:gd name="T71" fmla="*/ 303 h 1495"/>
                <a:gd name="T72" fmla="*/ 3084 w 3758"/>
                <a:gd name="T73" fmla="*/ 197 h 1495"/>
                <a:gd name="T74" fmla="*/ 2770 w 3758"/>
                <a:gd name="T75" fmla="*/ 191 h 1495"/>
                <a:gd name="T76" fmla="*/ 2833 w 3758"/>
                <a:gd name="T77" fmla="*/ 173 h 1495"/>
                <a:gd name="T78" fmla="*/ 1125 w 3758"/>
                <a:gd name="T79" fmla="*/ 227 h 1495"/>
                <a:gd name="T80" fmla="*/ 1004 w 3758"/>
                <a:gd name="T81" fmla="*/ 207 h 1495"/>
                <a:gd name="T82" fmla="*/ 732 w 3758"/>
                <a:gd name="T83" fmla="*/ 292 h 1495"/>
                <a:gd name="T84" fmla="*/ 506 w 3758"/>
                <a:gd name="T85" fmla="*/ 257 h 1495"/>
                <a:gd name="T86" fmla="*/ 459 w 3758"/>
                <a:gd name="T87" fmla="*/ 423 h 1495"/>
                <a:gd name="T88" fmla="*/ 351 w 3758"/>
                <a:gd name="T89" fmla="*/ 468 h 1495"/>
                <a:gd name="T90" fmla="*/ 851 w 3758"/>
                <a:gd name="T91" fmla="*/ 182 h 1495"/>
                <a:gd name="T92" fmla="*/ 2769 w 3758"/>
                <a:gd name="T93" fmla="*/ 153 h 1495"/>
                <a:gd name="T94" fmla="*/ 3001 w 3758"/>
                <a:gd name="T95" fmla="*/ 148 h 1495"/>
                <a:gd name="T96" fmla="*/ 2760 w 3758"/>
                <a:gd name="T97" fmla="*/ 97 h 1495"/>
                <a:gd name="T98" fmla="*/ 428 w 3758"/>
                <a:gd name="T99" fmla="*/ 90 h 1495"/>
                <a:gd name="T100" fmla="*/ 896 w 3758"/>
                <a:gd name="T101" fmla="*/ 86 h 1495"/>
                <a:gd name="T102" fmla="*/ 550 w 3758"/>
                <a:gd name="T103" fmla="*/ 103 h 1495"/>
                <a:gd name="T104" fmla="*/ 1205 w 3758"/>
                <a:gd name="T105" fmla="*/ 54 h 1495"/>
                <a:gd name="T106" fmla="*/ 2950 w 3758"/>
                <a:gd name="T107" fmla="*/ 44 h 1495"/>
                <a:gd name="T108" fmla="*/ 3126 w 3758"/>
                <a:gd name="T109" fmla="*/ 17 h 1495"/>
                <a:gd name="T110" fmla="*/ 3042 w 3758"/>
                <a:gd name="T111" fmla="*/ 62 h 1495"/>
                <a:gd name="T112" fmla="*/ 3139 w 3758"/>
                <a:gd name="T113" fmla="*/ 79 h 1495"/>
                <a:gd name="T114" fmla="*/ 3351 w 3758"/>
                <a:gd name="T115" fmla="*/ 23 h 1495"/>
                <a:gd name="T116" fmla="*/ 3155 w 3758"/>
                <a:gd name="T117" fmla="*/ 93 h 1495"/>
                <a:gd name="T118" fmla="*/ 3360 w 3758"/>
                <a:gd name="T119" fmla="*/ 267 h 1495"/>
                <a:gd name="T120" fmla="*/ 3620 w 3758"/>
                <a:gd name="T121" fmla="*/ 218 h 1495"/>
                <a:gd name="T122" fmla="*/ 3662 w 3758"/>
                <a:gd name="T123" fmla="*/ 126 h 1495"/>
                <a:gd name="T124" fmla="*/ 3425 w 3758"/>
                <a:gd name="T125" fmla="*/ 28 h 1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58" h="1495">
                  <a:moveTo>
                    <a:pt x="3271" y="498"/>
                  </a:moveTo>
                  <a:cubicBezTo>
                    <a:pt x="3249" y="498"/>
                    <a:pt x="3249" y="498"/>
                    <a:pt x="3249" y="498"/>
                  </a:cubicBezTo>
                  <a:cubicBezTo>
                    <a:pt x="3251" y="502"/>
                    <a:pt x="3258" y="505"/>
                    <a:pt x="3263" y="505"/>
                  </a:cubicBezTo>
                  <a:cubicBezTo>
                    <a:pt x="3268" y="505"/>
                    <a:pt x="3272" y="503"/>
                    <a:pt x="3273" y="499"/>
                  </a:cubicBezTo>
                  <a:cubicBezTo>
                    <a:pt x="3273" y="499"/>
                    <a:pt x="3272" y="498"/>
                    <a:pt x="3271" y="498"/>
                  </a:cubicBezTo>
                  <a:moveTo>
                    <a:pt x="3334" y="498"/>
                  </a:moveTo>
                  <a:cubicBezTo>
                    <a:pt x="3308" y="498"/>
                    <a:pt x="3308" y="498"/>
                    <a:pt x="3308" y="498"/>
                  </a:cubicBezTo>
                  <a:cubicBezTo>
                    <a:pt x="3302" y="504"/>
                    <a:pt x="3294" y="509"/>
                    <a:pt x="3297" y="519"/>
                  </a:cubicBezTo>
                  <a:cubicBezTo>
                    <a:pt x="3299" y="520"/>
                    <a:pt x="3301" y="520"/>
                    <a:pt x="3303" y="520"/>
                  </a:cubicBezTo>
                  <a:cubicBezTo>
                    <a:pt x="3306" y="520"/>
                    <a:pt x="3309" y="520"/>
                    <a:pt x="3312" y="519"/>
                  </a:cubicBezTo>
                  <a:cubicBezTo>
                    <a:pt x="3316" y="519"/>
                    <a:pt x="3319" y="519"/>
                    <a:pt x="3322" y="519"/>
                  </a:cubicBezTo>
                  <a:cubicBezTo>
                    <a:pt x="3326" y="519"/>
                    <a:pt x="3329" y="519"/>
                    <a:pt x="3331" y="522"/>
                  </a:cubicBezTo>
                  <a:cubicBezTo>
                    <a:pt x="3329" y="524"/>
                    <a:pt x="3324" y="527"/>
                    <a:pt x="3328" y="531"/>
                  </a:cubicBezTo>
                  <a:cubicBezTo>
                    <a:pt x="3329" y="531"/>
                    <a:pt x="3330" y="531"/>
                    <a:pt x="3330" y="531"/>
                  </a:cubicBezTo>
                  <a:cubicBezTo>
                    <a:pt x="3336" y="531"/>
                    <a:pt x="3338" y="524"/>
                    <a:pt x="3342" y="522"/>
                  </a:cubicBezTo>
                  <a:cubicBezTo>
                    <a:pt x="3350" y="523"/>
                    <a:pt x="3347" y="532"/>
                    <a:pt x="3355" y="532"/>
                  </a:cubicBezTo>
                  <a:cubicBezTo>
                    <a:pt x="3356" y="532"/>
                    <a:pt x="3356" y="532"/>
                    <a:pt x="3357" y="531"/>
                  </a:cubicBezTo>
                  <a:cubicBezTo>
                    <a:pt x="3360" y="529"/>
                    <a:pt x="3363" y="526"/>
                    <a:pt x="3363" y="521"/>
                  </a:cubicBezTo>
                  <a:cubicBezTo>
                    <a:pt x="3361" y="517"/>
                    <a:pt x="3356" y="516"/>
                    <a:pt x="3353" y="513"/>
                  </a:cubicBezTo>
                  <a:cubicBezTo>
                    <a:pt x="3353" y="509"/>
                    <a:pt x="3358" y="510"/>
                    <a:pt x="3357" y="505"/>
                  </a:cubicBezTo>
                  <a:cubicBezTo>
                    <a:pt x="3351" y="502"/>
                    <a:pt x="3341" y="501"/>
                    <a:pt x="3334" y="498"/>
                  </a:cubicBezTo>
                  <a:moveTo>
                    <a:pt x="1944" y="395"/>
                  </a:moveTo>
                  <a:cubicBezTo>
                    <a:pt x="1937" y="395"/>
                    <a:pt x="1931" y="403"/>
                    <a:pt x="1935" y="407"/>
                  </a:cubicBezTo>
                  <a:cubicBezTo>
                    <a:pt x="1944" y="407"/>
                    <a:pt x="1947" y="403"/>
                    <a:pt x="1949" y="397"/>
                  </a:cubicBezTo>
                  <a:cubicBezTo>
                    <a:pt x="1947" y="396"/>
                    <a:pt x="1945" y="395"/>
                    <a:pt x="1944" y="395"/>
                  </a:cubicBezTo>
                  <a:moveTo>
                    <a:pt x="1991" y="248"/>
                  </a:moveTo>
                  <a:cubicBezTo>
                    <a:pt x="1987" y="248"/>
                    <a:pt x="1983" y="250"/>
                    <a:pt x="1984" y="253"/>
                  </a:cubicBezTo>
                  <a:cubicBezTo>
                    <a:pt x="1986" y="254"/>
                    <a:pt x="1988" y="255"/>
                    <a:pt x="1990" y="255"/>
                  </a:cubicBezTo>
                  <a:cubicBezTo>
                    <a:pt x="1993" y="255"/>
                    <a:pt x="1997" y="253"/>
                    <a:pt x="1996" y="250"/>
                  </a:cubicBezTo>
                  <a:cubicBezTo>
                    <a:pt x="1995" y="248"/>
                    <a:pt x="1993" y="248"/>
                    <a:pt x="1991" y="248"/>
                  </a:cubicBezTo>
                  <a:moveTo>
                    <a:pt x="2331" y="226"/>
                  </a:moveTo>
                  <a:cubicBezTo>
                    <a:pt x="2327" y="226"/>
                    <a:pt x="2323" y="227"/>
                    <a:pt x="2318" y="228"/>
                  </a:cubicBezTo>
                  <a:cubicBezTo>
                    <a:pt x="2313" y="229"/>
                    <a:pt x="2309" y="229"/>
                    <a:pt x="2304" y="229"/>
                  </a:cubicBezTo>
                  <a:cubicBezTo>
                    <a:pt x="2303" y="229"/>
                    <a:pt x="2303" y="229"/>
                    <a:pt x="2302" y="229"/>
                  </a:cubicBezTo>
                  <a:cubicBezTo>
                    <a:pt x="2299" y="231"/>
                    <a:pt x="2299" y="236"/>
                    <a:pt x="2295" y="238"/>
                  </a:cubicBezTo>
                  <a:cubicBezTo>
                    <a:pt x="2294" y="237"/>
                    <a:pt x="2293" y="237"/>
                    <a:pt x="2291" y="237"/>
                  </a:cubicBezTo>
                  <a:cubicBezTo>
                    <a:pt x="2289" y="237"/>
                    <a:pt x="2287" y="238"/>
                    <a:pt x="2285" y="239"/>
                  </a:cubicBezTo>
                  <a:cubicBezTo>
                    <a:pt x="2283" y="240"/>
                    <a:pt x="2281" y="242"/>
                    <a:pt x="2278" y="242"/>
                  </a:cubicBezTo>
                  <a:cubicBezTo>
                    <a:pt x="2277" y="242"/>
                    <a:pt x="2276" y="242"/>
                    <a:pt x="2274" y="241"/>
                  </a:cubicBezTo>
                  <a:cubicBezTo>
                    <a:pt x="2267" y="245"/>
                    <a:pt x="2267" y="251"/>
                    <a:pt x="2258" y="256"/>
                  </a:cubicBezTo>
                  <a:cubicBezTo>
                    <a:pt x="2251" y="260"/>
                    <a:pt x="2235" y="262"/>
                    <a:pt x="2236" y="270"/>
                  </a:cubicBezTo>
                  <a:cubicBezTo>
                    <a:pt x="2236" y="275"/>
                    <a:pt x="2247" y="276"/>
                    <a:pt x="2253" y="278"/>
                  </a:cubicBezTo>
                  <a:cubicBezTo>
                    <a:pt x="2260" y="281"/>
                    <a:pt x="2264" y="287"/>
                    <a:pt x="2271" y="288"/>
                  </a:cubicBezTo>
                  <a:cubicBezTo>
                    <a:pt x="2271" y="288"/>
                    <a:pt x="2272" y="288"/>
                    <a:pt x="2273" y="288"/>
                  </a:cubicBezTo>
                  <a:cubicBezTo>
                    <a:pt x="2275" y="288"/>
                    <a:pt x="2277" y="287"/>
                    <a:pt x="2280" y="287"/>
                  </a:cubicBezTo>
                  <a:cubicBezTo>
                    <a:pt x="2282" y="287"/>
                    <a:pt x="2285" y="287"/>
                    <a:pt x="2287" y="287"/>
                  </a:cubicBezTo>
                  <a:cubicBezTo>
                    <a:pt x="2292" y="287"/>
                    <a:pt x="2296" y="288"/>
                    <a:pt x="2296" y="292"/>
                  </a:cubicBezTo>
                  <a:cubicBezTo>
                    <a:pt x="2295" y="295"/>
                    <a:pt x="2292" y="296"/>
                    <a:pt x="2288" y="296"/>
                  </a:cubicBezTo>
                  <a:cubicBezTo>
                    <a:pt x="2285" y="296"/>
                    <a:pt x="2281" y="295"/>
                    <a:pt x="2279" y="294"/>
                  </a:cubicBezTo>
                  <a:cubicBezTo>
                    <a:pt x="2276" y="295"/>
                    <a:pt x="2279" y="301"/>
                    <a:pt x="2275" y="302"/>
                  </a:cubicBezTo>
                  <a:cubicBezTo>
                    <a:pt x="2264" y="301"/>
                    <a:pt x="2262" y="291"/>
                    <a:pt x="2252" y="289"/>
                  </a:cubicBezTo>
                  <a:cubicBezTo>
                    <a:pt x="2246" y="292"/>
                    <a:pt x="2243" y="297"/>
                    <a:pt x="2237" y="301"/>
                  </a:cubicBezTo>
                  <a:cubicBezTo>
                    <a:pt x="2231" y="304"/>
                    <a:pt x="2222" y="305"/>
                    <a:pt x="2219" y="311"/>
                  </a:cubicBezTo>
                  <a:cubicBezTo>
                    <a:pt x="2219" y="314"/>
                    <a:pt x="2220" y="314"/>
                    <a:pt x="2222" y="314"/>
                  </a:cubicBezTo>
                  <a:cubicBezTo>
                    <a:pt x="2223" y="314"/>
                    <a:pt x="2223" y="314"/>
                    <a:pt x="2223" y="314"/>
                  </a:cubicBezTo>
                  <a:cubicBezTo>
                    <a:pt x="2224" y="314"/>
                    <a:pt x="2225" y="314"/>
                    <a:pt x="2227" y="315"/>
                  </a:cubicBezTo>
                  <a:cubicBezTo>
                    <a:pt x="2231" y="317"/>
                    <a:pt x="2231" y="323"/>
                    <a:pt x="2237" y="325"/>
                  </a:cubicBezTo>
                  <a:cubicBezTo>
                    <a:pt x="2239" y="326"/>
                    <a:pt x="2242" y="326"/>
                    <a:pt x="2245" y="326"/>
                  </a:cubicBezTo>
                  <a:cubicBezTo>
                    <a:pt x="2257" y="326"/>
                    <a:pt x="2268" y="319"/>
                    <a:pt x="2280" y="317"/>
                  </a:cubicBezTo>
                  <a:cubicBezTo>
                    <a:pt x="2287" y="319"/>
                    <a:pt x="2288" y="326"/>
                    <a:pt x="2291" y="331"/>
                  </a:cubicBezTo>
                  <a:cubicBezTo>
                    <a:pt x="2286" y="340"/>
                    <a:pt x="2271" y="340"/>
                    <a:pt x="2259" y="342"/>
                  </a:cubicBezTo>
                  <a:cubicBezTo>
                    <a:pt x="2251" y="348"/>
                    <a:pt x="2242" y="353"/>
                    <a:pt x="2239" y="364"/>
                  </a:cubicBezTo>
                  <a:cubicBezTo>
                    <a:pt x="2241" y="370"/>
                    <a:pt x="2256" y="366"/>
                    <a:pt x="2257" y="373"/>
                  </a:cubicBezTo>
                  <a:cubicBezTo>
                    <a:pt x="2255" y="376"/>
                    <a:pt x="2248" y="375"/>
                    <a:pt x="2248" y="379"/>
                  </a:cubicBezTo>
                  <a:cubicBezTo>
                    <a:pt x="2249" y="389"/>
                    <a:pt x="2265" y="386"/>
                    <a:pt x="2275" y="388"/>
                  </a:cubicBezTo>
                  <a:cubicBezTo>
                    <a:pt x="2278" y="393"/>
                    <a:pt x="2275" y="397"/>
                    <a:pt x="2278" y="401"/>
                  </a:cubicBezTo>
                  <a:cubicBezTo>
                    <a:pt x="2279" y="401"/>
                    <a:pt x="2280" y="401"/>
                    <a:pt x="2281" y="401"/>
                  </a:cubicBezTo>
                  <a:cubicBezTo>
                    <a:pt x="2285" y="401"/>
                    <a:pt x="2287" y="400"/>
                    <a:pt x="2290" y="399"/>
                  </a:cubicBezTo>
                  <a:cubicBezTo>
                    <a:pt x="2293" y="399"/>
                    <a:pt x="2296" y="398"/>
                    <a:pt x="2299" y="398"/>
                  </a:cubicBezTo>
                  <a:cubicBezTo>
                    <a:pt x="2299" y="398"/>
                    <a:pt x="2300" y="398"/>
                    <a:pt x="2300" y="398"/>
                  </a:cubicBezTo>
                  <a:cubicBezTo>
                    <a:pt x="2303" y="399"/>
                    <a:pt x="2303" y="403"/>
                    <a:pt x="2305" y="404"/>
                  </a:cubicBezTo>
                  <a:cubicBezTo>
                    <a:pt x="2313" y="403"/>
                    <a:pt x="2313" y="397"/>
                    <a:pt x="2322" y="397"/>
                  </a:cubicBezTo>
                  <a:cubicBezTo>
                    <a:pt x="2322" y="397"/>
                    <a:pt x="2323" y="397"/>
                    <a:pt x="2323" y="397"/>
                  </a:cubicBezTo>
                  <a:cubicBezTo>
                    <a:pt x="2323" y="398"/>
                    <a:pt x="2325" y="399"/>
                    <a:pt x="2325" y="400"/>
                  </a:cubicBezTo>
                  <a:cubicBezTo>
                    <a:pt x="2322" y="407"/>
                    <a:pt x="2314" y="411"/>
                    <a:pt x="2311" y="418"/>
                  </a:cubicBezTo>
                  <a:cubicBezTo>
                    <a:pt x="2297" y="420"/>
                    <a:pt x="2293" y="429"/>
                    <a:pt x="2284" y="434"/>
                  </a:cubicBezTo>
                  <a:cubicBezTo>
                    <a:pt x="2274" y="434"/>
                    <a:pt x="2267" y="437"/>
                    <a:pt x="2265" y="444"/>
                  </a:cubicBezTo>
                  <a:cubicBezTo>
                    <a:pt x="2267" y="444"/>
                    <a:pt x="2269" y="444"/>
                    <a:pt x="2271" y="444"/>
                  </a:cubicBezTo>
                  <a:cubicBezTo>
                    <a:pt x="2299" y="444"/>
                    <a:pt x="2329" y="431"/>
                    <a:pt x="2332" y="409"/>
                  </a:cubicBezTo>
                  <a:cubicBezTo>
                    <a:pt x="2335" y="410"/>
                    <a:pt x="2337" y="410"/>
                    <a:pt x="2339" y="410"/>
                  </a:cubicBezTo>
                  <a:cubicBezTo>
                    <a:pt x="2349" y="410"/>
                    <a:pt x="2356" y="402"/>
                    <a:pt x="2361" y="396"/>
                  </a:cubicBezTo>
                  <a:cubicBezTo>
                    <a:pt x="2359" y="393"/>
                    <a:pt x="2354" y="392"/>
                    <a:pt x="2353" y="388"/>
                  </a:cubicBezTo>
                  <a:cubicBezTo>
                    <a:pt x="2367" y="383"/>
                    <a:pt x="2371" y="371"/>
                    <a:pt x="2383" y="365"/>
                  </a:cubicBezTo>
                  <a:cubicBezTo>
                    <a:pt x="2387" y="362"/>
                    <a:pt x="2392" y="361"/>
                    <a:pt x="2396" y="361"/>
                  </a:cubicBezTo>
                  <a:cubicBezTo>
                    <a:pt x="2400" y="361"/>
                    <a:pt x="2403" y="362"/>
                    <a:pt x="2403" y="367"/>
                  </a:cubicBezTo>
                  <a:cubicBezTo>
                    <a:pt x="2395" y="372"/>
                    <a:pt x="2381" y="369"/>
                    <a:pt x="2377" y="378"/>
                  </a:cubicBezTo>
                  <a:cubicBezTo>
                    <a:pt x="2377" y="381"/>
                    <a:pt x="2377" y="390"/>
                    <a:pt x="2378" y="394"/>
                  </a:cubicBezTo>
                  <a:cubicBezTo>
                    <a:pt x="2388" y="388"/>
                    <a:pt x="2404" y="387"/>
                    <a:pt x="2414" y="381"/>
                  </a:cubicBezTo>
                  <a:cubicBezTo>
                    <a:pt x="2415" y="377"/>
                    <a:pt x="2410" y="377"/>
                    <a:pt x="2411" y="373"/>
                  </a:cubicBezTo>
                  <a:cubicBezTo>
                    <a:pt x="2413" y="369"/>
                    <a:pt x="2416" y="368"/>
                    <a:pt x="2418" y="368"/>
                  </a:cubicBezTo>
                  <a:cubicBezTo>
                    <a:pt x="2423" y="368"/>
                    <a:pt x="2427" y="373"/>
                    <a:pt x="2433" y="375"/>
                  </a:cubicBezTo>
                  <a:cubicBezTo>
                    <a:pt x="2441" y="378"/>
                    <a:pt x="2456" y="377"/>
                    <a:pt x="2467" y="378"/>
                  </a:cubicBezTo>
                  <a:cubicBezTo>
                    <a:pt x="2476" y="379"/>
                    <a:pt x="2482" y="383"/>
                    <a:pt x="2489" y="383"/>
                  </a:cubicBezTo>
                  <a:cubicBezTo>
                    <a:pt x="2491" y="383"/>
                    <a:pt x="2493" y="383"/>
                    <a:pt x="2495" y="382"/>
                  </a:cubicBezTo>
                  <a:cubicBezTo>
                    <a:pt x="2496" y="383"/>
                    <a:pt x="2498" y="384"/>
                    <a:pt x="2499" y="385"/>
                  </a:cubicBezTo>
                  <a:cubicBezTo>
                    <a:pt x="2499" y="247"/>
                    <a:pt x="2499" y="247"/>
                    <a:pt x="2499" y="247"/>
                  </a:cubicBezTo>
                  <a:cubicBezTo>
                    <a:pt x="2495" y="246"/>
                    <a:pt x="2490" y="245"/>
                    <a:pt x="2484" y="245"/>
                  </a:cubicBezTo>
                  <a:cubicBezTo>
                    <a:pt x="2482" y="245"/>
                    <a:pt x="2479" y="245"/>
                    <a:pt x="2477" y="245"/>
                  </a:cubicBezTo>
                  <a:cubicBezTo>
                    <a:pt x="2470" y="239"/>
                    <a:pt x="2458" y="242"/>
                    <a:pt x="2448" y="239"/>
                  </a:cubicBezTo>
                  <a:cubicBezTo>
                    <a:pt x="2445" y="239"/>
                    <a:pt x="2443" y="236"/>
                    <a:pt x="2439" y="236"/>
                  </a:cubicBezTo>
                  <a:cubicBezTo>
                    <a:pt x="2437" y="235"/>
                    <a:pt x="2435" y="235"/>
                    <a:pt x="2433" y="235"/>
                  </a:cubicBezTo>
                  <a:cubicBezTo>
                    <a:pt x="2430" y="235"/>
                    <a:pt x="2427" y="236"/>
                    <a:pt x="2425" y="236"/>
                  </a:cubicBezTo>
                  <a:cubicBezTo>
                    <a:pt x="2422" y="236"/>
                    <a:pt x="2419" y="236"/>
                    <a:pt x="2416" y="236"/>
                  </a:cubicBezTo>
                  <a:cubicBezTo>
                    <a:pt x="2410" y="236"/>
                    <a:pt x="2404" y="235"/>
                    <a:pt x="2399" y="232"/>
                  </a:cubicBezTo>
                  <a:cubicBezTo>
                    <a:pt x="2394" y="232"/>
                    <a:pt x="2393" y="237"/>
                    <a:pt x="2387" y="237"/>
                  </a:cubicBezTo>
                  <a:cubicBezTo>
                    <a:pt x="2387" y="237"/>
                    <a:pt x="2386" y="237"/>
                    <a:pt x="2385" y="237"/>
                  </a:cubicBezTo>
                  <a:cubicBezTo>
                    <a:pt x="2381" y="234"/>
                    <a:pt x="2381" y="229"/>
                    <a:pt x="2376" y="227"/>
                  </a:cubicBezTo>
                  <a:cubicBezTo>
                    <a:pt x="2373" y="228"/>
                    <a:pt x="2369" y="228"/>
                    <a:pt x="2366" y="228"/>
                  </a:cubicBezTo>
                  <a:cubicBezTo>
                    <a:pt x="2364" y="228"/>
                    <a:pt x="2362" y="228"/>
                    <a:pt x="2360" y="228"/>
                  </a:cubicBezTo>
                  <a:cubicBezTo>
                    <a:pt x="2357" y="228"/>
                    <a:pt x="2355" y="228"/>
                    <a:pt x="2353" y="228"/>
                  </a:cubicBezTo>
                  <a:cubicBezTo>
                    <a:pt x="2349" y="228"/>
                    <a:pt x="2346" y="228"/>
                    <a:pt x="2342" y="230"/>
                  </a:cubicBezTo>
                  <a:cubicBezTo>
                    <a:pt x="2339" y="227"/>
                    <a:pt x="2335" y="226"/>
                    <a:pt x="2331" y="226"/>
                  </a:cubicBezTo>
                  <a:moveTo>
                    <a:pt x="2101" y="224"/>
                  </a:moveTo>
                  <a:cubicBezTo>
                    <a:pt x="2100" y="224"/>
                    <a:pt x="2100" y="224"/>
                    <a:pt x="2099" y="224"/>
                  </a:cubicBezTo>
                  <a:cubicBezTo>
                    <a:pt x="2092" y="225"/>
                    <a:pt x="2087" y="232"/>
                    <a:pt x="2088" y="240"/>
                  </a:cubicBezTo>
                  <a:cubicBezTo>
                    <a:pt x="2090" y="240"/>
                    <a:pt x="2092" y="240"/>
                    <a:pt x="2094" y="240"/>
                  </a:cubicBezTo>
                  <a:cubicBezTo>
                    <a:pt x="2096" y="240"/>
                    <a:pt x="2098" y="240"/>
                    <a:pt x="2100" y="240"/>
                  </a:cubicBezTo>
                  <a:cubicBezTo>
                    <a:pt x="2103" y="240"/>
                    <a:pt x="2105" y="240"/>
                    <a:pt x="2108" y="240"/>
                  </a:cubicBezTo>
                  <a:cubicBezTo>
                    <a:pt x="2121" y="240"/>
                    <a:pt x="2133" y="239"/>
                    <a:pt x="2130" y="227"/>
                  </a:cubicBezTo>
                  <a:cubicBezTo>
                    <a:pt x="2129" y="228"/>
                    <a:pt x="2127" y="228"/>
                    <a:pt x="2125" y="228"/>
                  </a:cubicBezTo>
                  <a:cubicBezTo>
                    <a:pt x="2121" y="228"/>
                    <a:pt x="2116" y="227"/>
                    <a:pt x="2112" y="226"/>
                  </a:cubicBezTo>
                  <a:cubicBezTo>
                    <a:pt x="2108" y="225"/>
                    <a:pt x="2104" y="224"/>
                    <a:pt x="2101" y="224"/>
                  </a:cubicBezTo>
                  <a:moveTo>
                    <a:pt x="1660" y="182"/>
                  </a:moveTo>
                  <a:cubicBezTo>
                    <a:pt x="1655" y="182"/>
                    <a:pt x="1650" y="185"/>
                    <a:pt x="1657" y="190"/>
                  </a:cubicBezTo>
                  <a:cubicBezTo>
                    <a:pt x="1665" y="190"/>
                    <a:pt x="1665" y="190"/>
                    <a:pt x="1665" y="190"/>
                  </a:cubicBezTo>
                  <a:cubicBezTo>
                    <a:pt x="1669" y="184"/>
                    <a:pt x="1664" y="182"/>
                    <a:pt x="1660" y="182"/>
                  </a:cubicBezTo>
                  <a:moveTo>
                    <a:pt x="1707" y="181"/>
                  </a:moveTo>
                  <a:cubicBezTo>
                    <a:pt x="1701" y="181"/>
                    <a:pt x="1699" y="192"/>
                    <a:pt x="1698" y="198"/>
                  </a:cubicBezTo>
                  <a:cubicBezTo>
                    <a:pt x="1702" y="199"/>
                    <a:pt x="1705" y="199"/>
                    <a:pt x="1709" y="199"/>
                  </a:cubicBezTo>
                  <a:cubicBezTo>
                    <a:pt x="1714" y="199"/>
                    <a:pt x="1718" y="199"/>
                    <a:pt x="1723" y="198"/>
                  </a:cubicBezTo>
                  <a:cubicBezTo>
                    <a:pt x="1727" y="198"/>
                    <a:pt x="1731" y="198"/>
                    <a:pt x="1736" y="198"/>
                  </a:cubicBezTo>
                  <a:cubicBezTo>
                    <a:pt x="1736" y="198"/>
                    <a:pt x="1737" y="198"/>
                    <a:pt x="1738" y="198"/>
                  </a:cubicBezTo>
                  <a:cubicBezTo>
                    <a:pt x="1737" y="191"/>
                    <a:pt x="1733" y="189"/>
                    <a:pt x="1727" y="189"/>
                  </a:cubicBezTo>
                  <a:cubicBezTo>
                    <a:pt x="1724" y="189"/>
                    <a:pt x="1721" y="189"/>
                    <a:pt x="1718" y="190"/>
                  </a:cubicBezTo>
                  <a:cubicBezTo>
                    <a:pt x="1715" y="190"/>
                    <a:pt x="1712" y="190"/>
                    <a:pt x="1710" y="190"/>
                  </a:cubicBezTo>
                  <a:cubicBezTo>
                    <a:pt x="1709" y="190"/>
                    <a:pt x="1708" y="190"/>
                    <a:pt x="1707" y="190"/>
                  </a:cubicBezTo>
                  <a:cubicBezTo>
                    <a:pt x="1707" y="187"/>
                    <a:pt x="1711" y="187"/>
                    <a:pt x="1711" y="183"/>
                  </a:cubicBezTo>
                  <a:cubicBezTo>
                    <a:pt x="1709" y="181"/>
                    <a:pt x="1708" y="181"/>
                    <a:pt x="1707" y="181"/>
                  </a:cubicBezTo>
                  <a:moveTo>
                    <a:pt x="1427" y="175"/>
                  </a:moveTo>
                  <a:cubicBezTo>
                    <a:pt x="1424" y="175"/>
                    <a:pt x="1420" y="177"/>
                    <a:pt x="1419" y="180"/>
                  </a:cubicBezTo>
                  <a:cubicBezTo>
                    <a:pt x="1420" y="182"/>
                    <a:pt x="1422" y="183"/>
                    <a:pt x="1425" y="183"/>
                  </a:cubicBezTo>
                  <a:cubicBezTo>
                    <a:pt x="1428" y="183"/>
                    <a:pt x="1431" y="182"/>
                    <a:pt x="1432" y="180"/>
                  </a:cubicBezTo>
                  <a:cubicBezTo>
                    <a:pt x="1432" y="176"/>
                    <a:pt x="1430" y="175"/>
                    <a:pt x="1427" y="175"/>
                  </a:cubicBezTo>
                  <a:moveTo>
                    <a:pt x="1776" y="158"/>
                  </a:moveTo>
                  <a:cubicBezTo>
                    <a:pt x="1772" y="158"/>
                    <a:pt x="1767" y="159"/>
                    <a:pt x="1763" y="161"/>
                  </a:cubicBezTo>
                  <a:cubicBezTo>
                    <a:pt x="1764" y="170"/>
                    <a:pt x="1781" y="179"/>
                    <a:pt x="1795" y="179"/>
                  </a:cubicBezTo>
                  <a:cubicBezTo>
                    <a:pt x="1804" y="179"/>
                    <a:pt x="1812" y="175"/>
                    <a:pt x="1813" y="165"/>
                  </a:cubicBezTo>
                  <a:cubicBezTo>
                    <a:pt x="1799" y="165"/>
                    <a:pt x="1789" y="158"/>
                    <a:pt x="1776" y="158"/>
                  </a:cubicBezTo>
                  <a:moveTo>
                    <a:pt x="1657" y="154"/>
                  </a:moveTo>
                  <a:cubicBezTo>
                    <a:pt x="1651" y="154"/>
                    <a:pt x="1648" y="162"/>
                    <a:pt x="1652" y="168"/>
                  </a:cubicBezTo>
                  <a:cubicBezTo>
                    <a:pt x="1652" y="168"/>
                    <a:pt x="1653" y="168"/>
                    <a:pt x="1654" y="168"/>
                  </a:cubicBezTo>
                  <a:cubicBezTo>
                    <a:pt x="1662" y="168"/>
                    <a:pt x="1663" y="163"/>
                    <a:pt x="1663" y="156"/>
                  </a:cubicBezTo>
                  <a:cubicBezTo>
                    <a:pt x="1661" y="154"/>
                    <a:pt x="1659" y="154"/>
                    <a:pt x="1657" y="154"/>
                  </a:cubicBezTo>
                  <a:moveTo>
                    <a:pt x="1728" y="165"/>
                  </a:moveTo>
                  <a:cubicBezTo>
                    <a:pt x="1726" y="164"/>
                    <a:pt x="1724" y="164"/>
                    <a:pt x="1725" y="161"/>
                  </a:cubicBezTo>
                  <a:cubicBezTo>
                    <a:pt x="1725" y="160"/>
                    <a:pt x="1726" y="160"/>
                    <a:pt x="1726" y="160"/>
                  </a:cubicBezTo>
                  <a:cubicBezTo>
                    <a:pt x="1730" y="160"/>
                    <a:pt x="1730" y="164"/>
                    <a:pt x="1728" y="165"/>
                  </a:cubicBezTo>
                  <a:moveTo>
                    <a:pt x="1712" y="151"/>
                  </a:moveTo>
                  <a:cubicBezTo>
                    <a:pt x="1710" y="154"/>
                    <a:pt x="1711" y="158"/>
                    <a:pt x="1707" y="159"/>
                  </a:cubicBezTo>
                  <a:cubicBezTo>
                    <a:pt x="1702" y="154"/>
                    <a:pt x="1695" y="152"/>
                    <a:pt x="1688" y="152"/>
                  </a:cubicBezTo>
                  <a:cubicBezTo>
                    <a:pt x="1678" y="152"/>
                    <a:pt x="1669" y="158"/>
                    <a:pt x="1670" y="171"/>
                  </a:cubicBezTo>
                  <a:cubicBezTo>
                    <a:pt x="1672" y="175"/>
                    <a:pt x="1677" y="176"/>
                    <a:pt x="1683" y="176"/>
                  </a:cubicBezTo>
                  <a:cubicBezTo>
                    <a:pt x="1688" y="176"/>
                    <a:pt x="1694" y="175"/>
                    <a:pt x="1697" y="173"/>
                  </a:cubicBezTo>
                  <a:cubicBezTo>
                    <a:pt x="1702" y="173"/>
                    <a:pt x="1706" y="174"/>
                    <a:pt x="1710" y="174"/>
                  </a:cubicBezTo>
                  <a:cubicBezTo>
                    <a:pt x="1713" y="174"/>
                    <a:pt x="1716" y="174"/>
                    <a:pt x="1718" y="172"/>
                  </a:cubicBezTo>
                  <a:cubicBezTo>
                    <a:pt x="1721" y="174"/>
                    <a:pt x="1724" y="175"/>
                    <a:pt x="1728" y="175"/>
                  </a:cubicBezTo>
                  <a:cubicBezTo>
                    <a:pt x="1735" y="167"/>
                    <a:pt x="1754" y="174"/>
                    <a:pt x="1751" y="158"/>
                  </a:cubicBezTo>
                  <a:cubicBezTo>
                    <a:pt x="1746" y="149"/>
                    <a:pt x="1725" y="153"/>
                    <a:pt x="1712" y="151"/>
                  </a:cubicBezTo>
                  <a:moveTo>
                    <a:pt x="1258" y="133"/>
                  </a:moveTo>
                  <a:cubicBezTo>
                    <a:pt x="1254" y="133"/>
                    <a:pt x="1249" y="137"/>
                    <a:pt x="1253" y="141"/>
                  </a:cubicBezTo>
                  <a:cubicBezTo>
                    <a:pt x="1254" y="141"/>
                    <a:pt x="1254" y="141"/>
                    <a:pt x="1255" y="141"/>
                  </a:cubicBezTo>
                  <a:cubicBezTo>
                    <a:pt x="1260" y="141"/>
                    <a:pt x="1263" y="139"/>
                    <a:pt x="1263" y="135"/>
                  </a:cubicBezTo>
                  <a:cubicBezTo>
                    <a:pt x="1262" y="133"/>
                    <a:pt x="1260" y="133"/>
                    <a:pt x="1258" y="133"/>
                  </a:cubicBezTo>
                  <a:moveTo>
                    <a:pt x="1571" y="217"/>
                  </a:moveTo>
                  <a:cubicBezTo>
                    <a:pt x="1568" y="217"/>
                    <a:pt x="1565" y="216"/>
                    <a:pt x="1563" y="215"/>
                  </a:cubicBezTo>
                  <a:cubicBezTo>
                    <a:pt x="1562" y="210"/>
                    <a:pt x="1568" y="209"/>
                    <a:pt x="1574" y="209"/>
                  </a:cubicBezTo>
                  <a:cubicBezTo>
                    <a:pt x="1578" y="209"/>
                    <a:pt x="1584" y="210"/>
                    <a:pt x="1585" y="212"/>
                  </a:cubicBezTo>
                  <a:cubicBezTo>
                    <a:pt x="1584" y="215"/>
                    <a:pt x="1577" y="217"/>
                    <a:pt x="1571" y="217"/>
                  </a:cubicBezTo>
                  <a:moveTo>
                    <a:pt x="1334" y="125"/>
                  </a:moveTo>
                  <a:cubicBezTo>
                    <a:pt x="1333" y="125"/>
                    <a:pt x="1332" y="125"/>
                    <a:pt x="1332" y="125"/>
                  </a:cubicBezTo>
                  <a:cubicBezTo>
                    <a:pt x="1325" y="129"/>
                    <a:pt x="1316" y="134"/>
                    <a:pt x="1311" y="137"/>
                  </a:cubicBezTo>
                  <a:cubicBezTo>
                    <a:pt x="1313" y="146"/>
                    <a:pt x="1328" y="143"/>
                    <a:pt x="1332" y="150"/>
                  </a:cubicBezTo>
                  <a:cubicBezTo>
                    <a:pt x="1330" y="152"/>
                    <a:pt x="1328" y="152"/>
                    <a:pt x="1326" y="152"/>
                  </a:cubicBezTo>
                  <a:cubicBezTo>
                    <a:pt x="1323" y="152"/>
                    <a:pt x="1319" y="151"/>
                    <a:pt x="1315" y="149"/>
                  </a:cubicBezTo>
                  <a:cubicBezTo>
                    <a:pt x="1311" y="147"/>
                    <a:pt x="1306" y="146"/>
                    <a:pt x="1301" y="146"/>
                  </a:cubicBezTo>
                  <a:cubicBezTo>
                    <a:pt x="1299" y="146"/>
                    <a:pt x="1297" y="146"/>
                    <a:pt x="1295" y="147"/>
                  </a:cubicBezTo>
                  <a:cubicBezTo>
                    <a:pt x="1295" y="152"/>
                    <a:pt x="1307" y="154"/>
                    <a:pt x="1300" y="160"/>
                  </a:cubicBezTo>
                  <a:cubicBezTo>
                    <a:pt x="1292" y="157"/>
                    <a:pt x="1286" y="150"/>
                    <a:pt x="1280" y="150"/>
                  </a:cubicBezTo>
                  <a:cubicBezTo>
                    <a:pt x="1277" y="150"/>
                    <a:pt x="1273" y="152"/>
                    <a:pt x="1270" y="155"/>
                  </a:cubicBezTo>
                  <a:cubicBezTo>
                    <a:pt x="1267" y="151"/>
                    <a:pt x="1258" y="149"/>
                    <a:pt x="1248" y="149"/>
                  </a:cubicBezTo>
                  <a:cubicBezTo>
                    <a:pt x="1245" y="149"/>
                    <a:pt x="1241" y="149"/>
                    <a:pt x="1237" y="150"/>
                  </a:cubicBezTo>
                  <a:cubicBezTo>
                    <a:pt x="1237" y="498"/>
                    <a:pt x="1237" y="498"/>
                    <a:pt x="1237" y="498"/>
                  </a:cubicBezTo>
                  <a:cubicBezTo>
                    <a:pt x="1705" y="498"/>
                    <a:pt x="1705" y="498"/>
                    <a:pt x="1705" y="498"/>
                  </a:cubicBezTo>
                  <a:cubicBezTo>
                    <a:pt x="1705" y="490"/>
                    <a:pt x="1705" y="483"/>
                    <a:pt x="1715" y="479"/>
                  </a:cubicBezTo>
                  <a:cubicBezTo>
                    <a:pt x="1718" y="484"/>
                    <a:pt x="1719" y="491"/>
                    <a:pt x="1719" y="498"/>
                  </a:cubicBezTo>
                  <a:cubicBezTo>
                    <a:pt x="1737" y="498"/>
                    <a:pt x="1737" y="498"/>
                    <a:pt x="1737" y="498"/>
                  </a:cubicBezTo>
                  <a:cubicBezTo>
                    <a:pt x="1737" y="496"/>
                    <a:pt x="1738" y="493"/>
                    <a:pt x="1737" y="491"/>
                  </a:cubicBezTo>
                  <a:cubicBezTo>
                    <a:pt x="1736" y="487"/>
                    <a:pt x="1732" y="484"/>
                    <a:pt x="1732" y="480"/>
                  </a:cubicBezTo>
                  <a:cubicBezTo>
                    <a:pt x="1731" y="477"/>
                    <a:pt x="1734" y="474"/>
                    <a:pt x="1734" y="471"/>
                  </a:cubicBezTo>
                  <a:cubicBezTo>
                    <a:pt x="1734" y="467"/>
                    <a:pt x="1730" y="458"/>
                    <a:pt x="1726" y="455"/>
                  </a:cubicBezTo>
                  <a:cubicBezTo>
                    <a:pt x="1726" y="455"/>
                    <a:pt x="1726" y="455"/>
                    <a:pt x="1726" y="455"/>
                  </a:cubicBezTo>
                  <a:cubicBezTo>
                    <a:pt x="1717" y="455"/>
                    <a:pt x="1721" y="466"/>
                    <a:pt x="1716" y="469"/>
                  </a:cubicBezTo>
                  <a:cubicBezTo>
                    <a:pt x="1708" y="464"/>
                    <a:pt x="1706" y="455"/>
                    <a:pt x="1694" y="455"/>
                  </a:cubicBezTo>
                  <a:cubicBezTo>
                    <a:pt x="1694" y="455"/>
                    <a:pt x="1694" y="455"/>
                    <a:pt x="1694" y="455"/>
                  </a:cubicBezTo>
                  <a:cubicBezTo>
                    <a:pt x="1687" y="455"/>
                    <a:pt x="1682" y="461"/>
                    <a:pt x="1674" y="462"/>
                  </a:cubicBezTo>
                  <a:cubicBezTo>
                    <a:pt x="1668" y="457"/>
                    <a:pt x="1655" y="455"/>
                    <a:pt x="1655" y="448"/>
                  </a:cubicBezTo>
                  <a:cubicBezTo>
                    <a:pt x="1655" y="443"/>
                    <a:pt x="1664" y="444"/>
                    <a:pt x="1671" y="439"/>
                  </a:cubicBezTo>
                  <a:cubicBezTo>
                    <a:pt x="1676" y="435"/>
                    <a:pt x="1679" y="426"/>
                    <a:pt x="1687" y="426"/>
                  </a:cubicBezTo>
                  <a:cubicBezTo>
                    <a:pt x="1688" y="426"/>
                    <a:pt x="1689" y="426"/>
                    <a:pt x="1691" y="427"/>
                  </a:cubicBezTo>
                  <a:cubicBezTo>
                    <a:pt x="1702" y="412"/>
                    <a:pt x="1721" y="394"/>
                    <a:pt x="1746" y="394"/>
                  </a:cubicBezTo>
                  <a:cubicBezTo>
                    <a:pt x="1753" y="394"/>
                    <a:pt x="1760" y="395"/>
                    <a:pt x="1768" y="398"/>
                  </a:cubicBezTo>
                  <a:cubicBezTo>
                    <a:pt x="1772" y="396"/>
                    <a:pt x="1777" y="395"/>
                    <a:pt x="1782" y="395"/>
                  </a:cubicBezTo>
                  <a:cubicBezTo>
                    <a:pt x="1783" y="395"/>
                    <a:pt x="1783" y="395"/>
                    <a:pt x="1783" y="395"/>
                  </a:cubicBezTo>
                  <a:cubicBezTo>
                    <a:pt x="1784" y="395"/>
                    <a:pt x="1784" y="395"/>
                    <a:pt x="1784" y="395"/>
                  </a:cubicBezTo>
                  <a:cubicBezTo>
                    <a:pt x="1786" y="395"/>
                    <a:pt x="1788" y="395"/>
                    <a:pt x="1790" y="395"/>
                  </a:cubicBezTo>
                  <a:cubicBezTo>
                    <a:pt x="1791" y="390"/>
                    <a:pt x="1799" y="387"/>
                    <a:pt x="1806" y="387"/>
                  </a:cubicBezTo>
                  <a:cubicBezTo>
                    <a:pt x="1812" y="387"/>
                    <a:pt x="1817" y="389"/>
                    <a:pt x="1820" y="392"/>
                  </a:cubicBezTo>
                  <a:cubicBezTo>
                    <a:pt x="1821" y="397"/>
                    <a:pt x="1812" y="394"/>
                    <a:pt x="1813" y="400"/>
                  </a:cubicBezTo>
                  <a:cubicBezTo>
                    <a:pt x="1815" y="401"/>
                    <a:pt x="1817" y="402"/>
                    <a:pt x="1819" y="402"/>
                  </a:cubicBezTo>
                  <a:cubicBezTo>
                    <a:pt x="1825" y="402"/>
                    <a:pt x="1830" y="397"/>
                    <a:pt x="1836" y="397"/>
                  </a:cubicBezTo>
                  <a:cubicBezTo>
                    <a:pt x="1836" y="397"/>
                    <a:pt x="1836" y="397"/>
                    <a:pt x="1836" y="397"/>
                  </a:cubicBezTo>
                  <a:cubicBezTo>
                    <a:pt x="1839" y="397"/>
                    <a:pt x="1841" y="398"/>
                    <a:pt x="1844" y="398"/>
                  </a:cubicBezTo>
                  <a:cubicBezTo>
                    <a:pt x="1846" y="399"/>
                    <a:pt x="1849" y="400"/>
                    <a:pt x="1851" y="400"/>
                  </a:cubicBezTo>
                  <a:cubicBezTo>
                    <a:pt x="1853" y="400"/>
                    <a:pt x="1855" y="399"/>
                    <a:pt x="1857" y="397"/>
                  </a:cubicBezTo>
                  <a:cubicBezTo>
                    <a:pt x="1860" y="392"/>
                    <a:pt x="1846" y="393"/>
                    <a:pt x="1843" y="389"/>
                  </a:cubicBezTo>
                  <a:cubicBezTo>
                    <a:pt x="1857" y="384"/>
                    <a:pt x="1864" y="374"/>
                    <a:pt x="1871" y="364"/>
                  </a:cubicBezTo>
                  <a:cubicBezTo>
                    <a:pt x="1875" y="363"/>
                    <a:pt x="1879" y="362"/>
                    <a:pt x="1883" y="362"/>
                  </a:cubicBezTo>
                  <a:cubicBezTo>
                    <a:pt x="1891" y="362"/>
                    <a:pt x="1899" y="364"/>
                    <a:pt x="1904" y="367"/>
                  </a:cubicBezTo>
                  <a:cubicBezTo>
                    <a:pt x="1904" y="372"/>
                    <a:pt x="1898" y="372"/>
                    <a:pt x="1899" y="378"/>
                  </a:cubicBezTo>
                  <a:cubicBezTo>
                    <a:pt x="1902" y="380"/>
                    <a:pt x="1904" y="381"/>
                    <a:pt x="1906" y="381"/>
                  </a:cubicBezTo>
                  <a:cubicBezTo>
                    <a:pt x="1910" y="381"/>
                    <a:pt x="1913" y="379"/>
                    <a:pt x="1917" y="376"/>
                  </a:cubicBezTo>
                  <a:cubicBezTo>
                    <a:pt x="1921" y="374"/>
                    <a:pt x="1925" y="371"/>
                    <a:pt x="1930" y="371"/>
                  </a:cubicBezTo>
                  <a:cubicBezTo>
                    <a:pt x="1930" y="371"/>
                    <a:pt x="1930" y="371"/>
                    <a:pt x="1931" y="371"/>
                  </a:cubicBezTo>
                  <a:cubicBezTo>
                    <a:pt x="1932" y="368"/>
                    <a:pt x="1932" y="365"/>
                    <a:pt x="1931" y="362"/>
                  </a:cubicBezTo>
                  <a:cubicBezTo>
                    <a:pt x="1933" y="359"/>
                    <a:pt x="1939" y="354"/>
                    <a:pt x="1944" y="354"/>
                  </a:cubicBezTo>
                  <a:cubicBezTo>
                    <a:pt x="1946" y="354"/>
                    <a:pt x="1948" y="354"/>
                    <a:pt x="1950" y="356"/>
                  </a:cubicBezTo>
                  <a:cubicBezTo>
                    <a:pt x="1949" y="363"/>
                    <a:pt x="1943" y="365"/>
                    <a:pt x="1943" y="372"/>
                  </a:cubicBezTo>
                  <a:cubicBezTo>
                    <a:pt x="1931" y="380"/>
                    <a:pt x="1917" y="383"/>
                    <a:pt x="1907" y="391"/>
                  </a:cubicBezTo>
                  <a:cubicBezTo>
                    <a:pt x="1903" y="393"/>
                    <a:pt x="1901" y="398"/>
                    <a:pt x="1897" y="401"/>
                  </a:cubicBezTo>
                  <a:cubicBezTo>
                    <a:pt x="1889" y="406"/>
                    <a:pt x="1879" y="409"/>
                    <a:pt x="1869" y="412"/>
                  </a:cubicBezTo>
                  <a:cubicBezTo>
                    <a:pt x="1868" y="424"/>
                    <a:pt x="1855" y="426"/>
                    <a:pt x="1855" y="442"/>
                  </a:cubicBezTo>
                  <a:cubicBezTo>
                    <a:pt x="1854" y="464"/>
                    <a:pt x="1864" y="476"/>
                    <a:pt x="1863" y="493"/>
                  </a:cubicBezTo>
                  <a:cubicBezTo>
                    <a:pt x="1874" y="492"/>
                    <a:pt x="1877" y="485"/>
                    <a:pt x="1887" y="482"/>
                  </a:cubicBezTo>
                  <a:cubicBezTo>
                    <a:pt x="1883" y="469"/>
                    <a:pt x="1895" y="470"/>
                    <a:pt x="1901" y="467"/>
                  </a:cubicBezTo>
                  <a:cubicBezTo>
                    <a:pt x="1904" y="464"/>
                    <a:pt x="1899" y="457"/>
                    <a:pt x="1902" y="454"/>
                  </a:cubicBezTo>
                  <a:cubicBezTo>
                    <a:pt x="1903" y="453"/>
                    <a:pt x="1905" y="453"/>
                    <a:pt x="1906" y="453"/>
                  </a:cubicBezTo>
                  <a:cubicBezTo>
                    <a:pt x="1907" y="453"/>
                    <a:pt x="1909" y="453"/>
                    <a:pt x="1911" y="453"/>
                  </a:cubicBezTo>
                  <a:cubicBezTo>
                    <a:pt x="1912" y="453"/>
                    <a:pt x="1914" y="454"/>
                    <a:pt x="1916" y="454"/>
                  </a:cubicBezTo>
                  <a:cubicBezTo>
                    <a:pt x="1917" y="454"/>
                    <a:pt x="1919" y="453"/>
                    <a:pt x="1920" y="453"/>
                  </a:cubicBezTo>
                  <a:cubicBezTo>
                    <a:pt x="1921" y="445"/>
                    <a:pt x="1915" y="444"/>
                    <a:pt x="1915" y="438"/>
                  </a:cubicBezTo>
                  <a:cubicBezTo>
                    <a:pt x="1917" y="436"/>
                    <a:pt x="1919" y="434"/>
                    <a:pt x="1922" y="433"/>
                  </a:cubicBezTo>
                  <a:cubicBezTo>
                    <a:pt x="1925" y="434"/>
                    <a:pt x="1927" y="436"/>
                    <a:pt x="1930" y="436"/>
                  </a:cubicBezTo>
                  <a:cubicBezTo>
                    <a:pt x="1931" y="436"/>
                    <a:pt x="1932" y="436"/>
                    <a:pt x="1933" y="435"/>
                  </a:cubicBezTo>
                  <a:cubicBezTo>
                    <a:pt x="1936" y="429"/>
                    <a:pt x="1928" y="425"/>
                    <a:pt x="1932" y="417"/>
                  </a:cubicBezTo>
                  <a:cubicBezTo>
                    <a:pt x="1929" y="414"/>
                    <a:pt x="1921" y="414"/>
                    <a:pt x="1920" y="409"/>
                  </a:cubicBezTo>
                  <a:cubicBezTo>
                    <a:pt x="1926" y="401"/>
                    <a:pt x="1931" y="393"/>
                    <a:pt x="1942" y="389"/>
                  </a:cubicBezTo>
                  <a:cubicBezTo>
                    <a:pt x="1944" y="389"/>
                    <a:pt x="1945" y="390"/>
                    <a:pt x="1947" y="390"/>
                  </a:cubicBezTo>
                  <a:cubicBezTo>
                    <a:pt x="1953" y="390"/>
                    <a:pt x="1955" y="384"/>
                    <a:pt x="1961" y="382"/>
                  </a:cubicBezTo>
                  <a:cubicBezTo>
                    <a:pt x="1964" y="383"/>
                    <a:pt x="1963" y="388"/>
                    <a:pt x="1967" y="388"/>
                  </a:cubicBezTo>
                  <a:cubicBezTo>
                    <a:pt x="1967" y="388"/>
                    <a:pt x="1967" y="388"/>
                    <a:pt x="1967" y="388"/>
                  </a:cubicBezTo>
                  <a:cubicBezTo>
                    <a:pt x="1975" y="385"/>
                    <a:pt x="1979" y="379"/>
                    <a:pt x="1989" y="378"/>
                  </a:cubicBezTo>
                  <a:cubicBezTo>
                    <a:pt x="1992" y="384"/>
                    <a:pt x="1994" y="391"/>
                    <a:pt x="2003" y="392"/>
                  </a:cubicBezTo>
                  <a:cubicBezTo>
                    <a:pt x="2011" y="381"/>
                    <a:pt x="2026" y="374"/>
                    <a:pt x="2036" y="365"/>
                  </a:cubicBezTo>
                  <a:cubicBezTo>
                    <a:pt x="2038" y="365"/>
                    <a:pt x="2039" y="365"/>
                    <a:pt x="2040" y="365"/>
                  </a:cubicBezTo>
                  <a:cubicBezTo>
                    <a:pt x="2054" y="365"/>
                    <a:pt x="2061" y="354"/>
                    <a:pt x="2075" y="353"/>
                  </a:cubicBezTo>
                  <a:cubicBezTo>
                    <a:pt x="2079" y="356"/>
                    <a:pt x="2085" y="358"/>
                    <a:pt x="2090" y="358"/>
                  </a:cubicBezTo>
                  <a:cubicBezTo>
                    <a:pt x="2095" y="358"/>
                    <a:pt x="2100" y="355"/>
                    <a:pt x="2100" y="348"/>
                  </a:cubicBezTo>
                  <a:cubicBezTo>
                    <a:pt x="2088" y="344"/>
                    <a:pt x="2089" y="332"/>
                    <a:pt x="2076" y="329"/>
                  </a:cubicBezTo>
                  <a:cubicBezTo>
                    <a:pt x="2076" y="329"/>
                    <a:pt x="2075" y="329"/>
                    <a:pt x="2075" y="329"/>
                  </a:cubicBezTo>
                  <a:cubicBezTo>
                    <a:pt x="2073" y="329"/>
                    <a:pt x="2072" y="330"/>
                    <a:pt x="2071" y="330"/>
                  </a:cubicBezTo>
                  <a:cubicBezTo>
                    <a:pt x="2070" y="330"/>
                    <a:pt x="2069" y="330"/>
                    <a:pt x="2067" y="330"/>
                  </a:cubicBezTo>
                  <a:cubicBezTo>
                    <a:pt x="2066" y="330"/>
                    <a:pt x="2064" y="330"/>
                    <a:pt x="2063" y="328"/>
                  </a:cubicBezTo>
                  <a:cubicBezTo>
                    <a:pt x="2062" y="327"/>
                    <a:pt x="2061" y="326"/>
                    <a:pt x="2062" y="324"/>
                  </a:cubicBezTo>
                  <a:cubicBezTo>
                    <a:pt x="2065" y="320"/>
                    <a:pt x="2068" y="319"/>
                    <a:pt x="2071" y="319"/>
                  </a:cubicBezTo>
                  <a:cubicBezTo>
                    <a:pt x="2075" y="319"/>
                    <a:pt x="2080" y="322"/>
                    <a:pt x="2084" y="324"/>
                  </a:cubicBezTo>
                  <a:cubicBezTo>
                    <a:pt x="2088" y="326"/>
                    <a:pt x="2093" y="329"/>
                    <a:pt x="2097" y="329"/>
                  </a:cubicBezTo>
                  <a:cubicBezTo>
                    <a:pt x="2097" y="329"/>
                    <a:pt x="2098" y="329"/>
                    <a:pt x="2098" y="328"/>
                  </a:cubicBezTo>
                  <a:cubicBezTo>
                    <a:pt x="2104" y="328"/>
                    <a:pt x="2106" y="322"/>
                    <a:pt x="2109" y="317"/>
                  </a:cubicBezTo>
                  <a:cubicBezTo>
                    <a:pt x="2107" y="314"/>
                    <a:pt x="2104" y="312"/>
                    <a:pt x="2104" y="308"/>
                  </a:cubicBezTo>
                  <a:cubicBezTo>
                    <a:pt x="2105" y="306"/>
                    <a:pt x="2108" y="304"/>
                    <a:pt x="2112" y="303"/>
                  </a:cubicBezTo>
                  <a:cubicBezTo>
                    <a:pt x="2116" y="305"/>
                    <a:pt x="2115" y="311"/>
                    <a:pt x="2117" y="315"/>
                  </a:cubicBezTo>
                  <a:cubicBezTo>
                    <a:pt x="2120" y="317"/>
                    <a:pt x="2125" y="317"/>
                    <a:pt x="2131" y="317"/>
                  </a:cubicBezTo>
                  <a:cubicBezTo>
                    <a:pt x="2132" y="317"/>
                    <a:pt x="2133" y="317"/>
                    <a:pt x="2134" y="317"/>
                  </a:cubicBezTo>
                  <a:cubicBezTo>
                    <a:pt x="2135" y="317"/>
                    <a:pt x="2136" y="317"/>
                    <a:pt x="2137" y="317"/>
                  </a:cubicBezTo>
                  <a:cubicBezTo>
                    <a:pt x="2138" y="317"/>
                    <a:pt x="2138" y="317"/>
                    <a:pt x="2138" y="317"/>
                  </a:cubicBezTo>
                  <a:cubicBezTo>
                    <a:pt x="2142" y="326"/>
                    <a:pt x="2154" y="335"/>
                    <a:pt x="2167" y="335"/>
                  </a:cubicBezTo>
                  <a:cubicBezTo>
                    <a:pt x="2170" y="335"/>
                    <a:pt x="2173" y="335"/>
                    <a:pt x="2177" y="333"/>
                  </a:cubicBezTo>
                  <a:cubicBezTo>
                    <a:pt x="2167" y="311"/>
                    <a:pt x="2204" y="317"/>
                    <a:pt x="2203" y="303"/>
                  </a:cubicBezTo>
                  <a:cubicBezTo>
                    <a:pt x="2202" y="302"/>
                    <a:pt x="2201" y="302"/>
                    <a:pt x="2199" y="302"/>
                  </a:cubicBezTo>
                  <a:cubicBezTo>
                    <a:pt x="2199" y="302"/>
                    <a:pt x="2198" y="302"/>
                    <a:pt x="2197" y="302"/>
                  </a:cubicBezTo>
                  <a:cubicBezTo>
                    <a:pt x="2196" y="302"/>
                    <a:pt x="2195" y="302"/>
                    <a:pt x="2195" y="302"/>
                  </a:cubicBezTo>
                  <a:cubicBezTo>
                    <a:pt x="2194" y="302"/>
                    <a:pt x="2193" y="302"/>
                    <a:pt x="2192" y="302"/>
                  </a:cubicBezTo>
                  <a:cubicBezTo>
                    <a:pt x="2192" y="294"/>
                    <a:pt x="2181" y="293"/>
                    <a:pt x="2171" y="293"/>
                  </a:cubicBezTo>
                  <a:cubicBezTo>
                    <a:pt x="2167" y="293"/>
                    <a:pt x="2163" y="293"/>
                    <a:pt x="2160" y="293"/>
                  </a:cubicBezTo>
                  <a:cubicBezTo>
                    <a:pt x="2159" y="298"/>
                    <a:pt x="2166" y="299"/>
                    <a:pt x="2162" y="303"/>
                  </a:cubicBezTo>
                  <a:cubicBezTo>
                    <a:pt x="2161" y="304"/>
                    <a:pt x="2159" y="304"/>
                    <a:pt x="2158" y="304"/>
                  </a:cubicBezTo>
                  <a:cubicBezTo>
                    <a:pt x="2151" y="304"/>
                    <a:pt x="2151" y="294"/>
                    <a:pt x="2152" y="290"/>
                  </a:cubicBezTo>
                  <a:cubicBezTo>
                    <a:pt x="2137" y="278"/>
                    <a:pt x="2109" y="275"/>
                    <a:pt x="2095" y="262"/>
                  </a:cubicBezTo>
                  <a:cubicBezTo>
                    <a:pt x="2094" y="262"/>
                    <a:pt x="2094" y="262"/>
                    <a:pt x="2094" y="262"/>
                  </a:cubicBezTo>
                  <a:cubicBezTo>
                    <a:pt x="2092" y="262"/>
                    <a:pt x="2091" y="262"/>
                    <a:pt x="2090" y="262"/>
                  </a:cubicBezTo>
                  <a:cubicBezTo>
                    <a:pt x="2089" y="262"/>
                    <a:pt x="2088" y="263"/>
                    <a:pt x="2087" y="263"/>
                  </a:cubicBezTo>
                  <a:cubicBezTo>
                    <a:pt x="2086" y="263"/>
                    <a:pt x="2086" y="263"/>
                    <a:pt x="2085" y="263"/>
                  </a:cubicBezTo>
                  <a:cubicBezTo>
                    <a:pt x="2076" y="260"/>
                    <a:pt x="2070" y="253"/>
                    <a:pt x="2059" y="251"/>
                  </a:cubicBezTo>
                  <a:cubicBezTo>
                    <a:pt x="2059" y="251"/>
                    <a:pt x="2058" y="251"/>
                    <a:pt x="2057" y="251"/>
                  </a:cubicBezTo>
                  <a:cubicBezTo>
                    <a:pt x="2053" y="251"/>
                    <a:pt x="2049" y="252"/>
                    <a:pt x="2045" y="253"/>
                  </a:cubicBezTo>
                  <a:cubicBezTo>
                    <a:pt x="2041" y="254"/>
                    <a:pt x="2037" y="254"/>
                    <a:pt x="2033" y="254"/>
                  </a:cubicBezTo>
                  <a:cubicBezTo>
                    <a:pt x="2032" y="254"/>
                    <a:pt x="2031" y="254"/>
                    <a:pt x="2031" y="254"/>
                  </a:cubicBezTo>
                  <a:cubicBezTo>
                    <a:pt x="2022" y="253"/>
                    <a:pt x="2019" y="248"/>
                    <a:pt x="2012" y="248"/>
                  </a:cubicBezTo>
                  <a:cubicBezTo>
                    <a:pt x="2011" y="248"/>
                    <a:pt x="2009" y="248"/>
                    <a:pt x="2007" y="249"/>
                  </a:cubicBezTo>
                  <a:cubicBezTo>
                    <a:pt x="2003" y="253"/>
                    <a:pt x="2009" y="259"/>
                    <a:pt x="2008" y="265"/>
                  </a:cubicBezTo>
                  <a:cubicBezTo>
                    <a:pt x="2006" y="268"/>
                    <a:pt x="2003" y="269"/>
                    <a:pt x="2001" y="269"/>
                  </a:cubicBezTo>
                  <a:cubicBezTo>
                    <a:pt x="1993" y="269"/>
                    <a:pt x="1985" y="259"/>
                    <a:pt x="1979" y="255"/>
                  </a:cubicBezTo>
                  <a:cubicBezTo>
                    <a:pt x="1976" y="256"/>
                    <a:pt x="1974" y="257"/>
                    <a:pt x="1972" y="257"/>
                  </a:cubicBezTo>
                  <a:cubicBezTo>
                    <a:pt x="1969" y="257"/>
                    <a:pt x="1966" y="256"/>
                    <a:pt x="1964" y="256"/>
                  </a:cubicBezTo>
                  <a:cubicBezTo>
                    <a:pt x="1961" y="255"/>
                    <a:pt x="1959" y="255"/>
                    <a:pt x="1956" y="255"/>
                  </a:cubicBezTo>
                  <a:cubicBezTo>
                    <a:pt x="1954" y="255"/>
                    <a:pt x="1951" y="255"/>
                    <a:pt x="1949" y="256"/>
                  </a:cubicBezTo>
                  <a:cubicBezTo>
                    <a:pt x="1945" y="253"/>
                    <a:pt x="1938" y="252"/>
                    <a:pt x="1932" y="252"/>
                  </a:cubicBezTo>
                  <a:cubicBezTo>
                    <a:pt x="1927" y="252"/>
                    <a:pt x="1922" y="253"/>
                    <a:pt x="1919" y="255"/>
                  </a:cubicBezTo>
                  <a:cubicBezTo>
                    <a:pt x="1916" y="259"/>
                    <a:pt x="1918" y="265"/>
                    <a:pt x="1913" y="266"/>
                  </a:cubicBezTo>
                  <a:cubicBezTo>
                    <a:pt x="1909" y="262"/>
                    <a:pt x="1906" y="255"/>
                    <a:pt x="1901" y="251"/>
                  </a:cubicBezTo>
                  <a:cubicBezTo>
                    <a:pt x="1901" y="248"/>
                    <a:pt x="1904" y="247"/>
                    <a:pt x="1903" y="243"/>
                  </a:cubicBezTo>
                  <a:cubicBezTo>
                    <a:pt x="1895" y="235"/>
                    <a:pt x="1876" y="235"/>
                    <a:pt x="1862" y="231"/>
                  </a:cubicBezTo>
                  <a:cubicBezTo>
                    <a:pt x="1856" y="235"/>
                    <a:pt x="1847" y="237"/>
                    <a:pt x="1838" y="237"/>
                  </a:cubicBezTo>
                  <a:cubicBezTo>
                    <a:pt x="1826" y="237"/>
                    <a:pt x="1815" y="234"/>
                    <a:pt x="1811" y="227"/>
                  </a:cubicBezTo>
                  <a:cubicBezTo>
                    <a:pt x="1811" y="227"/>
                    <a:pt x="1811" y="227"/>
                    <a:pt x="1811" y="227"/>
                  </a:cubicBezTo>
                  <a:cubicBezTo>
                    <a:pt x="1809" y="227"/>
                    <a:pt x="1808" y="228"/>
                    <a:pt x="1806" y="228"/>
                  </a:cubicBezTo>
                  <a:cubicBezTo>
                    <a:pt x="1805" y="228"/>
                    <a:pt x="1803" y="228"/>
                    <a:pt x="1802" y="228"/>
                  </a:cubicBezTo>
                  <a:cubicBezTo>
                    <a:pt x="1799" y="228"/>
                    <a:pt x="1796" y="227"/>
                    <a:pt x="1795" y="226"/>
                  </a:cubicBezTo>
                  <a:cubicBezTo>
                    <a:pt x="1795" y="222"/>
                    <a:pt x="1801" y="223"/>
                    <a:pt x="1800" y="219"/>
                  </a:cubicBezTo>
                  <a:cubicBezTo>
                    <a:pt x="1793" y="216"/>
                    <a:pt x="1786" y="212"/>
                    <a:pt x="1775" y="212"/>
                  </a:cubicBezTo>
                  <a:cubicBezTo>
                    <a:pt x="1770" y="218"/>
                    <a:pt x="1761" y="226"/>
                    <a:pt x="1751" y="226"/>
                  </a:cubicBezTo>
                  <a:cubicBezTo>
                    <a:pt x="1751" y="226"/>
                    <a:pt x="1751" y="226"/>
                    <a:pt x="1750" y="226"/>
                  </a:cubicBezTo>
                  <a:cubicBezTo>
                    <a:pt x="1749" y="220"/>
                    <a:pt x="1758" y="215"/>
                    <a:pt x="1760" y="210"/>
                  </a:cubicBezTo>
                  <a:cubicBezTo>
                    <a:pt x="1755" y="207"/>
                    <a:pt x="1744" y="206"/>
                    <a:pt x="1734" y="206"/>
                  </a:cubicBezTo>
                  <a:cubicBezTo>
                    <a:pt x="1725" y="206"/>
                    <a:pt x="1715" y="207"/>
                    <a:pt x="1707" y="207"/>
                  </a:cubicBezTo>
                  <a:cubicBezTo>
                    <a:pt x="1707" y="207"/>
                    <a:pt x="1707" y="207"/>
                    <a:pt x="1707" y="207"/>
                  </a:cubicBezTo>
                  <a:cubicBezTo>
                    <a:pt x="1705" y="207"/>
                    <a:pt x="1704" y="207"/>
                    <a:pt x="1702" y="207"/>
                  </a:cubicBezTo>
                  <a:cubicBezTo>
                    <a:pt x="1701" y="207"/>
                    <a:pt x="1699" y="206"/>
                    <a:pt x="1698" y="206"/>
                  </a:cubicBezTo>
                  <a:cubicBezTo>
                    <a:pt x="1695" y="206"/>
                    <a:pt x="1692" y="207"/>
                    <a:pt x="1692" y="211"/>
                  </a:cubicBezTo>
                  <a:cubicBezTo>
                    <a:pt x="1699" y="212"/>
                    <a:pt x="1701" y="224"/>
                    <a:pt x="1695" y="228"/>
                  </a:cubicBezTo>
                  <a:cubicBezTo>
                    <a:pt x="1686" y="227"/>
                    <a:pt x="1684" y="221"/>
                    <a:pt x="1675" y="220"/>
                  </a:cubicBezTo>
                  <a:cubicBezTo>
                    <a:pt x="1672" y="223"/>
                    <a:pt x="1680" y="227"/>
                    <a:pt x="1676" y="230"/>
                  </a:cubicBezTo>
                  <a:cubicBezTo>
                    <a:pt x="1667" y="229"/>
                    <a:pt x="1666" y="223"/>
                    <a:pt x="1659" y="223"/>
                  </a:cubicBezTo>
                  <a:cubicBezTo>
                    <a:pt x="1658" y="223"/>
                    <a:pt x="1658" y="223"/>
                    <a:pt x="1657" y="223"/>
                  </a:cubicBezTo>
                  <a:cubicBezTo>
                    <a:pt x="1652" y="223"/>
                    <a:pt x="1648" y="231"/>
                    <a:pt x="1641" y="231"/>
                  </a:cubicBezTo>
                  <a:cubicBezTo>
                    <a:pt x="1640" y="231"/>
                    <a:pt x="1639" y="231"/>
                    <a:pt x="1639" y="231"/>
                  </a:cubicBezTo>
                  <a:cubicBezTo>
                    <a:pt x="1632" y="231"/>
                    <a:pt x="1632" y="229"/>
                    <a:pt x="1625" y="224"/>
                  </a:cubicBezTo>
                  <a:cubicBezTo>
                    <a:pt x="1619" y="229"/>
                    <a:pt x="1618" y="239"/>
                    <a:pt x="1609" y="239"/>
                  </a:cubicBezTo>
                  <a:cubicBezTo>
                    <a:pt x="1609" y="239"/>
                    <a:pt x="1609" y="239"/>
                    <a:pt x="1609" y="239"/>
                  </a:cubicBezTo>
                  <a:cubicBezTo>
                    <a:pt x="1602" y="239"/>
                    <a:pt x="1597" y="228"/>
                    <a:pt x="1591" y="223"/>
                  </a:cubicBezTo>
                  <a:cubicBezTo>
                    <a:pt x="1588" y="220"/>
                    <a:pt x="1583" y="222"/>
                    <a:pt x="1584" y="217"/>
                  </a:cubicBezTo>
                  <a:cubicBezTo>
                    <a:pt x="1585" y="217"/>
                    <a:pt x="1586" y="218"/>
                    <a:pt x="1587" y="218"/>
                  </a:cubicBezTo>
                  <a:cubicBezTo>
                    <a:pt x="1591" y="218"/>
                    <a:pt x="1592" y="215"/>
                    <a:pt x="1594" y="213"/>
                  </a:cubicBezTo>
                  <a:cubicBezTo>
                    <a:pt x="1592" y="202"/>
                    <a:pt x="1582" y="195"/>
                    <a:pt x="1569" y="195"/>
                  </a:cubicBezTo>
                  <a:cubicBezTo>
                    <a:pt x="1565" y="195"/>
                    <a:pt x="1561" y="195"/>
                    <a:pt x="1558" y="197"/>
                  </a:cubicBezTo>
                  <a:cubicBezTo>
                    <a:pt x="1551" y="195"/>
                    <a:pt x="1546" y="192"/>
                    <a:pt x="1538" y="191"/>
                  </a:cubicBezTo>
                  <a:cubicBezTo>
                    <a:pt x="1529" y="196"/>
                    <a:pt x="1529" y="206"/>
                    <a:pt x="1531" y="213"/>
                  </a:cubicBezTo>
                  <a:cubicBezTo>
                    <a:pt x="1520" y="207"/>
                    <a:pt x="1501" y="207"/>
                    <a:pt x="1488" y="203"/>
                  </a:cubicBezTo>
                  <a:cubicBezTo>
                    <a:pt x="1487" y="200"/>
                    <a:pt x="1491" y="200"/>
                    <a:pt x="1490" y="196"/>
                  </a:cubicBezTo>
                  <a:cubicBezTo>
                    <a:pt x="1480" y="194"/>
                    <a:pt x="1466" y="189"/>
                    <a:pt x="1453" y="189"/>
                  </a:cubicBezTo>
                  <a:cubicBezTo>
                    <a:pt x="1447" y="189"/>
                    <a:pt x="1441" y="191"/>
                    <a:pt x="1436" y="194"/>
                  </a:cubicBezTo>
                  <a:cubicBezTo>
                    <a:pt x="1428" y="190"/>
                    <a:pt x="1417" y="189"/>
                    <a:pt x="1407" y="186"/>
                  </a:cubicBezTo>
                  <a:cubicBezTo>
                    <a:pt x="1403" y="187"/>
                    <a:pt x="1402" y="191"/>
                    <a:pt x="1401" y="195"/>
                  </a:cubicBezTo>
                  <a:cubicBezTo>
                    <a:pt x="1391" y="198"/>
                    <a:pt x="1381" y="205"/>
                    <a:pt x="1369" y="205"/>
                  </a:cubicBezTo>
                  <a:cubicBezTo>
                    <a:pt x="1369" y="205"/>
                    <a:pt x="1368" y="205"/>
                    <a:pt x="1368" y="205"/>
                  </a:cubicBezTo>
                  <a:cubicBezTo>
                    <a:pt x="1363" y="208"/>
                    <a:pt x="1361" y="213"/>
                    <a:pt x="1354" y="213"/>
                  </a:cubicBezTo>
                  <a:cubicBezTo>
                    <a:pt x="1350" y="205"/>
                    <a:pt x="1361" y="196"/>
                    <a:pt x="1373" y="193"/>
                  </a:cubicBezTo>
                  <a:cubicBezTo>
                    <a:pt x="1376" y="192"/>
                    <a:pt x="1381" y="193"/>
                    <a:pt x="1385" y="191"/>
                  </a:cubicBezTo>
                  <a:cubicBezTo>
                    <a:pt x="1392" y="188"/>
                    <a:pt x="1396" y="181"/>
                    <a:pt x="1403" y="178"/>
                  </a:cubicBezTo>
                  <a:cubicBezTo>
                    <a:pt x="1406" y="177"/>
                    <a:pt x="1409" y="178"/>
                    <a:pt x="1413" y="176"/>
                  </a:cubicBezTo>
                  <a:cubicBezTo>
                    <a:pt x="1419" y="174"/>
                    <a:pt x="1426" y="168"/>
                    <a:pt x="1435" y="168"/>
                  </a:cubicBezTo>
                  <a:cubicBezTo>
                    <a:pt x="1432" y="161"/>
                    <a:pt x="1436" y="159"/>
                    <a:pt x="1438" y="153"/>
                  </a:cubicBezTo>
                  <a:cubicBezTo>
                    <a:pt x="1429" y="150"/>
                    <a:pt x="1421" y="139"/>
                    <a:pt x="1410" y="137"/>
                  </a:cubicBezTo>
                  <a:cubicBezTo>
                    <a:pt x="1410" y="137"/>
                    <a:pt x="1409" y="137"/>
                    <a:pt x="1408" y="137"/>
                  </a:cubicBezTo>
                  <a:cubicBezTo>
                    <a:pt x="1405" y="137"/>
                    <a:pt x="1401" y="138"/>
                    <a:pt x="1398" y="139"/>
                  </a:cubicBezTo>
                  <a:cubicBezTo>
                    <a:pt x="1394" y="140"/>
                    <a:pt x="1390" y="141"/>
                    <a:pt x="1386" y="141"/>
                  </a:cubicBezTo>
                  <a:cubicBezTo>
                    <a:pt x="1386" y="141"/>
                    <a:pt x="1385" y="141"/>
                    <a:pt x="1385" y="141"/>
                  </a:cubicBezTo>
                  <a:cubicBezTo>
                    <a:pt x="1380" y="143"/>
                    <a:pt x="1381" y="151"/>
                    <a:pt x="1374" y="151"/>
                  </a:cubicBezTo>
                  <a:cubicBezTo>
                    <a:pt x="1374" y="151"/>
                    <a:pt x="1373" y="150"/>
                    <a:pt x="1373" y="150"/>
                  </a:cubicBezTo>
                  <a:cubicBezTo>
                    <a:pt x="1370" y="148"/>
                    <a:pt x="1374" y="145"/>
                    <a:pt x="1372" y="142"/>
                  </a:cubicBezTo>
                  <a:cubicBezTo>
                    <a:pt x="1365" y="141"/>
                    <a:pt x="1358" y="140"/>
                    <a:pt x="1356" y="136"/>
                  </a:cubicBezTo>
                  <a:cubicBezTo>
                    <a:pt x="1357" y="134"/>
                    <a:pt x="1362" y="132"/>
                    <a:pt x="1359" y="129"/>
                  </a:cubicBezTo>
                  <a:cubicBezTo>
                    <a:pt x="1358" y="129"/>
                    <a:pt x="1358" y="129"/>
                    <a:pt x="1357" y="129"/>
                  </a:cubicBezTo>
                  <a:cubicBezTo>
                    <a:pt x="1353" y="129"/>
                    <a:pt x="1348" y="128"/>
                    <a:pt x="1344" y="127"/>
                  </a:cubicBezTo>
                  <a:cubicBezTo>
                    <a:pt x="1340" y="126"/>
                    <a:pt x="1336" y="125"/>
                    <a:pt x="1334" y="125"/>
                  </a:cubicBezTo>
                  <a:moveTo>
                    <a:pt x="1328" y="92"/>
                  </a:moveTo>
                  <a:cubicBezTo>
                    <a:pt x="1322" y="92"/>
                    <a:pt x="1315" y="97"/>
                    <a:pt x="1311" y="99"/>
                  </a:cubicBezTo>
                  <a:cubicBezTo>
                    <a:pt x="1310" y="110"/>
                    <a:pt x="1297" y="111"/>
                    <a:pt x="1296" y="122"/>
                  </a:cubicBezTo>
                  <a:cubicBezTo>
                    <a:pt x="1297" y="122"/>
                    <a:pt x="1298" y="122"/>
                    <a:pt x="1300" y="122"/>
                  </a:cubicBezTo>
                  <a:cubicBezTo>
                    <a:pt x="1306" y="122"/>
                    <a:pt x="1310" y="117"/>
                    <a:pt x="1316" y="116"/>
                  </a:cubicBezTo>
                  <a:cubicBezTo>
                    <a:pt x="1318" y="116"/>
                    <a:pt x="1319" y="116"/>
                    <a:pt x="1321" y="116"/>
                  </a:cubicBezTo>
                  <a:cubicBezTo>
                    <a:pt x="1324" y="116"/>
                    <a:pt x="1328" y="116"/>
                    <a:pt x="1331" y="117"/>
                  </a:cubicBezTo>
                  <a:cubicBezTo>
                    <a:pt x="1335" y="117"/>
                    <a:pt x="1339" y="117"/>
                    <a:pt x="1342" y="117"/>
                  </a:cubicBezTo>
                  <a:cubicBezTo>
                    <a:pt x="1347" y="117"/>
                    <a:pt x="1352" y="117"/>
                    <a:pt x="1356" y="114"/>
                  </a:cubicBezTo>
                  <a:cubicBezTo>
                    <a:pt x="1355" y="106"/>
                    <a:pt x="1349" y="103"/>
                    <a:pt x="1345" y="98"/>
                  </a:cubicBezTo>
                  <a:cubicBezTo>
                    <a:pt x="1343" y="97"/>
                    <a:pt x="1340" y="97"/>
                    <a:pt x="1337" y="97"/>
                  </a:cubicBezTo>
                  <a:cubicBezTo>
                    <a:pt x="1337" y="97"/>
                    <a:pt x="1336" y="97"/>
                    <a:pt x="1335" y="97"/>
                  </a:cubicBezTo>
                  <a:cubicBezTo>
                    <a:pt x="1333" y="93"/>
                    <a:pt x="1331" y="92"/>
                    <a:pt x="1328" y="92"/>
                  </a:cubicBezTo>
                  <a:moveTo>
                    <a:pt x="1246" y="80"/>
                  </a:moveTo>
                  <a:cubicBezTo>
                    <a:pt x="1247" y="76"/>
                    <a:pt x="1249" y="75"/>
                    <a:pt x="1253" y="75"/>
                  </a:cubicBezTo>
                  <a:cubicBezTo>
                    <a:pt x="1256" y="75"/>
                    <a:pt x="1259" y="76"/>
                    <a:pt x="1262" y="76"/>
                  </a:cubicBezTo>
                  <a:cubicBezTo>
                    <a:pt x="1261" y="80"/>
                    <a:pt x="1256" y="80"/>
                    <a:pt x="1250" y="80"/>
                  </a:cubicBezTo>
                  <a:cubicBezTo>
                    <a:pt x="1250" y="80"/>
                    <a:pt x="1249" y="80"/>
                    <a:pt x="1249" y="80"/>
                  </a:cubicBezTo>
                  <a:cubicBezTo>
                    <a:pt x="1249" y="80"/>
                    <a:pt x="1248" y="80"/>
                    <a:pt x="1248" y="80"/>
                  </a:cubicBezTo>
                  <a:cubicBezTo>
                    <a:pt x="1247" y="80"/>
                    <a:pt x="1247" y="80"/>
                    <a:pt x="1246" y="80"/>
                  </a:cubicBezTo>
                  <a:moveTo>
                    <a:pt x="1259" y="53"/>
                  </a:moveTo>
                  <a:cubicBezTo>
                    <a:pt x="1254" y="58"/>
                    <a:pt x="1246" y="60"/>
                    <a:pt x="1237" y="62"/>
                  </a:cubicBezTo>
                  <a:cubicBezTo>
                    <a:pt x="1237" y="80"/>
                    <a:pt x="1237" y="80"/>
                    <a:pt x="1237" y="80"/>
                  </a:cubicBezTo>
                  <a:cubicBezTo>
                    <a:pt x="1239" y="81"/>
                    <a:pt x="1242" y="81"/>
                    <a:pt x="1244" y="81"/>
                  </a:cubicBezTo>
                  <a:cubicBezTo>
                    <a:pt x="1244" y="84"/>
                    <a:pt x="1241" y="84"/>
                    <a:pt x="1239" y="85"/>
                  </a:cubicBezTo>
                  <a:cubicBezTo>
                    <a:pt x="1238" y="84"/>
                    <a:pt x="1238" y="84"/>
                    <a:pt x="1237" y="84"/>
                  </a:cubicBezTo>
                  <a:cubicBezTo>
                    <a:pt x="1237" y="92"/>
                    <a:pt x="1237" y="92"/>
                    <a:pt x="1237" y="92"/>
                  </a:cubicBezTo>
                  <a:cubicBezTo>
                    <a:pt x="1238" y="92"/>
                    <a:pt x="1238" y="92"/>
                    <a:pt x="1239" y="92"/>
                  </a:cubicBezTo>
                  <a:cubicBezTo>
                    <a:pt x="1243" y="98"/>
                    <a:pt x="1255" y="99"/>
                    <a:pt x="1262" y="104"/>
                  </a:cubicBezTo>
                  <a:cubicBezTo>
                    <a:pt x="1263" y="104"/>
                    <a:pt x="1264" y="104"/>
                    <a:pt x="1265" y="104"/>
                  </a:cubicBezTo>
                  <a:cubicBezTo>
                    <a:pt x="1269" y="104"/>
                    <a:pt x="1273" y="105"/>
                    <a:pt x="1277" y="106"/>
                  </a:cubicBezTo>
                  <a:cubicBezTo>
                    <a:pt x="1281" y="108"/>
                    <a:pt x="1284" y="109"/>
                    <a:pt x="1288" y="109"/>
                  </a:cubicBezTo>
                  <a:cubicBezTo>
                    <a:pt x="1291" y="109"/>
                    <a:pt x="1294" y="107"/>
                    <a:pt x="1297" y="103"/>
                  </a:cubicBezTo>
                  <a:cubicBezTo>
                    <a:pt x="1295" y="95"/>
                    <a:pt x="1299" y="92"/>
                    <a:pt x="1302" y="86"/>
                  </a:cubicBezTo>
                  <a:cubicBezTo>
                    <a:pt x="1300" y="83"/>
                    <a:pt x="1296" y="81"/>
                    <a:pt x="1292" y="81"/>
                  </a:cubicBezTo>
                  <a:cubicBezTo>
                    <a:pt x="1289" y="81"/>
                    <a:pt x="1285" y="82"/>
                    <a:pt x="1282" y="84"/>
                  </a:cubicBezTo>
                  <a:cubicBezTo>
                    <a:pt x="1279" y="82"/>
                    <a:pt x="1283" y="81"/>
                    <a:pt x="1282" y="77"/>
                  </a:cubicBezTo>
                  <a:cubicBezTo>
                    <a:pt x="1281" y="76"/>
                    <a:pt x="1279" y="76"/>
                    <a:pt x="1278" y="76"/>
                  </a:cubicBezTo>
                  <a:cubicBezTo>
                    <a:pt x="1277" y="76"/>
                    <a:pt x="1275" y="76"/>
                    <a:pt x="1274" y="77"/>
                  </a:cubicBezTo>
                  <a:cubicBezTo>
                    <a:pt x="1273" y="77"/>
                    <a:pt x="1272" y="77"/>
                    <a:pt x="1271" y="77"/>
                  </a:cubicBezTo>
                  <a:cubicBezTo>
                    <a:pt x="1269" y="77"/>
                    <a:pt x="1268" y="77"/>
                    <a:pt x="1267" y="75"/>
                  </a:cubicBezTo>
                  <a:cubicBezTo>
                    <a:pt x="1269" y="70"/>
                    <a:pt x="1281" y="73"/>
                    <a:pt x="1280" y="65"/>
                  </a:cubicBezTo>
                  <a:cubicBezTo>
                    <a:pt x="1271" y="63"/>
                    <a:pt x="1267" y="56"/>
                    <a:pt x="1259" y="53"/>
                  </a:cubicBezTo>
                  <a:moveTo>
                    <a:pt x="3248" y="1479"/>
                  </a:moveTo>
                  <a:cubicBezTo>
                    <a:pt x="3243" y="1479"/>
                    <a:pt x="3242" y="1482"/>
                    <a:pt x="3241" y="1486"/>
                  </a:cubicBezTo>
                  <a:cubicBezTo>
                    <a:pt x="3242" y="1488"/>
                    <a:pt x="3245" y="1488"/>
                    <a:pt x="3247" y="1488"/>
                  </a:cubicBezTo>
                  <a:cubicBezTo>
                    <a:pt x="3250" y="1488"/>
                    <a:pt x="3253" y="1488"/>
                    <a:pt x="3253" y="1486"/>
                  </a:cubicBezTo>
                  <a:cubicBezTo>
                    <a:pt x="3254" y="1482"/>
                    <a:pt x="3252" y="1481"/>
                    <a:pt x="3250" y="1479"/>
                  </a:cubicBezTo>
                  <a:cubicBezTo>
                    <a:pt x="3249" y="1479"/>
                    <a:pt x="3249" y="1479"/>
                    <a:pt x="3248" y="1479"/>
                  </a:cubicBezTo>
                  <a:moveTo>
                    <a:pt x="780" y="1068"/>
                  </a:moveTo>
                  <a:cubicBezTo>
                    <a:pt x="779" y="1068"/>
                    <a:pt x="779" y="1068"/>
                    <a:pt x="779" y="1068"/>
                  </a:cubicBezTo>
                  <a:cubicBezTo>
                    <a:pt x="773" y="1072"/>
                    <a:pt x="776" y="1080"/>
                    <a:pt x="767" y="1083"/>
                  </a:cubicBezTo>
                  <a:cubicBezTo>
                    <a:pt x="766" y="1085"/>
                    <a:pt x="765" y="1088"/>
                    <a:pt x="766" y="1091"/>
                  </a:cubicBezTo>
                  <a:cubicBezTo>
                    <a:pt x="758" y="1098"/>
                    <a:pt x="742" y="1098"/>
                    <a:pt x="733" y="1104"/>
                  </a:cubicBezTo>
                  <a:cubicBezTo>
                    <a:pt x="726" y="1116"/>
                    <a:pt x="736" y="1126"/>
                    <a:pt x="732" y="1137"/>
                  </a:cubicBezTo>
                  <a:cubicBezTo>
                    <a:pt x="731" y="1142"/>
                    <a:pt x="722" y="1145"/>
                    <a:pt x="721" y="1150"/>
                  </a:cubicBezTo>
                  <a:cubicBezTo>
                    <a:pt x="721" y="1153"/>
                    <a:pt x="725" y="1156"/>
                    <a:pt x="726" y="1160"/>
                  </a:cubicBezTo>
                  <a:cubicBezTo>
                    <a:pt x="727" y="1167"/>
                    <a:pt x="724" y="1174"/>
                    <a:pt x="728" y="1180"/>
                  </a:cubicBezTo>
                  <a:cubicBezTo>
                    <a:pt x="733" y="1183"/>
                    <a:pt x="740" y="1187"/>
                    <a:pt x="748" y="1187"/>
                  </a:cubicBezTo>
                  <a:cubicBezTo>
                    <a:pt x="750" y="1187"/>
                    <a:pt x="752" y="1187"/>
                    <a:pt x="755" y="1186"/>
                  </a:cubicBezTo>
                  <a:cubicBezTo>
                    <a:pt x="764" y="1183"/>
                    <a:pt x="769" y="1165"/>
                    <a:pt x="773" y="1154"/>
                  </a:cubicBezTo>
                  <a:cubicBezTo>
                    <a:pt x="775" y="1148"/>
                    <a:pt x="778" y="1142"/>
                    <a:pt x="779" y="1138"/>
                  </a:cubicBezTo>
                  <a:cubicBezTo>
                    <a:pt x="779" y="1135"/>
                    <a:pt x="778" y="1132"/>
                    <a:pt x="779" y="1129"/>
                  </a:cubicBezTo>
                  <a:cubicBezTo>
                    <a:pt x="781" y="1123"/>
                    <a:pt x="787" y="1118"/>
                    <a:pt x="788" y="1113"/>
                  </a:cubicBezTo>
                  <a:cubicBezTo>
                    <a:pt x="788" y="1108"/>
                    <a:pt x="786" y="1105"/>
                    <a:pt x="787" y="1103"/>
                  </a:cubicBezTo>
                  <a:cubicBezTo>
                    <a:pt x="788" y="1096"/>
                    <a:pt x="797" y="1093"/>
                    <a:pt x="797" y="1088"/>
                  </a:cubicBezTo>
                  <a:cubicBezTo>
                    <a:pt x="797" y="1084"/>
                    <a:pt x="786" y="1068"/>
                    <a:pt x="780" y="1068"/>
                  </a:cubicBezTo>
                  <a:moveTo>
                    <a:pt x="733" y="1067"/>
                  </a:moveTo>
                  <a:cubicBezTo>
                    <a:pt x="728" y="1067"/>
                    <a:pt x="723" y="1069"/>
                    <a:pt x="722" y="1074"/>
                  </a:cubicBezTo>
                  <a:cubicBezTo>
                    <a:pt x="729" y="1076"/>
                    <a:pt x="738" y="1076"/>
                    <a:pt x="743" y="1078"/>
                  </a:cubicBezTo>
                  <a:cubicBezTo>
                    <a:pt x="747" y="1071"/>
                    <a:pt x="740" y="1067"/>
                    <a:pt x="733" y="1067"/>
                  </a:cubicBezTo>
                  <a:moveTo>
                    <a:pt x="818" y="1010"/>
                  </a:moveTo>
                  <a:cubicBezTo>
                    <a:pt x="806" y="1010"/>
                    <a:pt x="811" y="1021"/>
                    <a:pt x="813" y="1027"/>
                  </a:cubicBezTo>
                  <a:cubicBezTo>
                    <a:pt x="814" y="1027"/>
                    <a:pt x="815" y="1027"/>
                    <a:pt x="815" y="1027"/>
                  </a:cubicBezTo>
                  <a:cubicBezTo>
                    <a:pt x="817" y="1027"/>
                    <a:pt x="819" y="1026"/>
                    <a:pt x="821" y="1026"/>
                  </a:cubicBezTo>
                  <a:cubicBezTo>
                    <a:pt x="822" y="1022"/>
                    <a:pt x="821" y="1015"/>
                    <a:pt x="820" y="1010"/>
                  </a:cubicBezTo>
                  <a:cubicBezTo>
                    <a:pt x="819" y="1010"/>
                    <a:pt x="819" y="1010"/>
                    <a:pt x="818" y="1010"/>
                  </a:cubicBezTo>
                  <a:moveTo>
                    <a:pt x="687" y="997"/>
                  </a:moveTo>
                  <a:cubicBezTo>
                    <a:pt x="393" y="997"/>
                    <a:pt x="393" y="997"/>
                    <a:pt x="393" y="997"/>
                  </a:cubicBezTo>
                  <a:cubicBezTo>
                    <a:pt x="397" y="1000"/>
                    <a:pt x="401" y="1003"/>
                    <a:pt x="403" y="1007"/>
                  </a:cubicBezTo>
                  <a:cubicBezTo>
                    <a:pt x="405" y="1010"/>
                    <a:pt x="404" y="1013"/>
                    <a:pt x="405" y="1016"/>
                  </a:cubicBezTo>
                  <a:cubicBezTo>
                    <a:pt x="406" y="1023"/>
                    <a:pt x="414" y="1028"/>
                    <a:pt x="416" y="1035"/>
                  </a:cubicBezTo>
                  <a:cubicBezTo>
                    <a:pt x="416" y="1038"/>
                    <a:pt x="415" y="1041"/>
                    <a:pt x="416" y="1045"/>
                  </a:cubicBezTo>
                  <a:cubicBezTo>
                    <a:pt x="417" y="1049"/>
                    <a:pt x="422" y="1052"/>
                    <a:pt x="422" y="1056"/>
                  </a:cubicBezTo>
                  <a:cubicBezTo>
                    <a:pt x="424" y="1069"/>
                    <a:pt x="414" y="1074"/>
                    <a:pt x="411" y="1081"/>
                  </a:cubicBezTo>
                  <a:cubicBezTo>
                    <a:pt x="410" y="1084"/>
                    <a:pt x="411" y="1088"/>
                    <a:pt x="410" y="1090"/>
                  </a:cubicBezTo>
                  <a:cubicBezTo>
                    <a:pt x="408" y="1094"/>
                    <a:pt x="404" y="1096"/>
                    <a:pt x="402" y="1099"/>
                  </a:cubicBezTo>
                  <a:cubicBezTo>
                    <a:pt x="401" y="1103"/>
                    <a:pt x="401" y="1120"/>
                    <a:pt x="402" y="1124"/>
                  </a:cubicBezTo>
                  <a:cubicBezTo>
                    <a:pt x="404" y="1131"/>
                    <a:pt x="420" y="1136"/>
                    <a:pt x="415" y="1144"/>
                  </a:cubicBezTo>
                  <a:cubicBezTo>
                    <a:pt x="429" y="1158"/>
                    <a:pt x="427" y="1184"/>
                    <a:pt x="437" y="1200"/>
                  </a:cubicBezTo>
                  <a:cubicBezTo>
                    <a:pt x="445" y="1215"/>
                    <a:pt x="462" y="1228"/>
                    <a:pt x="467" y="1245"/>
                  </a:cubicBezTo>
                  <a:cubicBezTo>
                    <a:pt x="469" y="1254"/>
                    <a:pt x="466" y="1264"/>
                    <a:pt x="474" y="1270"/>
                  </a:cubicBezTo>
                  <a:cubicBezTo>
                    <a:pt x="481" y="1271"/>
                    <a:pt x="488" y="1272"/>
                    <a:pt x="495" y="1272"/>
                  </a:cubicBezTo>
                  <a:cubicBezTo>
                    <a:pt x="500" y="1272"/>
                    <a:pt x="504" y="1271"/>
                    <a:pt x="509" y="1270"/>
                  </a:cubicBezTo>
                  <a:cubicBezTo>
                    <a:pt x="512" y="1270"/>
                    <a:pt x="515" y="1266"/>
                    <a:pt x="519" y="1266"/>
                  </a:cubicBezTo>
                  <a:cubicBezTo>
                    <a:pt x="521" y="1265"/>
                    <a:pt x="523" y="1265"/>
                    <a:pt x="525" y="1265"/>
                  </a:cubicBezTo>
                  <a:cubicBezTo>
                    <a:pt x="526" y="1265"/>
                    <a:pt x="527" y="1265"/>
                    <a:pt x="528" y="1265"/>
                  </a:cubicBezTo>
                  <a:cubicBezTo>
                    <a:pt x="529" y="1265"/>
                    <a:pt x="530" y="1265"/>
                    <a:pt x="530" y="1265"/>
                  </a:cubicBezTo>
                  <a:cubicBezTo>
                    <a:pt x="532" y="1265"/>
                    <a:pt x="534" y="1265"/>
                    <a:pt x="536" y="1265"/>
                  </a:cubicBezTo>
                  <a:cubicBezTo>
                    <a:pt x="541" y="1264"/>
                    <a:pt x="545" y="1262"/>
                    <a:pt x="550" y="1261"/>
                  </a:cubicBezTo>
                  <a:cubicBezTo>
                    <a:pt x="550" y="1261"/>
                    <a:pt x="551" y="1261"/>
                    <a:pt x="551" y="1261"/>
                  </a:cubicBezTo>
                  <a:cubicBezTo>
                    <a:pt x="552" y="1261"/>
                    <a:pt x="554" y="1261"/>
                    <a:pt x="555" y="1261"/>
                  </a:cubicBezTo>
                  <a:cubicBezTo>
                    <a:pt x="556" y="1261"/>
                    <a:pt x="557" y="1261"/>
                    <a:pt x="558" y="1261"/>
                  </a:cubicBezTo>
                  <a:cubicBezTo>
                    <a:pt x="559" y="1261"/>
                    <a:pt x="560" y="1261"/>
                    <a:pt x="561" y="1261"/>
                  </a:cubicBezTo>
                  <a:cubicBezTo>
                    <a:pt x="570" y="1259"/>
                    <a:pt x="572" y="1249"/>
                    <a:pt x="580" y="1243"/>
                  </a:cubicBezTo>
                  <a:cubicBezTo>
                    <a:pt x="586" y="1239"/>
                    <a:pt x="593" y="1240"/>
                    <a:pt x="596" y="1234"/>
                  </a:cubicBezTo>
                  <a:cubicBezTo>
                    <a:pt x="597" y="1230"/>
                    <a:pt x="595" y="1227"/>
                    <a:pt x="594" y="1224"/>
                  </a:cubicBezTo>
                  <a:cubicBezTo>
                    <a:pt x="600" y="1217"/>
                    <a:pt x="613" y="1215"/>
                    <a:pt x="616" y="1205"/>
                  </a:cubicBezTo>
                  <a:cubicBezTo>
                    <a:pt x="617" y="1201"/>
                    <a:pt x="615" y="1197"/>
                    <a:pt x="616" y="1194"/>
                  </a:cubicBezTo>
                  <a:cubicBezTo>
                    <a:pt x="618" y="1186"/>
                    <a:pt x="627" y="1184"/>
                    <a:pt x="636" y="1181"/>
                  </a:cubicBezTo>
                  <a:cubicBezTo>
                    <a:pt x="640" y="1173"/>
                    <a:pt x="646" y="1161"/>
                    <a:pt x="642" y="1149"/>
                  </a:cubicBezTo>
                  <a:cubicBezTo>
                    <a:pt x="640" y="1145"/>
                    <a:pt x="635" y="1143"/>
                    <a:pt x="636" y="1139"/>
                  </a:cubicBezTo>
                  <a:cubicBezTo>
                    <a:pt x="637" y="1135"/>
                    <a:pt x="647" y="1129"/>
                    <a:pt x="650" y="1127"/>
                  </a:cubicBezTo>
                  <a:cubicBezTo>
                    <a:pt x="655" y="1123"/>
                    <a:pt x="661" y="1117"/>
                    <a:pt x="666" y="1115"/>
                  </a:cubicBezTo>
                  <a:cubicBezTo>
                    <a:pt x="679" y="1108"/>
                    <a:pt x="695" y="1105"/>
                    <a:pt x="697" y="1090"/>
                  </a:cubicBezTo>
                  <a:cubicBezTo>
                    <a:pt x="698" y="1084"/>
                    <a:pt x="694" y="1072"/>
                    <a:pt x="694" y="1064"/>
                  </a:cubicBezTo>
                  <a:cubicBezTo>
                    <a:pt x="693" y="1054"/>
                    <a:pt x="689" y="1054"/>
                    <a:pt x="687" y="1045"/>
                  </a:cubicBezTo>
                  <a:cubicBezTo>
                    <a:pt x="686" y="1042"/>
                    <a:pt x="689" y="1036"/>
                    <a:pt x="688" y="1032"/>
                  </a:cubicBezTo>
                  <a:cubicBezTo>
                    <a:pt x="687" y="1027"/>
                    <a:pt x="680" y="1023"/>
                    <a:pt x="679" y="1017"/>
                  </a:cubicBezTo>
                  <a:cubicBezTo>
                    <a:pt x="678" y="1010"/>
                    <a:pt x="682" y="1003"/>
                    <a:pt x="687" y="997"/>
                  </a:cubicBezTo>
                  <a:moveTo>
                    <a:pt x="3157" y="1349"/>
                  </a:moveTo>
                  <a:cubicBezTo>
                    <a:pt x="3154" y="1348"/>
                    <a:pt x="3153" y="1346"/>
                    <a:pt x="3154" y="1343"/>
                  </a:cubicBezTo>
                  <a:cubicBezTo>
                    <a:pt x="3157" y="1343"/>
                    <a:pt x="3157" y="1343"/>
                    <a:pt x="3157" y="1343"/>
                  </a:cubicBezTo>
                  <a:cubicBezTo>
                    <a:pt x="3159" y="1344"/>
                    <a:pt x="3159" y="1348"/>
                    <a:pt x="3157" y="1349"/>
                  </a:cubicBezTo>
                  <a:moveTo>
                    <a:pt x="3372" y="1235"/>
                  </a:moveTo>
                  <a:cubicBezTo>
                    <a:pt x="3371" y="1235"/>
                    <a:pt x="3371" y="1235"/>
                    <a:pt x="3371" y="1235"/>
                  </a:cubicBezTo>
                  <a:cubicBezTo>
                    <a:pt x="3371" y="1230"/>
                    <a:pt x="3375" y="1228"/>
                    <a:pt x="3376" y="1225"/>
                  </a:cubicBezTo>
                  <a:cubicBezTo>
                    <a:pt x="3377" y="1225"/>
                    <a:pt x="3378" y="1226"/>
                    <a:pt x="3380" y="1226"/>
                  </a:cubicBezTo>
                  <a:cubicBezTo>
                    <a:pt x="3381" y="1232"/>
                    <a:pt x="3375" y="1235"/>
                    <a:pt x="3372" y="1235"/>
                  </a:cubicBezTo>
                  <a:moveTo>
                    <a:pt x="3508" y="997"/>
                  </a:moveTo>
                  <a:cubicBezTo>
                    <a:pt x="3081" y="997"/>
                    <a:pt x="3081" y="997"/>
                    <a:pt x="3081" y="997"/>
                  </a:cubicBezTo>
                  <a:cubicBezTo>
                    <a:pt x="3078" y="1004"/>
                    <a:pt x="3073" y="1011"/>
                    <a:pt x="3079" y="1015"/>
                  </a:cubicBezTo>
                  <a:cubicBezTo>
                    <a:pt x="3082" y="1016"/>
                    <a:pt x="3085" y="1017"/>
                    <a:pt x="3088" y="1018"/>
                  </a:cubicBezTo>
                  <a:cubicBezTo>
                    <a:pt x="3097" y="1029"/>
                    <a:pt x="3105" y="1040"/>
                    <a:pt x="3110" y="1051"/>
                  </a:cubicBezTo>
                  <a:cubicBezTo>
                    <a:pt x="3111" y="1055"/>
                    <a:pt x="3111" y="1060"/>
                    <a:pt x="3113" y="1064"/>
                  </a:cubicBezTo>
                  <a:cubicBezTo>
                    <a:pt x="3115" y="1067"/>
                    <a:pt x="3119" y="1070"/>
                    <a:pt x="3122" y="1074"/>
                  </a:cubicBezTo>
                  <a:cubicBezTo>
                    <a:pt x="3123" y="1077"/>
                    <a:pt x="3123" y="1081"/>
                    <a:pt x="3125" y="1084"/>
                  </a:cubicBezTo>
                  <a:cubicBezTo>
                    <a:pt x="3130" y="1092"/>
                    <a:pt x="3143" y="1102"/>
                    <a:pt x="3150" y="1105"/>
                  </a:cubicBezTo>
                  <a:cubicBezTo>
                    <a:pt x="3156" y="1108"/>
                    <a:pt x="3163" y="1107"/>
                    <a:pt x="3170" y="1111"/>
                  </a:cubicBezTo>
                  <a:cubicBezTo>
                    <a:pt x="3182" y="1117"/>
                    <a:pt x="3185" y="1141"/>
                    <a:pt x="3184" y="1156"/>
                  </a:cubicBezTo>
                  <a:cubicBezTo>
                    <a:pt x="3183" y="1166"/>
                    <a:pt x="3187" y="1175"/>
                    <a:pt x="3187" y="1182"/>
                  </a:cubicBezTo>
                  <a:cubicBezTo>
                    <a:pt x="3187" y="1194"/>
                    <a:pt x="3175" y="1198"/>
                    <a:pt x="3173" y="1209"/>
                  </a:cubicBezTo>
                  <a:cubicBezTo>
                    <a:pt x="3168" y="1227"/>
                    <a:pt x="3179" y="1247"/>
                    <a:pt x="3173" y="1264"/>
                  </a:cubicBezTo>
                  <a:cubicBezTo>
                    <a:pt x="3166" y="1283"/>
                    <a:pt x="3148" y="1294"/>
                    <a:pt x="3157" y="1318"/>
                  </a:cubicBezTo>
                  <a:cubicBezTo>
                    <a:pt x="3156" y="1322"/>
                    <a:pt x="3149" y="1327"/>
                    <a:pt x="3147" y="1333"/>
                  </a:cubicBezTo>
                  <a:cubicBezTo>
                    <a:pt x="3147" y="1335"/>
                    <a:pt x="3149" y="1338"/>
                    <a:pt x="3148" y="1340"/>
                  </a:cubicBezTo>
                  <a:cubicBezTo>
                    <a:pt x="3147" y="1347"/>
                    <a:pt x="3140" y="1351"/>
                    <a:pt x="3148" y="1356"/>
                  </a:cubicBezTo>
                  <a:cubicBezTo>
                    <a:pt x="3149" y="1356"/>
                    <a:pt x="3149" y="1356"/>
                    <a:pt x="3150" y="1356"/>
                  </a:cubicBezTo>
                  <a:cubicBezTo>
                    <a:pt x="3152" y="1356"/>
                    <a:pt x="3153" y="1355"/>
                    <a:pt x="3155" y="1354"/>
                  </a:cubicBezTo>
                  <a:cubicBezTo>
                    <a:pt x="3156" y="1354"/>
                    <a:pt x="3158" y="1353"/>
                    <a:pt x="3160" y="1353"/>
                  </a:cubicBezTo>
                  <a:cubicBezTo>
                    <a:pt x="3160" y="1353"/>
                    <a:pt x="3160" y="1353"/>
                    <a:pt x="3160" y="1353"/>
                  </a:cubicBezTo>
                  <a:cubicBezTo>
                    <a:pt x="3165" y="1364"/>
                    <a:pt x="3150" y="1366"/>
                    <a:pt x="3156" y="1377"/>
                  </a:cubicBezTo>
                  <a:cubicBezTo>
                    <a:pt x="3155" y="1384"/>
                    <a:pt x="3143" y="1383"/>
                    <a:pt x="3139" y="1388"/>
                  </a:cubicBezTo>
                  <a:cubicBezTo>
                    <a:pt x="3141" y="1398"/>
                    <a:pt x="3148" y="1402"/>
                    <a:pt x="3152" y="1410"/>
                  </a:cubicBezTo>
                  <a:cubicBezTo>
                    <a:pt x="3144" y="1415"/>
                    <a:pt x="3150" y="1427"/>
                    <a:pt x="3144" y="1434"/>
                  </a:cubicBezTo>
                  <a:cubicBezTo>
                    <a:pt x="3148" y="1449"/>
                    <a:pt x="3156" y="1460"/>
                    <a:pt x="3172" y="1466"/>
                  </a:cubicBezTo>
                  <a:cubicBezTo>
                    <a:pt x="3172" y="1469"/>
                    <a:pt x="3173" y="1471"/>
                    <a:pt x="3174" y="1473"/>
                  </a:cubicBezTo>
                  <a:cubicBezTo>
                    <a:pt x="3178" y="1475"/>
                    <a:pt x="3188" y="1473"/>
                    <a:pt x="3189" y="1477"/>
                  </a:cubicBezTo>
                  <a:cubicBezTo>
                    <a:pt x="3184" y="1480"/>
                    <a:pt x="3176" y="1481"/>
                    <a:pt x="3176" y="1488"/>
                  </a:cubicBezTo>
                  <a:cubicBezTo>
                    <a:pt x="3177" y="1489"/>
                    <a:pt x="3179" y="1489"/>
                    <a:pt x="3180" y="1489"/>
                  </a:cubicBezTo>
                  <a:cubicBezTo>
                    <a:pt x="3182" y="1489"/>
                    <a:pt x="3183" y="1488"/>
                    <a:pt x="3185" y="1487"/>
                  </a:cubicBezTo>
                  <a:cubicBezTo>
                    <a:pt x="3186" y="1485"/>
                    <a:pt x="3188" y="1484"/>
                    <a:pt x="3191" y="1484"/>
                  </a:cubicBezTo>
                  <a:cubicBezTo>
                    <a:pt x="3192" y="1484"/>
                    <a:pt x="3193" y="1484"/>
                    <a:pt x="3194" y="1484"/>
                  </a:cubicBezTo>
                  <a:cubicBezTo>
                    <a:pt x="3194" y="1488"/>
                    <a:pt x="3188" y="1489"/>
                    <a:pt x="3191" y="1492"/>
                  </a:cubicBezTo>
                  <a:cubicBezTo>
                    <a:pt x="3193" y="1492"/>
                    <a:pt x="3194" y="1492"/>
                    <a:pt x="3195" y="1492"/>
                  </a:cubicBezTo>
                  <a:cubicBezTo>
                    <a:pt x="3196" y="1492"/>
                    <a:pt x="3197" y="1492"/>
                    <a:pt x="3198" y="1492"/>
                  </a:cubicBezTo>
                  <a:cubicBezTo>
                    <a:pt x="3199" y="1492"/>
                    <a:pt x="3200" y="1492"/>
                    <a:pt x="3201" y="1492"/>
                  </a:cubicBezTo>
                  <a:cubicBezTo>
                    <a:pt x="3206" y="1492"/>
                    <a:pt x="3210" y="1492"/>
                    <a:pt x="3214" y="1495"/>
                  </a:cubicBezTo>
                  <a:cubicBezTo>
                    <a:pt x="3218" y="1487"/>
                    <a:pt x="3237" y="1492"/>
                    <a:pt x="3237" y="1481"/>
                  </a:cubicBezTo>
                  <a:cubicBezTo>
                    <a:pt x="3234" y="1476"/>
                    <a:pt x="3229" y="1478"/>
                    <a:pt x="3224" y="1475"/>
                  </a:cubicBezTo>
                  <a:cubicBezTo>
                    <a:pt x="3214" y="1470"/>
                    <a:pt x="3208" y="1461"/>
                    <a:pt x="3197" y="1461"/>
                  </a:cubicBezTo>
                  <a:cubicBezTo>
                    <a:pt x="3196" y="1461"/>
                    <a:pt x="3196" y="1461"/>
                    <a:pt x="3195" y="1461"/>
                  </a:cubicBezTo>
                  <a:cubicBezTo>
                    <a:pt x="3190" y="1462"/>
                    <a:pt x="3189" y="1466"/>
                    <a:pt x="3184" y="1466"/>
                  </a:cubicBezTo>
                  <a:cubicBezTo>
                    <a:pt x="3183" y="1466"/>
                    <a:pt x="3182" y="1466"/>
                    <a:pt x="3180" y="1465"/>
                  </a:cubicBezTo>
                  <a:cubicBezTo>
                    <a:pt x="3181" y="1456"/>
                    <a:pt x="3193" y="1456"/>
                    <a:pt x="3202" y="1456"/>
                  </a:cubicBezTo>
                  <a:cubicBezTo>
                    <a:pt x="3203" y="1456"/>
                    <a:pt x="3204" y="1456"/>
                    <a:pt x="3205" y="1456"/>
                  </a:cubicBezTo>
                  <a:cubicBezTo>
                    <a:pt x="3202" y="1449"/>
                    <a:pt x="3185" y="1437"/>
                    <a:pt x="3201" y="1429"/>
                  </a:cubicBezTo>
                  <a:cubicBezTo>
                    <a:pt x="3204" y="1429"/>
                    <a:pt x="3205" y="1432"/>
                    <a:pt x="3208" y="1432"/>
                  </a:cubicBezTo>
                  <a:cubicBezTo>
                    <a:pt x="3208" y="1432"/>
                    <a:pt x="3209" y="1432"/>
                    <a:pt x="3209" y="1432"/>
                  </a:cubicBezTo>
                  <a:cubicBezTo>
                    <a:pt x="3209" y="1416"/>
                    <a:pt x="3225" y="1414"/>
                    <a:pt x="3235" y="1406"/>
                  </a:cubicBezTo>
                  <a:cubicBezTo>
                    <a:pt x="3233" y="1394"/>
                    <a:pt x="3216" y="1398"/>
                    <a:pt x="3215" y="1388"/>
                  </a:cubicBezTo>
                  <a:cubicBezTo>
                    <a:pt x="3214" y="1378"/>
                    <a:pt x="3230" y="1378"/>
                    <a:pt x="3237" y="1370"/>
                  </a:cubicBezTo>
                  <a:cubicBezTo>
                    <a:pt x="3231" y="1357"/>
                    <a:pt x="3247" y="1356"/>
                    <a:pt x="3246" y="1344"/>
                  </a:cubicBezTo>
                  <a:cubicBezTo>
                    <a:pt x="3238" y="1341"/>
                    <a:pt x="3232" y="1342"/>
                    <a:pt x="3232" y="1335"/>
                  </a:cubicBezTo>
                  <a:cubicBezTo>
                    <a:pt x="3233" y="1331"/>
                    <a:pt x="3235" y="1330"/>
                    <a:pt x="3237" y="1330"/>
                  </a:cubicBezTo>
                  <a:cubicBezTo>
                    <a:pt x="3240" y="1330"/>
                    <a:pt x="3244" y="1331"/>
                    <a:pt x="3247" y="1333"/>
                  </a:cubicBezTo>
                  <a:cubicBezTo>
                    <a:pt x="3251" y="1335"/>
                    <a:pt x="3254" y="1336"/>
                    <a:pt x="3256" y="1336"/>
                  </a:cubicBezTo>
                  <a:cubicBezTo>
                    <a:pt x="3256" y="1336"/>
                    <a:pt x="3257" y="1336"/>
                    <a:pt x="3257" y="1336"/>
                  </a:cubicBezTo>
                  <a:cubicBezTo>
                    <a:pt x="3269" y="1334"/>
                    <a:pt x="3261" y="1318"/>
                    <a:pt x="3263" y="1310"/>
                  </a:cubicBezTo>
                  <a:cubicBezTo>
                    <a:pt x="3265" y="1310"/>
                    <a:pt x="3266" y="1310"/>
                    <a:pt x="3267" y="1310"/>
                  </a:cubicBezTo>
                  <a:cubicBezTo>
                    <a:pt x="3270" y="1310"/>
                    <a:pt x="3272" y="1310"/>
                    <a:pt x="3273" y="1311"/>
                  </a:cubicBezTo>
                  <a:cubicBezTo>
                    <a:pt x="3275" y="1311"/>
                    <a:pt x="3277" y="1312"/>
                    <a:pt x="3280" y="1312"/>
                  </a:cubicBezTo>
                  <a:cubicBezTo>
                    <a:pt x="3280" y="1312"/>
                    <a:pt x="3280" y="1312"/>
                    <a:pt x="3280" y="1312"/>
                  </a:cubicBezTo>
                  <a:cubicBezTo>
                    <a:pt x="3289" y="1312"/>
                    <a:pt x="3295" y="1305"/>
                    <a:pt x="3302" y="1305"/>
                  </a:cubicBezTo>
                  <a:cubicBezTo>
                    <a:pt x="3304" y="1305"/>
                    <a:pt x="3306" y="1306"/>
                    <a:pt x="3308" y="1306"/>
                  </a:cubicBezTo>
                  <a:cubicBezTo>
                    <a:pt x="3315" y="1303"/>
                    <a:pt x="3322" y="1299"/>
                    <a:pt x="3323" y="1292"/>
                  </a:cubicBezTo>
                  <a:cubicBezTo>
                    <a:pt x="3325" y="1279"/>
                    <a:pt x="3307" y="1275"/>
                    <a:pt x="3307" y="1266"/>
                  </a:cubicBezTo>
                  <a:cubicBezTo>
                    <a:pt x="3307" y="1266"/>
                    <a:pt x="3307" y="1266"/>
                    <a:pt x="3307" y="1266"/>
                  </a:cubicBezTo>
                  <a:cubicBezTo>
                    <a:pt x="3318" y="1266"/>
                    <a:pt x="3322" y="1271"/>
                    <a:pt x="3330" y="1274"/>
                  </a:cubicBezTo>
                  <a:cubicBezTo>
                    <a:pt x="3349" y="1269"/>
                    <a:pt x="3359" y="1257"/>
                    <a:pt x="3367" y="1243"/>
                  </a:cubicBezTo>
                  <a:cubicBezTo>
                    <a:pt x="3383" y="1241"/>
                    <a:pt x="3386" y="1229"/>
                    <a:pt x="3394" y="1219"/>
                  </a:cubicBezTo>
                  <a:cubicBezTo>
                    <a:pt x="3398" y="1215"/>
                    <a:pt x="3404" y="1210"/>
                    <a:pt x="3404" y="1206"/>
                  </a:cubicBezTo>
                  <a:cubicBezTo>
                    <a:pt x="3405" y="1199"/>
                    <a:pt x="3399" y="1194"/>
                    <a:pt x="3401" y="1187"/>
                  </a:cubicBezTo>
                  <a:cubicBezTo>
                    <a:pt x="3405" y="1172"/>
                    <a:pt x="3437" y="1170"/>
                    <a:pt x="3447" y="1161"/>
                  </a:cubicBezTo>
                  <a:cubicBezTo>
                    <a:pt x="3450" y="1161"/>
                    <a:pt x="3453" y="1161"/>
                    <a:pt x="3455" y="1161"/>
                  </a:cubicBezTo>
                  <a:cubicBezTo>
                    <a:pt x="3462" y="1161"/>
                    <a:pt x="3467" y="1160"/>
                    <a:pt x="3473" y="1158"/>
                  </a:cubicBezTo>
                  <a:cubicBezTo>
                    <a:pt x="3476" y="1152"/>
                    <a:pt x="3480" y="1147"/>
                    <a:pt x="3481" y="1139"/>
                  </a:cubicBezTo>
                  <a:cubicBezTo>
                    <a:pt x="3502" y="1125"/>
                    <a:pt x="3493" y="1093"/>
                    <a:pt x="3501" y="1072"/>
                  </a:cubicBezTo>
                  <a:cubicBezTo>
                    <a:pt x="3502" y="1067"/>
                    <a:pt x="3509" y="1067"/>
                    <a:pt x="3513" y="1064"/>
                  </a:cubicBezTo>
                  <a:cubicBezTo>
                    <a:pt x="3519" y="1058"/>
                    <a:pt x="3522" y="1049"/>
                    <a:pt x="3527" y="1042"/>
                  </a:cubicBezTo>
                  <a:cubicBezTo>
                    <a:pt x="3533" y="1035"/>
                    <a:pt x="3541" y="1028"/>
                    <a:pt x="3541" y="1020"/>
                  </a:cubicBezTo>
                  <a:cubicBezTo>
                    <a:pt x="3537" y="1017"/>
                    <a:pt x="3537" y="1013"/>
                    <a:pt x="3537" y="1008"/>
                  </a:cubicBezTo>
                  <a:cubicBezTo>
                    <a:pt x="3527" y="1006"/>
                    <a:pt x="3517" y="1002"/>
                    <a:pt x="3508" y="997"/>
                  </a:cubicBezTo>
                  <a:moveTo>
                    <a:pt x="1591" y="984"/>
                  </a:moveTo>
                  <a:cubicBezTo>
                    <a:pt x="1581" y="984"/>
                    <a:pt x="1570" y="988"/>
                    <a:pt x="1574" y="995"/>
                  </a:cubicBezTo>
                  <a:cubicBezTo>
                    <a:pt x="1578" y="996"/>
                    <a:pt x="1583" y="996"/>
                    <a:pt x="1588" y="996"/>
                  </a:cubicBezTo>
                  <a:cubicBezTo>
                    <a:pt x="1597" y="996"/>
                    <a:pt x="1606" y="994"/>
                    <a:pt x="1607" y="989"/>
                  </a:cubicBezTo>
                  <a:cubicBezTo>
                    <a:pt x="1605" y="986"/>
                    <a:pt x="1598" y="984"/>
                    <a:pt x="1591" y="984"/>
                  </a:cubicBezTo>
                  <a:moveTo>
                    <a:pt x="1808" y="980"/>
                  </a:moveTo>
                  <a:cubicBezTo>
                    <a:pt x="1805" y="980"/>
                    <a:pt x="1803" y="981"/>
                    <a:pt x="1801" y="984"/>
                  </a:cubicBezTo>
                  <a:cubicBezTo>
                    <a:pt x="1805" y="990"/>
                    <a:pt x="1814" y="991"/>
                    <a:pt x="1818" y="997"/>
                  </a:cubicBezTo>
                  <a:cubicBezTo>
                    <a:pt x="1829" y="997"/>
                    <a:pt x="1829" y="997"/>
                    <a:pt x="1829" y="997"/>
                  </a:cubicBezTo>
                  <a:cubicBezTo>
                    <a:pt x="1826" y="990"/>
                    <a:pt x="1816" y="980"/>
                    <a:pt x="1808" y="980"/>
                  </a:cubicBezTo>
                  <a:moveTo>
                    <a:pt x="1546" y="972"/>
                  </a:moveTo>
                  <a:cubicBezTo>
                    <a:pt x="1541" y="972"/>
                    <a:pt x="1537" y="974"/>
                    <a:pt x="1538" y="979"/>
                  </a:cubicBezTo>
                  <a:cubicBezTo>
                    <a:pt x="1539" y="981"/>
                    <a:pt x="1541" y="982"/>
                    <a:pt x="1544" y="982"/>
                  </a:cubicBezTo>
                  <a:cubicBezTo>
                    <a:pt x="1546" y="982"/>
                    <a:pt x="1547" y="981"/>
                    <a:pt x="1549" y="981"/>
                  </a:cubicBezTo>
                  <a:cubicBezTo>
                    <a:pt x="1551" y="981"/>
                    <a:pt x="1553" y="981"/>
                    <a:pt x="1555" y="981"/>
                  </a:cubicBezTo>
                  <a:cubicBezTo>
                    <a:pt x="1556" y="981"/>
                    <a:pt x="1558" y="981"/>
                    <a:pt x="1559" y="981"/>
                  </a:cubicBezTo>
                  <a:cubicBezTo>
                    <a:pt x="1559" y="979"/>
                    <a:pt x="1560" y="978"/>
                    <a:pt x="1560" y="975"/>
                  </a:cubicBezTo>
                  <a:cubicBezTo>
                    <a:pt x="1557" y="973"/>
                    <a:pt x="1551" y="972"/>
                    <a:pt x="1546" y="972"/>
                  </a:cubicBezTo>
                  <a:moveTo>
                    <a:pt x="1619" y="964"/>
                  </a:moveTo>
                  <a:cubicBezTo>
                    <a:pt x="1613" y="964"/>
                    <a:pt x="1609" y="966"/>
                    <a:pt x="1607" y="971"/>
                  </a:cubicBezTo>
                  <a:cubicBezTo>
                    <a:pt x="1606" y="977"/>
                    <a:pt x="1614" y="980"/>
                    <a:pt x="1619" y="985"/>
                  </a:cubicBezTo>
                  <a:cubicBezTo>
                    <a:pt x="1618" y="988"/>
                    <a:pt x="1619" y="994"/>
                    <a:pt x="1621" y="997"/>
                  </a:cubicBezTo>
                  <a:cubicBezTo>
                    <a:pt x="1631" y="997"/>
                    <a:pt x="1631" y="997"/>
                    <a:pt x="1631" y="997"/>
                  </a:cubicBezTo>
                  <a:cubicBezTo>
                    <a:pt x="1632" y="997"/>
                    <a:pt x="1633" y="996"/>
                    <a:pt x="1634" y="996"/>
                  </a:cubicBezTo>
                  <a:cubicBezTo>
                    <a:pt x="1635" y="996"/>
                    <a:pt x="1635" y="997"/>
                    <a:pt x="1636" y="997"/>
                  </a:cubicBezTo>
                  <a:cubicBezTo>
                    <a:pt x="1746" y="997"/>
                    <a:pt x="1746" y="997"/>
                    <a:pt x="1746" y="997"/>
                  </a:cubicBezTo>
                  <a:cubicBezTo>
                    <a:pt x="1742" y="995"/>
                    <a:pt x="1738" y="993"/>
                    <a:pt x="1734" y="990"/>
                  </a:cubicBezTo>
                  <a:cubicBezTo>
                    <a:pt x="1732" y="991"/>
                    <a:pt x="1730" y="991"/>
                    <a:pt x="1728" y="991"/>
                  </a:cubicBezTo>
                  <a:cubicBezTo>
                    <a:pt x="1717" y="991"/>
                    <a:pt x="1713" y="984"/>
                    <a:pt x="1706" y="982"/>
                  </a:cubicBezTo>
                  <a:cubicBezTo>
                    <a:pt x="1702" y="981"/>
                    <a:pt x="1696" y="981"/>
                    <a:pt x="1692" y="980"/>
                  </a:cubicBezTo>
                  <a:cubicBezTo>
                    <a:pt x="1684" y="978"/>
                    <a:pt x="1680" y="975"/>
                    <a:pt x="1676" y="975"/>
                  </a:cubicBezTo>
                  <a:cubicBezTo>
                    <a:pt x="1675" y="975"/>
                    <a:pt x="1675" y="975"/>
                    <a:pt x="1674" y="976"/>
                  </a:cubicBezTo>
                  <a:cubicBezTo>
                    <a:pt x="1665" y="977"/>
                    <a:pt x="1662" y="986"/>
                    <a:pt x="1652" y="988"/>
                  </a:cubicBezTo>
                  <a:cubicBezTo>
                    <a:pt x="1646" y="983"/>
                    <a:pt x="1638" y="980"/>
                    <a:pt x="1639" y="969"/>
                  </a:cubicBezTo>
                  <a:cubicBezTo>
                    <a:pt x="1633" y="966"/>
                    <a:pt x="1626" y="964"/>
                    <a:pt x="1619" y="964"/>
                  </a:cubicBezTo>
                  <a:moveTo>
                    <a:pt x="1548" y="948"/>
                  </a:moveTo>
                  <a:cubicBezTo>
                    <a:pt x="1542" y="948"/>
                    <a:pt x="1537" y="953"/>
                    <a:pt x="1532" y="953"/>
                  </a:cubicBezTo>
                  <a:cubicBezTo>
                    <a:pt x="1531" y="953"/>
                    <a:pt x="1531" y="953"/>
                    <a:pt x="1530" y="953"/>
                  </a:cubicBezTo>
                  <a:cubicBezTo>
                    <a:pt x="1527" y="953"/>
                    <a:pt x="1525" y="953"/>
                    <a:pt x="1523" y="952"/>
                  </a:cubicBezTo>
                  <a:cubicBezTo>
                    <a:pt x="1520" y="952"/>
                    <a:pt x="1518" y="951"/>
                    <a:pt x="1516" y="951"/>
                  </a:cubicBezTo>
                  <a:cubicBezTo>
                    <a:pt x="1516" y="951"/>
                    <a:pt x="1516" y="951"/>
                    <a:pt x="1516" y="951"/>
                  </a:cubicBezTo>
                  <a:cubicBezTo>
                    <a:pt x="1485" y="952"/>
                    <a:pt x="1493" y="973"/>
                    <a:pt x="1483" y="989"/>
                  </a:cubicBezTo>
                  <a:cubicBezTo>
                    <a:pt x="1485" y="993"/>
                    <a:pt x="1488" y="994"/>
                    <a:pt x="1490" y="997"/>
                  </a:cubicBezTo>
                  <a:cubicBezTo>
                    <a:pt x="1501" y="997"/>
                    <a:pt x="1501" y="997"/>
                    <a:pt x="1501" y="997"/>
                  </a:cubicBezTo>
                  <a:cubicBezTo>
                    <a:pt x="1501" y="993"/>
                    <a:pt x="1502" y="990"/>
                    <a:pt x="1506" y="989"/>
                  </a:cubicBezTo>
                  <a:cubicBezTo>
                    <a:pt x="1507" y="991"/>
                    <a:pt x="1508" y="994"/>
                    <a:pt x="1509" y="997"/>
                  </a:cubicBezTo>
                  <a:cubicBezTo>
                    <a:pt x="1524" y="997"/>
                    <a:pt x="1524" y="997"/>
                    <a:pt x="1524" y="997"/>
                  </a:cubicBezTo>
                  <a:cubicBezTo>
                    <a:pt x="1525" y="991"/>
                    <a:pt x="1519" y="983"/>
                    <a:pt x="1514" y="979"/>
                  </a:cubicBezTo>
                  <a:cubicBezTo>
                    <a:pt x="1516" y="976"/>
                    <a:pt x="1520" y="976"/>
                    <a:pt x="1523" y="976"/>
                  </a:cubicBezTo>
                  <a:cubicBezTo>
                    <a:pt x="1524" y="976"/>
                    <a:pt x="1525" y="976"/>
                    <a:pt x="1526" y="976"/>
                  </a:cubicBezTo>
                  <a:cubicBezTo>
                    <a:pt x="1526" y="976"/>
                    <a:pt x="1527" y="976"/>
                    <a:pt x="1528" y="976"/>
                  </a:cubicBezTo>
                  <a:cubicBezTo>
                    <a:pt x="1529" y="976"/>
                    <a:pt x="1531" y="976"/>
                    <a:pt x="1532" y="976"/>
                  </a:cubicBezTo>
                  <a:cubicBezTo>
                    <a:pt x="1535" y="970"/>
                    <a:pt x="1530" y="967"/>
                    <a:pt x="1527" y="964"/>
                  </a:cubicBezTo>
                  <a:cubicBezTo>
                    <a:pt x="1521" y="965"/>
                    <a:pt x="1514" y="971"/>
                    <a:pt x="1508" y="971"/>
                  </a:cubicBezTo>
                  <a:cubicBezTo>
                    <a:pt x="1506" y="971"/>
                    <a:pt x="1504" y="970"/>
                    <a:pt x="1502" y="968"/>
                  </a:cubicBezTo>
                  <a:cubicBezTo>
                    <a:pt x="1505" y="962"/>
                    <a:pt x="1512" y="960"/>
                    <a:pt x="1520" y="960"/>
                  </a:cubicBezTo>
                  <a:cubicBezTo>
                    <a:pt x="1522" y="960"/>
                    <a:pt x="1525" y="960"/>
                    <a:pt x="1528" y="961"/>
                  </a:cubicBezTo>
                  <a:cubicBezTo>
                    <a:pt x="1531" y="961"/>
                    <a:pt x="1533" y="961"/>
                    <a:pt x="1536" y="961"/>
                  </a:cubicBezTo>
                  <a:cubicBezTo>
                    <a:pt x="1545" y="961"/>
                    <a:pt x="1552" y="959"/>
                    <a:pt x="1550" y="948"/>
                  </a:cubicBezTo>
                  <a:cubicBezTo>
                    <a:pt x="1549" y="948"/>
                    <a:pt x="1549" y="948"/>
                    <a:pt x="1548" y="948"/>
                  </a:cubicBezTo>
                  <a:moveTo>
                    <a:pt x="1572" y="944"/>
                  </a:moveTo>
                  <a:cubicBezTo>
                    <a:pt x="1572" y="944"/>
                    <a:pt x="1572" y="944"/>
                    <a:pt x="1572" y="944"/>
                  </a:cubicBezTo>
                  <a:cubicBezTo>
                    <a:pt x="1569" y="951"/>
                    <a:pt x="1561" y="971"/>
                    <a:pt x="1574" y="973"/>
                  </a:cubicBezTo>
                  <a:cubicBezTo>
                    <a:pt x="1579" y="969"/>
                    <a:pt x="1581" y="964"/>
                    <a:pt x="1588" y="962"/>
                  </a:cubicBezTo>
                  <a:cubicBezTo>
                    <a:pt x="1588" y="951"/>
                    <a:pt x="1588" y="951"/>
                    <a:pt x="1588" y="951"/>
                  </a:cubicBezTo>
                  <a:cubicBezTo>
                    <a:pt x="1583" y="948"/>
                    <a:pt x="1580" y="944"/>
                    <a:pt x="1572" y="944"/>
                  </a:cubicBezTo>
                  <a:moveTo>
                    <a:pt x="1253" y="915"/>
                  </a:moveTo>
                  <a:cubicBezTo>
                    <a:pt x="1250" y="915"/>
                    <a:pt x="1249" y="916"/>
                    <a:pt x="1247" y="919"/>
                  </a:cubicBezTo>
                  <a:cubicBezTo>
                    <a:pt x="1245" y="925"/>
                    <a:pt x="1261" y="934"/>
                    <a:pt x="1267" y="939"/>
                  </a:cubicBezTo>
                  <a:cubicBezTo>
                    <a:pt x="1277" y="948"/>
                    <a:pt x="1284" y="954"/>
                    <a:pt x="1286" y="962"/>
                  </a:cubicBezTo>
                  <a:cubicBezTo>
                    <a:pt x="1299" y="967"/>
                    <a:pt x="1298" y="981"/>
                    <a:pt x="1307" y="990"/>
                  </a:cubicBezTo>
                  <a:cubicBezTo>
                    <a:pt x="1309" y="993"/>
                    <a:pt x="1312" y="995"/>
                    <a:pt x="1315" y="997"/>
                  </a:cubicBezTo>
                  <a:cubicBezTo>
                    <a:pt x="1354" y="997"/>
                    <a:pt x="1354" y="997"/>
                    <a:pt x="1354" y="997"/>
                  </a:cubicBezTo>
                  <a:cubicBezTo>
                    <a:pt x="1354" y="996"/>
                    <a:pt x="1353" y="994"/>
                    <a:pt x="1353" y="992"/>
                  </a:cubicBezTo>
                  <a:cubicBezTo>
                    <a:pt x="1364" y="989"/>
                    <a:pt x="1368" y="976"/>
                    <a:pt x="1353" y="974"/>
                  </a:cubicBezTo>
                  <a:cubicBezTo>
                    <a:pt x="1352" y="974"/>
                    <a:pt x="1352" y="974"/>
                    <a:pt x="1351" y="974"/>
                  </a:cubicBezTo>
                  <a:cubicBezTo>
                    <a:pt x="1350" y="974"/>
                    <a:pt x="1349" y="974"/>
                    <a:pt x="1348" y="975"/>
                  </a:cubicBezTo>
                  <a:cubicBezTo>
                    <a:pt x="1348" y="976"/>
                    <a:pt x="1347" y="976"/>
                    <a:pt x="1345" y="976"/>
                  </a:cubicBezTo>
                  <a:cubicBezTo>
                    <a:pt x="1345" y="976"/>
                    <a:pt x="1345" y="976"/>
                    <a:pt x="1345" y="976"/>
                  </a:cubicBezTo>
                  <a:cubicBezTo>
                    <a:pt x="1339" y="972"/>
                    <a:pt x="1330" y="971"/>
                    <a:pt x="1325" y="964"/>
                  </a:cubicBezTo>
                  <a:cubicBezTo>
                    <a:pt x="1323" y="962"/>
                    <a:pt x="1323" y="958"/>
                    <a:pt x="1321" y="955"/>
                  </a:cubicBezTo>
                  <a:cubicBezTo>
                    <a:pt x="1317" y="950"/>
                    <a:pt x="1310" y="950"/>
                    <a:pt x="1304" y="946"/>
                  </a:cubicBezTo>
                  <a:cubicBezTo>
                    <a:pt x="1301" y="944"/>
                    <a:pt x="1299" y="940"/>
                    <a:pt x="1296" y="938"/>
                  </a:cubicBezTo>
                  <a:cubicBezTo>
                    <a:pt x="1293" y="935"/>
                    <a:pt x="1289" y="935"/>
                    <a:pt x="1286" y="933"/>
                  </a:cubicBezTo>
                  <a:cubicBezTo>
                    <a:pt x="1281" y="929"/>
                    <a:pt x="1281" y="923"/>
                    <a:pt x="1273" y="920"/>
                  </a:cubicBezTo>
                  <a:cubicBezTo>
                    <a:pt x="1273" y="920"/>
                    <a:pt x="1273" y="920"/>
                    <a:pt x="1273" y="920"/>
                  </a:cubicBezTo>
                  <a:cubicBezTo>
                    <a:pt x="1270" y="920"/>
                    <a:pt x="1266" y="919"/>
                    <a:pt x="1263" y="918"/>
                  </a:cubicBezTo>
                  <a:cubicBezTo>
                    <a:pt x="1259" y="916"/>
                    <a:pt x="1256" y="915"/>
                    <a:pt x="1253" y="915"/>
                  </a:cubicBezTo>
                  <a:moveTo>
                    <a:pt x="1468" y="904"/>
                  </a:moveTo>
                  <a:cubicBezTo>
                    <a:pt x="1461" y="904"/>
                    <a:pt x="1459" y="910"/>
                    <a:pt x="1455" y="915"/>
                  </a:cubicBezTo>
                  <a:cubicBezTo>
                    <a:pt x="1452" y="921"/>
                    <a:pt x="1449" y="926"/>
                    <a:pt x="1440" y="926"/>
                  </a:cubicBezTo>
                  <a:cubicBezTo>
                    <a:pt x="1440" y="926"/>
                    <a:pt x="1439" y="926"/>
                    <a:pt x="1439" y="926"/>
                  </a:cubicBezTo>
                  <a:cubicBezTo>
                    <a:pt x="1431" y="937"/>
                    <a:pt x="1416" y="942"/>
                    <a:pt x="1404" y="950"/>
                  </a:cubicBezTo>
                  <a:cubicBezTo>
                    <a:pt x="1401" y="949"/>
                    <a:pt x="1399" y="945"/>
                    <a:pt x="1397" y="945"/>
                  </a:cubicBezTo>
                  <a:cubicBezTo>
                    <a:pt x="1396" y="945"/>
                    <a:pt x="1395" y="945"/>
                    <a:pt x="1395" y="946"/>
                  </a:cubicBezTo>
                  <a:cubicBezTo>
                    <a:pt x="1387" y="949"/>
                    <a:pt x="1383" y="957"/>
                    <a:pt x="1384" y="962"/>
                  </a:cubicBezTo>
                  <a:cubicBezTo>
                    <a:pt x="1384" y="965"/>
                    <a:pt x="1391" y="977"/>
                    <a:pt x="1397" y="983"/>
                  </a:cubicBezTo>
                  <a:cubicBezTo>
                    <a:pt x="1405" y="991"/>
                    <a:pt x="1414" y="988"/>
                    <a:pt x="1427" y="990"/>
                  </a:cubicBezTo>
                  <a:cubicBezTo>
                    <a:pt x="1436" y="992"/>
                    <a:pt x="1442" y="996"/>
                    <a:pt x="1448" y="996"/>
                  </a:cubicBezTo>
                  <a:cubicBezTo>
                    <a:pt x="1448" y="996"/>
                    <a:pt x="1449" y="996"/>
                    <a:pt x="1449" y="996"/>
                  </a:cubicBezTo>
                  <a:cubicBezTo>
                    <a:pt x="1458" y="995"/>
                    <a:pt x="1464" y="983"/>
                    <a:pt x="1465" y="975"/>
                  </a:cubicBezTo>
                  <a:cubicBezTo>
                    <a:pt x="1470" y="966"/>
                    <a:pt x="1478" y="960"/>
                    <a:pt x="1486" y="953"/>
                  </a:cubicBezTo>
                  <a:cubicBezTo>
                    <a:pt x="1479" y="949"/>
                    <a:pt x="1476" y="941"/>
                    <a:pt x="1476" y="931"/>
                  </a:cubicBezTo>
                  <a:cubicBezTo>
                    <a:pt x="1480" y="925"/>
                    <a:pt x="1489" y="923"/>
                    <a:pt x="1491" y="915"/>
                  </a:cubicBezTo>
                  <a:cubicBezTo>
                    <a:pt x="1490" y="914"/>
                    <a:pt x="1489" y="914"/>
                    <a:pt x="1488" y="914"/>
                  </a:cubicBezTo>
                  <a:cubicBezTo>
                    <a:pt x="1487" y="914"/>
                    <a:pt x="1486" y="914"/>
                    <a:pt x="1484" y="914"/>
                  </a:cubicBezTo>
                  <a:cubicBezTo>
                    <a:pt x="1483" y="914"/>
                    <a:pt x="1482" y="914"/>
                    <a:pt x="1481" y="914"/>
                  </a:cubicBezTo>
                  <a:cubicBezTo>
                    <a:pt x="1480" y="914"/>
                    <a:pt x="1480" y="914"/>
                    <a:pt x="1479" y="914"/>
                  </a:cubicBezTo>
                  <a:cubicBezTo>
                    <a:pt x="1476" y="913"/>
                    <a:pt x="1477" y="909"/>
                    <a:pt x="1476" y="906"/>
                  </a:cubicBezTo>
                  <a:cubicBezTo>
                    <a:pt x="1473" y="905"/>
                    <a:pt x="1470" y="904"/>
                    <a:pt x="1468" y="904"/>
                  </a:cubicBezTo>
                  <a:moveTo>
                    <a:pt x="1555" y="882"/>
                  </a:moveTo>
                  <a:cubicBezTo>
                    <a:pt x="1549" y="882"/>
                    <a:pt x="1546" y="891"/>
                    <a:pt x="1538" y="891"/>
                  </a:cubicBezTo>
                  <a:cubicBezTo>
                    <a:pt x="1535" y="890"/>
                    <a:pt x="1534" y="887"/>
                    <a:pt x="1531" y="887"/>
                  </a:cubicBezTo>
                  <a:cubicBezTo>
                    <a:pt x="1530" y="887"/>
                    <a:pt x="1530" y="887"/>
                    <a:pt x="1530" y="887"/>
                  </a:cubicBezTo>
                  <a:cubicBezTo>
                    <a:pt x="1525" y="892"/>
                    <a:pt x="1518" y="894"/>
                    <a:pt x="1514" y="900"/>
                  </a:cubicBezTo>
                  <a:cubicBezTo>
                    <a:pt x="1516" y="902"/>
                    <a:pt x="1517" y="906"/>
                    <a:pt x="1521" y="906"/>
                  </a:cubicBezTo>
                  <a:cubicBezTo>
                    <a:pt x="1525" y="904"/>
                    <a:pt x="1528" y="900"/>
                    <a:pt x="1534" y="900"/>
                  </a:cubicBezTo>
                  <a:cubicBezTo>
                    <a:pt x="1540" y="902"/>
                    <a:pt x="1536" y="908"/>
                    <a:pt x="1538" y="912"/>
                  </a:cubicBezTo>
                  <a:cubicBezTo>
                    <a:pt x="1541" y="915"/>
                    <a:pt x="1548" y="915"/>
                    <a:pt x="1553" y="916"/>
                  </a:cubicBezTo>
                  <a:cubicBezTo>
                    <a:pt x="1560" y="910"/>
                    <a:pt x="1570" y="888"/>
                    <a:pt x="1559" y="883"/>
                  </a:cubicBezTo>
                  <a:cubicBezTo>
                    <a:pt x="1557" y="882"/>
                    <a:pt x="1556" y="882"/>
                    <a:pt x="1555" y="882"/>
                  </a:cubicBezTo>
                  <a:moveTo>
                    <a:pt x="1541" y="877"/>
                  </a:moveTo>
                  <a:cubicBezTo>
                    <a:pt x="1540" y="879"/>
                    <a:pt x="1536" y="879"/>
                    <a:pt x="1537" y="883"/>
                  </a:cubicBezTo>
                  <a:cubicBezTo>
                    <a:pt x="1538" y="883"/>
                    <a:pt x="1540" y="884"/>
                    <a:pt x="1542" y="884"/>
                  </a:cubicBezTo>
                  <a:cubicBezTo>
                    <a:pt x="1543" y="884"/>
                    <a:pt x="1544" y="884"/>
                    <a:pt x="1544" y="883"/>
                  </a:cubicBezTo>
                  <a:cubicBezTo>
                    <a:pt x="1545" y="880"/>
                    <a:pt x="1543" y="878"/>
                    <a:pt x="1541" y="877"/>
                  </a:cubicBezTo>
                  <a:moveTo>
                    <a:pt x="1544" y="866"/>
                  </a:moveTo>
                  <a:cubicBezTo>
                    <a:pt x="1543" y="866"/>
                    <a:pt x="1541" y="866"/>
                    <a:pt x="1540" y="867"/>
                  </a:cubicBezTo>
                  <a:cubicBezTo>
                    <a:pt x="1540" y="871"/>
                    <a:pt x="1543" y="873"/>
                    <a:pt x="1544" y="876"/>
                  </a:cubicBezTo>
                  <a:cubicBezTo>
                    <a:pt x="1545" y="876"/>
                    <a:pt x="1546" y="876"/>
                    <a:pt x="1546" y="876"/>
                  </a:cubicBezTo>
                  <a:cubicBezTo>
                    <a:pt x="1550" y="876"/>
                    <a:pt x="1551" y="874"/>
                    <a:pt x="1552" y="872"/>
                  </a:cubicBezTo>
                  <a:cubicBezTo>
                    <a:pt x="1551" y="869"/>
                    <a:pt x="1548" y="866"/>
                    <a:pt x="1544" y="866"/>
                  </a:cubicBezTo>
                  <a:moveTo>
                    <a:pt x="1523" y="864"/>
                  </a:moveTo>
                  <a:cubicBezTo>
                    <a:pt x="1516" y="864"/>
                    <a:pt x="1510" y="870"/>
                    <a:pt x="1513" y="875"/>
                  </a:cubicBezTo>
                  <a:cubicBezTo>
                    <a:pt x="1514" y="875"/>
                    <a:pt x="1514" y="876"/>
                    <a:pt x="1514" y="876"/>
                  </a:cubicBezTo>
                  <a:cubicBezTo>
                    <a:pt x="1516" y="876"/>
                    <a:pt x="1517" y="875"/>
                    <a:pt x="1518" y="874"/>
                  </a:cubicBezTo>
                  <a:cubicBezTo>
                    <a:pt x="1519" y="874"/>
                    <a:pt x="1520" y="873"/>
                    <a:pt x="1521" y="873"/>
                  </a:cubicBezTo>
                  <a:cubicBezTo>
                    <a:pt x="1521" y="873"/>
                    <a:pt x="1522" y="873"/>
                    <a:pt x="1522" y="874"/>
                  </a:cubicBezTo>
                  <a:cubicBezTo>
                    <a:pt x="1522" y="878"/>
                    <a:pt x="1521" y="883"/>
                    <a:pt x="1524" y="885"/>
                  </a:cubicBezTo>
                  <a:cubicBezTo>
                    <a:pt x="1525" y="885"/>
                    <a:pt x="1525" y="885"/>
                    <a:pt x="1525" y="885"/>
                  </a:cubicBezTo>
                  <a:cubicBezTo>
                    <a:pt x="1532" y="885"/>
                    <a:pt x="1533" y="879"/>
                    <a:pt x="1532" y="873"/>
                  </a:cubicBezTo>
                  <a:cubicBezTo>
                    <a:pt x="1532" y="872"/>
                    <a:pt x="1531" y="872"/>
                    <a:pt x="1530" y="872"/>
                  </a:cubicBezTo>
                  <a:cubicBezTo>
                    <a:pt x="1530" y="872"/>
                    <a:pt x="1529" y="872"/>
                    <a:pt x="1528" y="872"/>
                  </a:cubicBezTo>
                  <a:cubicBezTo>
                    <a:pt x="1528" y="872"/>
                    <a:pt x="1527" y="872"/>
                    <a:pt x="1527" y="872"/>
                  </a:cubicBezTo>
                  <a:cubicBezTo>
                    <a:pt x="1526" y="872"/>
                    <a:pt x="1526" y="872"/>
                    <a:pt x="1525" y="872"/>
                  </a:cubicBezTo>
                  <a:cubicBezTo>
                    <a:pt x="1527" y="870"/>
                    <a:pt x="1526" y="867"/>
                    <a:pt x="1527" y="864"/>
                  </a:cubicBezTo>
                  <a:cubicBezTo>
                    <a:pt x="1525" y="864"/>
                    <a:pt x="1524" y="864"/>
                    <a:pt x="1523" y="864"/>
                  </a:cubicBezTo>
                  <a:moveTo>
                    <a:pt x="1506" y="851"/>
                  </a:moveTo>
                  <a:cubicBezTo>
                    <a:pt x="1500" y="851"/>
                    <a:pt x="1492" y="857"/>
                    <a:pt x="1494" y="864"/>
                  </a:cubicBezTo>
                  <a:cubicBezTo>
                    <a:pt x="1491" y="865"/>
                    <a:pt x="1488" y="866"/>
                    <a:pt x="1486" y="867"/>
                  </a:cubicBezTo>
                  <a:cubicBezTo>
                    <a:pt x="1484" y="878"/>
                    <a:pt x="1465" y="882"/>
                    <a:pt x="1471" y="894"/>
                  </a:cubicBezTo>
                  <a:cubicBezTo>
                    <a:pt x="1484" y="891"/>
                    <a:pt x="1487" y="879"/>
                    <a:pt x="1496" y="873"/>
                  </a:cubicBezTo>
                  <a:cubicBezTo>
                    <a:pt x="1496" y="866"/>
                    <a:pt x="1496" y="866"/>
                    <a:pt x="1496" y="866"/>
                  </a:cubicBezTo>
                  <a:cubicBezTo>
                    <a:pt x="1501" y="863"/>
                    <a:pt x="1503" y="857"/>
                    <a:pt x="1512" y="857"/>
                  </a:cubicBezTo>
                  <a:cubicBezTo>
                    <a:pt x="1512" y="857"/>
                    <a:pt x="1512" y="857"/>
                    <a:pt x="1512" y="857"/>
                  </a:cubicBezTo>
                  <a:cubicBezTo>
                    <a:pt x="1512" y="853"/>
                    <a:pt x="1509" y="851"/>
                    <a:pt x="1506" y="851"/>
                  </a:cubicBezTo>
                  <a:moveTo>
                    <a:pt x="1514" y="803"/>
                  </a:moveTo>
                  <a:cubicBezTo>
                    <a:pt x="1507" y="803"/>
                    <a:pt x="1500" y="809"/>
                    <a:pt x="1502" y="821"/>
                  </a:cubicBezTo>
                  <a:cubicBezTo>
                    <a:pt x="1500" y="826"/>
                    <a:pt x="1494" y="825"/>
                    <a:pt x="1493" y="830"/>
                  </a:cubicBezTo>
                  <a:cubicBezTo>
                    <a:pt x="1492" y="843"/>
                    <a:pt x="1513" y="845"/>
                    <a:pt x="1524" y="849"/>
                  </a:cubicBezTo>
                  <a:cubicBezTo>
                    <a:pt x="1531" y="852"/>
                    <a:pt x="1535" y="857"/>
                    <a:pt x="1540" y="857"/>
                  </a:cubicBezTo>
                  <a:cubicBezTo>
                    <a:pt x="1541" y="857"/>
                    <a:pt x="1542" y="857"/>
                    <a:pt x="1543" y="857"/>
                  </a:cubicBezTo>
                  <a:cubicBezTo>
                    <a:pt x="1545" y="839"/>
                    <a:pt x="1519" y="844"/>
                    <a:pt x="1514" y="831"/>
                  </a:cubicBezTo>
                  <a:cubicBezTo>
                    <a:pt x="1518" y="824"/>
                    <a:pt x="1527" y="822"/>
                    <a:pt x="1527" y="813"/>
                  </a:cubicBezTo>
                  <a:cubicBezTo>
                    <a:pt x="1526" y="807"/>
                    <a:pt x="1520" y="803"/>
                    <a:pt x="1514" y="803"/>
                  </a:cubicBezTo>
                  <a:moveTo>
                    <a:pt x="1561" y="666"/>
                  </a:moveTo>
                  <a:cubicBezTo>
                    <a:pt x="1559" y="666"/>
                    <a:pt x="1557" y="668"/>
                    <a:pt x="1557" y="671"/>
                  </a:cubicBezTo>
                  <a:cubicBezTo>
                    <a:pt x="1558" y="673"/>
                    <a:pt x="1559" y="675"/>
                    <a:pt x="1564" y="675"/>
                  </a:cubicBezTo>
                  <a:cubicBezTo>
                    <a:pt x="1564" y="675"/>
                    <a:pt x="1564" y="675"/>
                    <a:pt x="1564" y="675"/>
                  </a:cubicBezTo>
                  <a:cubicBezTo>
                    <a:pt x="1568" y="671"/>
                    <a:pt x="1564" y="666"/>
                    <a:pt x="1561" y="666"/>
                  </a:cubicBezTo>
                  <a:moveTo>
                    <a:pt x="1717" y="594"/>
                  </a:moveTo>
                  <a:cubicBezTo>
                    <a:pt x="1706" y="595"/>
                    <a:pt x="1697" y="597"/>
                    <a:pt x="1695" y="605"/>
                  </a:cubicBezTo>
                  <a:cubicBezTo>
                    <a:pt x="1694" y="608"/>
                    <a:pt x="1698" y="611"/>
                    <a:pt x="1697" y="614"/>
                  </a:cubicBezTo>
                  <a:cubicBezTo>
                    <a:pt x="1696" y="621"/>
                    <a:pt x="1690" y="622"/>
                    <a:pt x="1683" y="626"/>
                  </a:cubicBezTo>
                  <a:cubicBezTo>
                    <a:pt x="1681" y="628"/>
                    <a:pt x="1683" y="633"/>
                    <a:pt x="1681" y="635"/>
                  </a:cubicBezTo>
                  <a:cubicBezTo>
                    <a:pt x="1680" y="635"/>
                    <a:pt x="1679" y="635"/>
                    <a:pt x="1678" y="635"/>
                  </a:cubicBezTo>
                  <a:cubicBezTo>
                    <a:pt x="1675" y="635"/>
                    <a:pt x="1672" y="635"/>
                    <a:pt x="1670" y="634"/>
                  </a:cubicBezTo>
                  <a:cubicBezTo>
                    <a:pt x="1662" y="638"/>
                    <a:pt x="1661" y="647"/>
                    <a:pt x="1652" y="649"/>
                  </a:cubicBezTo>
                  <a:cubicBezTo>
                    <a:pt x="1650" y="650"/>
                    <a:pt x="1649" y="650"/>
                    <a:pt x="1648" y="650"/>
                  </a:cubicBezTo>
                  <a:cubicBezTo>
                    <a:pt x="1645" y="650"/>
                    <a:pt x="1642" y="649"/>
                    <a:pt x="1640" y="649"/>
                  </a:cubicBezTo>
                  <a:cubicBezTo>
                    <a:pt x="1637" y="648"/>
                    <a:pt x="1634" y="648"/>
                    <a:pt x="1632" y="648"/>
                  </a:cubicBezTo>
                  <a:cubicBezTo>
                    <a:pt x="1630" y="648"/>
                    <a:pt x="1629" y="648"/>
                    <a:pt x="1627" y="648"/>
                  </a:cubicBezTo>
                  <a:cubicBezTo>
                    <a:pt x="1618" y="650"/>
                    <a:pt x="1617" y="658"/>
                    <a:pt x="1607" y="658"/>
                  </a:cubicBezTo>
                  <a:cubicBezTo>
                    <a:pt x="1608" y="670"/>
                    <a:pt x="1591" y="666"/>
                    <a:pt x="1591" y="677"/>
                  </a:cubicBezTo>
                  <a:cubicBezTo>
                    <a:pt x="1597" y="682"/>
                    <a:pt x="1599" y="694"/>
                    <a:pt x="1608" y="694"/>
                  </a:cubicBezTo>
                  <a:cubicBezTo>
                    <a:pt x="1608" y="694"/>
                    <a:pt x="1608" y="694"/>
                    <a:pt x="1609" y="694"/>
                  </a:cubicBezTo>
                  <a:cubicBezTo>
                    <a:pt x="1620" y="693"/>
                    <a:pt x="1619" y="674"/>
                    <a:pt x="1611" y="668"/>
                  </a:cubicBezTo>
                  <a:cubicBezTo>
                    <a:pt x="1618" y="667"/>
                    <a:pt x="1630" y="661"/>
                    <a:pt x="1639" y="661"/>
                  </a:cubicBezTo>
                  <a:cubicBezTo>
                    <a:pt x="1643" y="661"/>
                    <a:pt x="1647" y="663"/>
                    <a:pt x="1648" y="667"/>
                  </a:cubicBezTo>
                  <a:cubicBezTo>
                    <a:pt x="1647" y="667"/>
                    <a:pt x="1647" y="668"/>
                    <a:pt x="1646" y="669"/>
                  </a:cubicBezTo>
                  <a:cubicBezTo>
                    <a:pt x="1642" y="667"/>
                    <a:pt x="1638" y="665"/>
                    <a:pt x="1631" y="665"/>
                  </a:cubicBezTo>
                  <a:cubicBezTo>
                    <a:pt x="1630" y="665"/>
                    <a:pt x="1629" y="665"/>
                    <a:pt x="1627" y="665"/>
                  </a:cubicBezTo>
                  <a:cubicBezTo>
                    <a:pt x="1623" y="669"/>
                    <a:pt x="1619" y="677"/>
                    <a:pt x="1627" y="680"/>
                  </a:cubicBezTo>
                  <a:cubicBezTo>
                    <a:pt x="1632" y="676"/>
                    <a:pt x="1639" y="675"/>
                    <a:pt x="1644" y="671"/>
                  </a:cubicBezTo>
                  <a:cubicBezTo>
                    <a:pt x="1647" y="672"/>
                    <a:pt x="1647" y="675"/>
                    <a:pt x="1650" y="675"/>
                  </a:cubicBezTo>
                  <a:cubicBezTo>
                    <a:pt x="1651" y="675"/>
                    <a:pt x="1651" y="675"/>
                    <a:pt x="1652" y="675"/>
                  </a:cubicBezTo>
                  <a:cubicBezTo>
                    <a:pt x="1663" y="673"/>
                    <a:pt x="1665" y="660"/>
                    <a:pt x="1675" y="658"/>
                  </a:cubicBezTo>
                  <a:cubicBezTo>
                    <a:pt x="1675" y="658"/>
                    <a:pt x="1676" y="658"/>
                    <a:pt x="1676" y="658"/>
                  </a:cubicBezTo>
                  <a:cubicBezTo>
                    <a:pt x="1678" y="658"/>
                    <a:pt x="1680" y="659"/>
                    <a:pt x="1682" y="660"/>
                  </a:cubicBezTo>
                  <a:cubicBezTo>
                    <a:pt x="1683" y="661"/>
                    <a:pt x="1685" y="661"/>
                    <a:pt x="1687" y="661"/>
                  </a:cubicBezTo>
                  <a:cubicBezTo>
                    <a:pt x="1687" y="661"/>
                    <a:pt x="1687" y="661"/>
                    <a:pt x="1687" y="661"/>
                  </a:cubicBezTo>
                  <a:cubicBezTo>
                    <a:pt x="1692" y="661"/>
                    <a:pt x="1694" y="657"/>
                    <a:pt x="1698" y="657"/>
                  </a:cubicBezTo>
                  <a:cubicBezTo>
                    <a:pt x="1699" y="657"/>
                    <a:pt x="1700" y="658"/>
                    <a:pt x="1702" y="658"/>
                  </a:cubicBezTo>
                  <a:cubicBezTo>
                    <a:pt x="1710" y="639"/>
                    <a:pt x="1723" y="617"/>
                    <a:pt x="1717" y="594"/>
                  </a:cubicBezTo>
                  <a:moveTo>
                    <a:pt x="1784" y="550"/>
                  </a:moveTo>
                  <a:cubicBezTo>
                    <a:pt x="1773" y="550"/>
                    <a:pt x="1762" y="564"/>
                    <a:pt x="1754" y="569"/>
                  </a:cubicBezTo>
                  <a:cubicBezTo>
                    <a:pt x="1737" y="567"/>
                    <a:pt x="1730" y="558"/>
                    <a:pt x="1719" y="552"/>
                  </a:cubicBezTo>
                  <a:cubicBezTo>
                    <a:pt x="1716" y="555"/>
                    <a:pt x="1716" y="558"/>
                    <a:pt x="1717" y="563"/>
                  </a:cubicBezTo>
                  <a:cubicBezTo>
                    <a:pt x="1714" y="571"/>
                    <a:pt x="1688" y="577"/>
                    <a:pt x="1693" y="589"/>
                  </a:cubicBezTo>
                  <a:cubicBezTo>
                    <a:pt x="1694" y="592"/>
                    <a:pt x="1696" y="594"/>
                    <a:pt x="1698" y="594"/>
                  </a:cubicBezTo>
                  <a:cubicBezTo>
                    <a:pt x="1704" y="594"/>
                    <a:pt x="1711" y="586"/>
                    <a:pt x="1714" y="583"/>
                  </a:cubicBezTo>
                  <a:cubicBezTo>
                    <a:pt x="1722" y="584"/>
                    <a:pt x="1726" y="588"/>
                    <a:pt x="1733" y="590"/>
                  </a:cubicBezTo>
                  <a:cubicBezTo>
                    <a:pt x="1738" y="581"/>
                    <a:pt x="1753" y="579"/>
                    <a:pt x="1758" y="569"/>
                  </a:cubicBezTo>
                  <a:cubicBezTo>
                    <a:pt x="1766" y="569"/>
                    <a:pt x="1766" y="569"/>
                    <a:pt x="1766" y="569"/>
                  </a:cubicBezTo>
                  <a:cubicBezTo>
                    <a:pt x="1769" y="560"/>
                    <a:pt x="1789" y="564"/>
                    <a:pt x="1791" y="553"/>
                  </a:cubicBezTo>
                  <a:cubicBezTo>
                    <a:pt x="1789" y="551"/>
                    <a:pt x="1786" y="550"/>
                    <a:pt x="1784" y="550"/>
                  </a:cubicBezTo>
                  <a:moveTo>
                    <a:pt x="1705" y="498"/>
                  </a:moveTo>
                  <a:cubicBezTo>
                    <a:pt x="1237" y="498"/>
                    <a:pt x="1237" y="498"/>
                    <a:pt x="1237" y="498"/>
                  </a:cubicBezTo>
                  <a:cubicBezTo>
                    <a:pt x="1237" y="800"/>
                    <a:pt x="1237" y="800"/>
                    <a:pt x="1237" y="800"/>
                  </a:cubicBezTo>
                  <a:cubicBezTo>
                    <a:pt x="1238" y="801"/>
                    <a:pt x="1238" y="801"/>
                    <a:pt x="1239" y="802"/>
                  </a:cubicBezTo>
                  <a:cubicBezTo>
                    <a:pt x="1240" y="808"/>
                    <a:pt x="1238" y="814"/>
                    <a:pt x="1237" y="820"/>
                  </a:cubicBezTo>
                  <a:cubicBezTo>
                    <a:pt x="1237" y="828"/>
                    <a:pt x="1237" y="828"/>
                    <a:pt x="1237" y="828"/>
                  </a:cubicBezTo>
                  <a:cubicBezTo>
                    <a:pt x="1237" y="828"/>
                    <a:pt x="1237" y="829"/>
                    <a:pt x="1238" y="829"/>
                  </a:cubicBezTo>
                  <a:cubicBezTo>
                    <a:pt x="1239" y="830"/>
                    <a:pt x="1241" y="830"/>
                    <a:pt x="1244" y="830"/>
                  </a:cubicBezTo>
                  <a:cubicBezTo>
                    <a:pt x="1245" y="830"/>
                    <a:pt x="1247" y="830"/>
                    <a:pt x="1248" y="830"/>
                  </a:cubicBezTo>
                  <a:cubicBezTo>
                    <a:pt x="1249" y="830"/>
                    <a:pt x="1250" y="830"/>
                    <a:pt x="1252" y="830"/>
                  </a:cubicBezTo>
                  <a:cubicBezTo>
                    <a:pt x="1253" y="830"/>
                    <a:pt x="1253" y="830"/>
                    <a:pt x="1254" y="830"/>
                  </a:cubicBezTo>
                  <a:cubicBezTo>
                    <a:pt x="1259" y="828"/>
                    <a:pt x="1259" y="821"/>
                    <a:pt x="1266" y="821"/>
                  </a:cubicBezTo>
                  <a:cubicBezTo>
                    <a:pt x="1266" y="827"/>
                    <a:pt x="1273" y="832"/>
                    <a:pt x="1274" y="837"/>
                  </a:cubicBezTo>
                  <a:cubicBezTo>
                    <a:pt x="1274" y="838"/>
                    <a:pt x="1272" y="841"/>
                    <a:pt x="1273" y="842"/>
                  </a:cubicBezTo>
                  <a:cubicBezTo>
                    <a:pt x="1275" y="847"/>
                    <a:pt x="1281" y="849"/>
                    <a:pt x="1282" y="854"/>
                  </a:cubicBezTo>
                  <a:cubicBezTo>
                    <a:pt x="1285" y="865"/>
                    <a:pt x="1275" y="876"/>
                    <a:pt x="1278" y="891"/>
                  </a:cubicBezTo>
                  <a:cubicBezTo>
                    <a:pt x="1286" y="899"/>
                    <a:pt x="1295" y="907"/>
                    <a:pt x="1296" y="921"/>
                  </a:cubicBezTo>
                  <a:cubicBezTo>
                    <a:pt x="1302" y="924"/>
                    <a:pt x="1303" y="934"/>
                    <a:pt x="1311" y="940"/>
                  </a:cubicBezTo>
                  <a:cubicBezTo>
                    <a:pt x="1312" y="942"/>
                    <a:pt x="1317" y="943"/>
                    <a:pt x="1319" y="944"/>
                  </a:cubicBezTo>
                  <a:cubicBezTo>
                    <a:pt x="1327" y="949"/>
                    <a:pt x="1330" y="959"/>
                    <a:pt x="1339" y="959"/>
                  </a:cubicBezTo>
                  <a:cubicBezTo>
                    <a:pt x="1341" y="959"/>
                    <a:pt x="1343" y="959"/>
                    <a:pt x="1346" y="957"/>
                  </a:cubicBezTo>
                  <a:cubicBezTo>
                    <a:pt x="1346" y="946"/>
                    <a:pt x="1334" y="941"/>
                    <a:pt x="1332" y="931"/>
                  </a:cubicBezTo>
                  <a:cubicBezTo>
                    <a:pt x="1330" y="926"/>
                    <a:pt x="1333" y="920"/>
                    <a:pt x="1328" y="915"/>
                  </a:cubicBezTo>
                  <a:cubicBezTo>
                    <a:pt x="1319" y="911"/>
                    <a:pt x="1306" y="909"/>
                    <a:pt x="1302" y="900"/>
                  </a:cubicBezTo>
                  <a:cubicBezTo>
                    <a:pt x="1306" y="889"/>
                    <a:pt x="1293" y="890"/>
                    <a:pt x="1291" y="880"/>
                  </a:cubicBezTo>
                  <a:cubicBezTo>
                    <a:pt x="1290" y="879"/>
                    <a:pt x="1293" y="863"/>
                    <a:pt x="1295" y="861"/>
                  </a:cubicBezTo>
                  <a:cubicBezTo>
                    <a:pt x="1298" y="856"/>
                    <a:pt x="1301" y="854"/>
                    <a:pt x="1304" y="854"/>
                  </a:cubicBezTo>
                  <a:cubicBezTo>
                    <a:pt x="1312" y="854"/>
                    <a:pt x="1319" y="864"/>
                    <a:pt x="1324" y="868"/>
                  </a:cubicBezTo>
                  <a:cubicBezTo>
                    <a:pt x="1330" y="873"/>
                    <a:pt x="1338" y="873"/>
                    <a:pt x="1340" y="879"/>
                  </a:cubicBezTo>
                  <a:cubicBezTo>
                    <a:pt x="1337" y="887"/>
                    <a:pt x="1340" y="894"/>
                    <a:pt x="1346" y="895"/>
                  </a:cubicBezTo>
                  <a:cubicBezTo>
                    <a:pt x="1346" y="895"/>
                    <a:pt x="1346" y="895"/>
                    <a:pt x="1347" y="895"/>
                  </a:cubicBezTo>
                  <a:cubicBezTo>
                    <a:pt x="1353" y="895"/>
                    <a:pt x="1358" y="884"/>
                    <a:pt x="1364" y="880"/>
                  </a:cubicBezTo>
                  <a:cubicBezTo>
                    <a:pt x="1374" y="873"/>
                    <a:pt x="1383" y="872"/>
                    <a:pt x="1388" y="868"/>
                  </a:cubicBezTo>
                  <a:cubicBezTo>
                    <a:pt x="1397" y="855"/>
                    <a:pt x="1395" y="836"/>
                    <a:pt x="1385" y="826"/>
                  </a:cubicBezTo>
                  <a:cubicBezTo>
                    <a:pt x="1379" y="821"/>
                    <a:pt x="1371" y="820"/>
                    <a:pt x="1366" y="814"/>
                  </a:cubicBezTo>
                  <a:cubicBezTo>
                    <a:pt x="1363" y="810"/>
                    <a:pt x="1358" y="803"/>
                    <a:pt x="1358" y="799"/>
                  </a:cubicBezTo>
                  <a:cubicBezTo>
                    <a:pt x="1358" y="789"/>
                    <a:pt x="1377" y="778"/>
                    <a:pt x="1388" y="777"/>
                  </a:cubicBezTo>
                  <a:cubicBezTo>
                    <a:pt x="1395" y="779"/>
                    <a:pt x="1392" y="789"/>
                    <a:pt x="1400" y="790"/>
                  </a:cubicBezTo>
                  <a:cubicBezTo>
                    <a:pt x="1405" y="784"/>
                    <a:pt x="1411" y="783"/>
                    <a:pt x="1423" y="781"/>
                  </a:cubicBezTo>
                  <a:cubicBezTo>
                    <a:pt x="1438" y="778"/>
                    <a:pt x="1444" y="766"/>
                    <a:pt x="1458" y="766"/>
                  </a:cubicBezTo>
                  <a:cubicBezTo>
                    <a:pt x="1460" y="766"/>
                    <a:pt x="1463" y="766"/>
                    <a:pt x="1466" y="767"/>
                  </a:cubicBezTo>
                  <a:cubicBezTo>
                    <a:pt x="1475" y="764"/>
                    <a:pt x="1476" y="754"/>
                    <a:pt x="1486" y="751"/>
                  </a:cubicBezTo>
                  <a:cubicBezTo>
                    <a:pt x="1491" y="739"/>
                    <a:pt x="1498" y="734"/>
                    <a:pt x="1507" y="723"/>
                  </a:cubicBezTo>
                  <a:cubicBezTo>
                    <a:pt x="1512" y="717"/>
                    <a:pt x="1527" y="703"/>
                    <a:pt x="1524" y="693"/>
                  </a:cubicBezTo>
                  <a:cubicBezTo>
                    <a:pt x="1523" y="687"/>
                    <a:pt x="1509" y="681"/>
                    <a:pt x="1504" y="671"/>
                  </a:cubicBezTo>
                  <a:cubicBezTo>
                    <a:pt x="1503" y="668"/>
                    <a:pt x="1503" y="664"/>
                    <a:pt x="1502" y="662"/>
                  </a:cubicBezTo>
                  <a:cubicBezTo>
                    <a:pt x="1500" y="658"/>
                    <a:pt x="1494" y="658"/>
                    <a:pt x="1494" y="653"/>
                  </a:cubicBezTo>
                  <a:cubicBezTo>
                    <a:pt x="1495" y="646"/>
                    <a:pt x="1511" y="644"/>
                    <a:pt x="1511" y="639"/>
                  </a:cubicBezTo>
                  <a:cubicBezTo>
                    <a:pt x="1513" y="639"/>
                    <a:pt x="1514" y="639"/>
                    <a:pt x="1516" y="639"/>
                  </a:cubicBezTo>
                  <a:cubicBezTo>
                    <a:pt x="1521" y="639"/>
                    <a:pt x="1524" y="638"/>
                    <a:pt x="1523" y="633"/>
                  </a:cubicBezTo>
                  <a:cubicBezTo>
                    <a:pt x="1519" y="631"/>
                    <a:pt x="1515" y="631"/>
                    <a:pt x="1510" y="631"/>
                  </a:cubicBezTo>
                  <a:cubicBezTo>
                    <a:pt x="1507" y="631"/>
                    <a:pt x="1504" y="631"/>
                    <a:pt x="1501" y="631"/>
                  </a:cubicBezTo>
                  <a:cubicBezTo>
                    <a:pt x="1498" y="631"/>
                    <a:pt x="1495" y="632"/>
                    <a:pt x="1493" y="632"/>
                  </a:cubicBezTo>
                  <a:cubicBezTo>
                    <a:pt x="1483" y="632"/>
                    <a:pt x="1475" y="630"/>
                    <a:pt x="1475" y="619"/>
                  </a:cubicBezTo>
                  <a:cubicBezTo>
                    <a:pt x="1475" y="619"/>
                    <a:pt x="1475" y="619"/>
                    <a:pt x="1475" y="619"/>
                  </a:cubicBezTo>
                  <a:cubicBezTo>
                    <a:pt x="1483" y="619"/>
                    <a:pt x="1488" y="614"/>
                    <a:pt x="1494" y="610"/>
                  </a:cubicBezTo>
                  <a:cubicBezTo>
                    <a:pt x="1499" y="605"/>
                    <a:pt x="1504" y="601"/>
                    <a:pt x="1512" y="601"/>
                  </a:cubicBezTo>
                  <a:cubicBezTo>
                    <a:pt x="1514" y="601"/>
                    <a:pt x="1516" y="601"/>
                    <a:pt x="1518" y="602"/>
                  </a:cubicBezTo>
                  <a:cubicBezTo>
                    <a:pt x="1518" y="609"/>
                    <a:pt x="1509" y="612"/>
                    <a:pt x="1513" y="620"/>
                  </a:cubicBezTo>
                  <a:cubicBezTo>
                    <a:pt x="1520" y="617"/>
                    <a:pt x="1532" y="610"/>
                    <a:pt x="1541" y="610"/>
                  </a:cubicBezTo>
                  <a:cubicBezTo>
                    <a:pt x="1545" y="610"/>
                    <a:pt x="1549" y="612"/>
                    <a:pt x="1552" y="617"/>
                  </a:cubicBezTo>
                  <a:cubicBezTo>
                    <a:pt x="1550" y="619"/>
                    <a:pt x="1549" y="622"/>
                    <a:pt x="1548" y="625"/>
                  </a:cubicBezTo>
                  <a:cubicBezTo>
                    <a:pt x="1560" y="632"/>
                    <a:pt x="1570" y="646"/>
                    <a:pt x="1561" y="660"/>
                  </a:cubicBezTo>
                  <a:cubicBezTo>
                    <a:pt x="1563" y="662"/>
                    <a:pt x="1567" y="663"/>
                    <a:pt x="1570" y="663"/>
                  </a:cubicBezTo>
                  <a:cubicBezTo>
                    <a:pt x="1578" y="663"/>
                    <a:pt x="1588" y="660"/>
                    <a:pt x="1592" y="657"/>
                  </a:cubicBezTo>
                  <a:cubicBezTo>
                    <a:pt x="1588" y="646"/>
                    <a:pt x="1595" y="644"/>
                    <a:pt x="1592" y="634"/>
                  </a:cubicBezTo>
                  <a:cubicBezTo>
                    <a:pt x="1589" y="625"/>
                    <a:pt x="1572" y="622"/>
                    <a:pt x="1574" y="613"/>
                  </a:cubicBezTo>
                  <a:cubicBezTo>
                    <a:pt x="1575" y="610"/>
                    <a:pt x="1580" y="610"/>
                    <a:pt x="1584" y="607"/>
                  </a:cubicBezTo>
                  <a:cubicBezTo>
                    <a:pt x="1585" y="606"/>
                    <a:pt x="1585" y="603"/>
                    <a:pt x="1588" y="601"/>
                  </a:cubicBezTo>
                  <a:cubicBezTo>
                    <a:pt x="1590" y="598"/>
                    <a:pt x="1596" y="596"/>
                    <a:pt x="1599" y="594"/>
                  </a:cubicBezTo>
                  <a:cubicBezTo>
                    <a:pt x="1606" y="586"/>
                    <a:pt x="1607" y="579"/>
                    <a:pt x="1619" y="577"/>
                  </a:cubicBezTo>
                  <a:cubicBezTo>
                    <a:pt x="1624" y="578"/>
                    <a:pt x="1624" y="583"/>
                    <a:pt x="1631" y="583"/>
                  </a:cubicBezTo>
                  <a:cubicBezTo>
                    <a:pt x="1647" y="576"/>
                    <a:pt x="1663" y="569"/>
                    <a:pt x="1668" y="553"/>
                  </a:cubicBezTo>
                  <a:cubicBezTo>
                    <a:pt x="1677" y="551"/>
                    <a:pt x="1677" y="543"/>
                    <a:pt x="1683" y="536"/>
                  </a:cubicBezTo>
                  <a:cubicBezTo>
                    <a:pt x="1689" y="529"/>
                    <a:pt x="1701" y="522"/>
                    <a:pt x="1704" y="515"/>
                  </a:cubicBezTo>
                  <a:cubicBezTo>
                    <a:pt x="1706" y="509"/>
                    <a:pt x="1705" y="503"/>
                    <a:pt x="1705" y="498"/>
                  </a:cubicBezTo>
                  <a:moveTo>
                    <a:pt x="1737" y="498"/>
                  </a:moveTo>
                  <a:cubicBezTo>
                    <a:pt x="1719" y="498"/>
                    <a:pt x="1719" y="498"/>
                    <a:pt x="1719" y="498"/>
                  </a:cubicBezTo>
                  <a:cubicBezTo>
                    <a:pt x="1719" y="502"/>
                    <a:pt x="1719" y="506"/>
                    <a:pt x="1718" y="509"/>
                  </a:cubicBezTo>
                  <a:cubicBezTo>
                    <a:pt x="1716" y="523"/>
                    <a:pt x="1707" y="541"/>
                    <a:pt x="1720" y="548"/>
                  </a:cubicBezTo>
                  <a:cubicBezTo>
                    <a:pt x="1724" y="543"/>
                    <a:pt x="1729" y="543"/>
                    <a:pt x="1736" y="543"/>
                  </a:cubicBezTo>
                  <a:cubicBezTo>
                    <a:pt x="1738" y="534"/>
                    <a:pt x="1714" y="522"/>
                    <a:pt x="1729" y="511"/>
                  </a:cubicBezTo>
                  <a:cubicBezTo>
                    <a:pt x="1734" y="512"/>
                    <a:pt x="1738" y="516"/>
                    <a:pt x="1742" y="516"/>
                  </a:cubicBezTo>
                  <a:cubicBezTo>
                    <a:pt x="1744" y="516"/>
                    <a:pt x="1745" y="516"/>
                    <a:pt x="1747" y="515"/>
                  </a:cubicBezTo>
                  <a:cubicBezTo>
                    <a:pt x="1747" y="509"/>
                    <a:pt x="1739" y="506"/>
                    <a:pt x="1737" y="500"/>
                  </a:cubicBezTo>
                  <a:cubicBezTo>
                    <a:pt x="1737" y="499"/>
                    <a:pt x="1737" y="499"/>
                    <a:pt x="1737" y="498"/>
                  </a:cubicBezTo>
                  <a:moveTo>
                    <a:pt x="3255" y="494"/>
                  </a:moveTo>
                  <a:cubicBezTo>
                    <a:pt x="3252" y="494"/>
                    <a:pt x="3250" y="494"/>
                    <a:pt x="3248" y="496"/>
                  </a:cubicBezTo>
                  <a:cubicBezTo>
                    <a:pt x="3248" y="497"/>
                    <a:pt x="3248" y="497"/>
                    <a:pt x="3249" y="498"/>
                  </a:cubicBezTo>
                  <a:cubicBezTo>
                    <a:pt x="3271" y="498"/>
                    <a:pt x="3271" y="498"/>
                    <a:pt x="3271" y="498"/>
                  </a:cubicBezTo>
                  <a:cubicBezTo>
                    <a:pt x="3266" y="496"/>
                    <a:pt x="3260" y="494"/>
                    <a:pt x="3255" y="494"/>
                  </a:cubicBezTo>
                  <a:moveTo>
                    <a:pt x="2613" y="491"/>
                  </a:moveTo>
                  <a:cubicBezTo>
                    <a:pt x="2612" y="491"/>
                    <a:pt x="2611" y="491"/>
                    <a:pt x="2610" y="491"/>
                  </a:cubicBezTo>
                  <a:cubicBezTo>
                    <a:pt x="2610" y="494"/>
                    <a:pt x="2612" y="496"/>
                    <a:pt x="2614" y="498"/>
                  </a:cubicBezTo>
                  <a:cubicBezTo>
                    <a:pt x="2640" y="498"/>
                    <a:pt x="2640" y="498"/>
                    <a:pt x="2640" y="498"/>
                  </a:cubicBezTo>
                  <a:cubicBezTo>
                    <a:pt x="2633" y="493"/>
                    <a:pt x="2624" y="491"/>
                    <a:pt x="2613" y="491"/>
                  </a:cubicBezTo>
                  <a:moveTo>
                    <a:pt x="3329" y="474"/>
                  </a:moveTo>
                  <a:cubicBezTo>
                    <a:pt x="3329" y="474"/>
                    <a:pt x="3328" y="474"/>
                    <a:pt x="3328" y="474"/>
                  </a:cubicBezTo>
                  <a:cubicBezTo>
                    <a:pt x="3323" y="476"/>
                    <a:pt x="3320" y="480"/>
                    <a:pt x="3317" y="482"/>
                  </a:cubicBezTo>
                  <a:cubicBezTo>
                    <a:pt x="3316" y="489"/>
                    <a:pt x="3312" y="494"/>
                    <a:pt x="3308" y="498"/>
                  </a:cubicBezTo>
                  <a:cubicBezTo>
                    <a:pt x="3334" y="498"/>
                    <a:pt x="3334" y="498"/>
                    <a:pt x="3334" y="498"/>
                  </a:cubicBezTo>
                  <a:cubicBezTo>
                    <a:pt x="3330" y="496"/>
                    <a:pt x="3326" y="494"/>
                    <a:pt x="3324" y="491"/>
                  </a:cubicBezTo>
                  <a:cubicBezTo>
                    <a:pt x="3324" y="483"/>
                    <a:pt x="3333" y="483"/>
                    <a:pt x="3333" y="476"/>
                  </a:cubicBezTo>
                  <a:cubicBezTo>
                    <a:pt x="3331" y="475"/>
                    <a:pt x="3331" y="474"/>
                    <a:pt x="3329" y="474"/>
                  </a:cubicBezTo>
                  <a:moveTo>
                    <a:pt x="208" y="446"/>
                  </a:moveTo>
                  <a:cubicBezTo>
                    <a:pt x="206" y="446"/>
                    <a:pt x="203" y="447"/>
                    <a:pt x="201" y="448"/>
                  </a:cubicBezTo>
                  <a:cubicBezTo>
                    <a:pt x="195" y="451"/>
                    <a:pt x="199" y="456"/>
                    <a:pt x="194" y="460"/>
                  </a:cubicBezTo>
                  <a:cubicBezTo>
                    <a:pt x="192" y="462"/>
                    <a:pt x="187" y="460"/>
                    <a:pt x="185" y="462"/>
                  </a:cubicBezTo>
                  <a:cubicBezTo>
                    <a:pt x="179" y="470"/>
                    <a:pt x="173" y="493"/>
                    <a:pt x="187" y="494"/>
                  </a:cubicBezTo>
                  <a:cubicBezTo>
                    <a:pt x="188" y="494"/>
                    <a:pt x="188" y="494"/>
                    <a:pt x="188" y="494"/>
                  </a:cubicBezTo>
                  <a:cubicBezTo>
                    <a:pt x="192" y="494"/>
                    <a:pt x="200" y="492"/>
                    <a:pt x="204" y="491"/>
                  </a:cubicBezTo>
                  <a:cubicBezTo>
                    <a:pt x="212" y="488"/>
                    <a:pt x="218" y="484"/>
                    <a:pt x="223" y="480"/>
                  </a:cubicBezTo>
                  <a:cubicBezTo>
                    <a:pt x="225" y="472"/>
                    <a:pt x="226" y="466"/>
                    <a:pt x="227" y="458"/>
                  </a:cubicBezTo>
                  <a:cubicBezTo>
                    <a:pt x="225" y="452"/>
                    <a:pt x="217" y="446"/>
                    <a:pt x="208" y="446"/>
                  </a:cubicBezTo>
                  <a:moveTo>
                    <a:pt x="477" y="415"/>
                  </a:moveTo>
                  <a:cubicBezTo>
                    <a:pt x="469" y="415"/>
                    <a:pt x="468" y="425"/>
                    <a:pt x="470" y="429"/>
                  </a:cubicBezTo>
                  <a:cubicBezTo>
                    <a:pt x="471" y="430"/>
                    <a:pt x="471" y="430"/>
                    <a:pt x="472" y="430"/>
                  </a:cubicBezTo>
                  <a:cubicBezTo>
                    <a:pt x="480" y="430"/>
                    <a:pt x="479" y="420"/>
                    <a:pt x="478" y="415"/>
                  </a:cubicBezTo>
                  <a:cubicBezTo>
                    <a:pt x="477" y="415"/>
                    <a:pt x="477" y="415"/>
                    <a:pt x="477" y="415"/>
                  </a:cubicBezTo>
                  <a:moveTo>
                    <a:pt x="217" y="407"/>
                  </a:moveTo>
                  <a:cubicBezTo>
                    <a:pt x="212" y="407"/>
                    <a:pt x="209" y="412"/>
                    <a:pt x="208" y="417"/>
                  </a:cubicBezTo>
                  <a:cubicBezTo>
                    <a:pt x="211" y="418"/>
                    <a:pt x="213" y="419"/>
                    <a:pt x="216" y="419"/>
                  </a:cubicBezTo>
                  <a:cubicBezTo>
                    <a:pt x="217" y="419"/>
                    <a:pt x="218" y="419"/>
                    <a:pt x="218" y="419"/>
                  </a:cubicBezTo>
                  <a:cubicBezTo>
                    <a:pt x="219" y="416"/>
                    <a:pt x="221" y="413"/>
                    <a:pt x="222" y="410"/>
                  </a:cubicBezTo>
                  <a:cubicBezTo>
                    <a:pt x="220" y="408"/>
                    <a:pt x="218" y="407"/>
                    <a:pt x="217" y="407"/>
                  </a:cubicBezTo>
                  <a:moveTo>
                    <a:pt x="517" y="400"/>
                  </a:moveTo>
                  <a:cubicBezTo>
                    <a:pt x="511" y="400"/>
                    <a:pt x="503" y="408"/>
                    <a:pt x="517" y="411"/>
                  </a:cubicBezTo>
                  <a:cubicBezTo>
                    <a:pt x="518" y="410"/>
                    <a:pt x="518" y="410"/>
                    <a:pt x="519" y="410"/>
                  </a:cubicBezTo>
                  <a:cubicBezTo>
                    <a:pt x="519" y="410"/>
                    <a:pt x="520" y="410"/>
                    <a:pt x="520" y="410"/>
                  </a:cubicBezTo>
                  <a:cubicBezTo>
                    <a:pt x="522" y="403"/>
                    <a:pt x="520" y="400"/>
                    <a:pt x="517" y="400"/>
                  </a:cubicBezTo>
                  <a:moveTo>
                    <a:pt x="252" y="396"/>
                  </a:moveTo>
                  <a:cubicBezTo>
                    <a:pt x="252" y="396"/>
                    <a:pt x="252" y="396"/>
                    <a:pt x="252" y="396"/>
                  </a:cubicBezTo>
                  <a:cubicBezTo>
                    <a:pt x="253" y="404"/>
                    <a:pt x="245" y="408"/>
                    <a:pt x="234" y="408"/>
                  </a:cubicBezTo>
                  <a:cubicBezTo>
                    <a:pt x="233" y="417"/>
                    <a:pt x="216" y="417"/>
                    <a:pt x="218" y="426"/>
                  </a:cubicBezTo>
                  <a:cubicBezTo>
                    <a:pt x="219" y="426"/>
                    <a:pt x="220" y="426"/>
                    <a:pt x="220" y="426"/>
                  </a:cubicBezTo>
                  <a:cubicBezTo>
                    <a:pt x="222" y="426"/>
                    <a:pt x="223" y="425"/>
                    <a:pt x="224" y="424"/>
                  </a:cubicBezTo>
                  <a:cubicBezTo>
                    <a:pt x="224" y="423"/>
                    <a:pt x="225" y="422"/>
                    <a:pt x="227" y="422"/>
                  </a:cubicBezTo>
                  <a:cubicBezTo>
                    <a:pt x="227" y="422"/>
                    <a:pt x="227" y="422"/>
                    <a:pt x="227" y="422"/>
                  </a:cubicBezTo>
                  <a:cubicBezTo>
                    <a:pt x="232" y="428"/>
                    <a:pt x="220" y="434"/>
                    <a:pt x="223" y="444"/>
                  </a:cubicBezTo>
                  <a:cubicBezTo>
                    <a:pt x="231" y="454"/>
                    <a:pt x="254" y="451"/>
                    <a:pt x="256" y="467"/>
                  </a:cubicBezTo>
                  <a:cubicBezTo>
                    <a:pt x="256" y="474"/>
                    <a:pt x="240" y="469"/>
                    <a:pt x="237" y="474"/>
                  </a:cubicBezTo>
                  <a:cubicBezTo>
                    <a:pt x="236" y="479"/>
                    <a:pt x="240" y="479"/>
                    <a:pt x="239" y="482"/>
                  </a:cubicBezTo>
                  <a:cubicBezTo>
                    <a:pt x="238" y="484"/>
                    <a:pt x="234" y="485"/>
                    <a:pt x="232" y="486"/>
                  </a:cubicBezTo>
                  <a:cubicBezTo>
                    <a:pt x="233" y="491"/>
                    <a:pt x="240" y="489"/>
                    <a:pt x="241" y="494"/>
                  </a:cubicBezTo>
                  <a:cubicBezTo>
                    <a:pt x="240" y="496"/>
                    <a:pt x="239" y="497"/>
                    <a:pt x="238" y="498"/>
                  </a:cubicBezTo>
                  <a:cubicBezTo>
                    <a:pt x="293" y="498"/>
                    <a:pt x="293" y="498"/>
                    <a:pt x="293" y="498"/>
                  </a:cubicBezTo>
                  <a:cubicBezTo>
                    <a:pt x="300" y="495"/>
                    <a:pt x="304" y="490"/>
                    <a:pt x="304" y="481"/>
                  </a:cubicBezTo>
                  <a:cubicBezTo>
                    <a:pt x="296" y="474"/>
                    <a:pt x="281" y="473"/>
                    <a:pt x="283" y="458"/>
                  </a:cubicBezTo>
                  <a:cubicBezTo>
                    <a:pt x="275" y="453"/>
                    <a:pt x="256" y="444"/>
                    <a:pt x="257" y="436"/>
                  </a:cubicBezTo>
                  <a:cubicBezTo>
                    <a:pt x="258" y="428"/>
                    <a:pt x="271" y="433"/>
                    <a:pt x="270" y="422"/>
                  </a:cubicBezTo>
                  <a:cubicBezTo>
                    <a:pt x="269" y="421"/>
                    <a:pt x="266" y="421"/>
                    <a:pt x="264" y="421"/>
                  </a:cubicBezTo>
                  <a:cubicBezTo>
                    <a:pt x="262" y="421"/>
                    <a:pt x="261" y="421"/>
                    <a:pt x="260" y="421"/>
                  </a:cubicBezTo>
                  <a:cubicBezTo>
                    <a:pt x="258" y="421"/>
                    <a:pt x="257" y="421"/>
                    <a:pt x="255" y="421"/>
                  </a:cubicBezTo>
                  <a:cubicBezTo>
                    <a:pt x="252" y="421"/>
                    <a:pt x="249" y="421"/>
                    <a:pt x="247" y="419"/>
                  </a:cubicBezTo>
                  <a:cubicBezTo>
                    <a:pt x="254" y="412"/>
                    <a:pt x="254" y="405"/>
                    <a:pt x="262" y="400"/>
                  </a:cubicBezTo>
                  <a:cubicBezTo>
                    <a:pt x="258" y="399"/>
                    <a:pt x="256" y="396"/>
                    <a:pt x="252" y="396"/>
                  </a:cubicBezTo>
                  <a:moveTo>
                    <a:pt x="489" y="385"/>
                  </a:moveTo>
                  <a:cubicBezTo>
                    <a:pt x="487" y="385"/>
                    <a:pt x="484" y="386"/>
                    <a:pt x="484" y="389"/>
                  </a:cubicBezTo>
                  <a:cubicBezTo>
                    <a:pt x="484" y="391"/>
                    <a:pt x="487" y="392"/>
                    <a:pt x="489" y="392"/>
                  </a:cubicBezTo>
                  <a:cubicBezTo>
                    <a:pt x="491" y="392"/>
                    <a:pt x="492" y="391"/>
                    <a:pt x="493" y="391"/>
                  </a:cubicBezTo>
                  <a:cubicBezTo>
                    <a:pt x="494" y="388"/>
                    <a:pt x="494" y="389"/>
                    <a:pt x="493" y="386"/>
                  </a:cubicBezTo>
                  <a:cubicBezTo>
                    <a:pt x="492" y="385"/>
                    <a:pt x="491" y="385"/>
                    <a:pt x="489" y="385"/>
                  </a:cubicBezTo>
                  <a:moveTo>
                    <a:pt x="270" y="382"/>
                  </a:moveTo>
                  <a:cubicBezTo>
                    <a:pt x="267" y="382"/>
                    <a:pt x="265" y="385"/>
                    <a:pt x="265" y="388"/>
                  </a:cubicBezTo>
                  <a:cubicBezTo>
                    <a:pt x="265" y="391"/>
                    <a:pt x="268" y="394"/>
                    <a:pt x="273" y="394"/>
                  </a:cubicBezTo>
                  <a:cubicBezTo>
                    <a:pt x="274" y="394"/>
                    <a:pt x="275" y="394"/>
                    <a:pt x="276" y="394"/>
                  </a:cubicBezTo>
                  <a:cubicBezTo>
                    <a:pt x="278" y="391"/>
                    <a:pt x="278" y="387"/>
                    <a:pt x="276" y="384"/>
                  </a:cubicBezTo>
                  <a:cubicBezTo>
                    <a:pt x="274" y="383"/>
                    <a:pt x="272" y="382"/>
                    <a:pt x="270" y="382"/>
                  </a:cubicBezTo>
                  <a:moveTo>
                    <a:pt x="3064" y="335"/>
                  </a:moveTo>
                  <a:cubicBezTo>
                    <a:pt x="3059" y="335"/>
                    <a:pt x="3053" y="337"/>
                    <a:pt x="3051" y="340"/>
                  </a:cubicBezTo>
                  <a:cubicBezTo>
                    <a:pt x="3050" y="345"/>
                    <a:pt x="3054" y="347"/>
                    <a:pt x="3058" y="347"/>
                  </a:cubicBezTo>
                  <a:cubicBezTo>
                    <a:pt x="3064" y="347"/>
                    <a:pt x="3071" y="344"/>
                    <a:pt x="3072" y="339"/>
                  </a:cubicBezTo>
                  <a:cubicBezTo>
                    <a:pt x="3070" y="336"/>
                    <a:pt x="3067" y="335"/>
                    <a:pt x="3064" y="335"/>
                  </a:cubicBezTo>
                  <a:moveTo>
                    <a:pt x="3034" y="302"/>
                  </a:moveTo>
                  <a:cubicBezTo>
                    <a:pt x="3033" y="302"/>
                    <a:pt x="3033" y="302"/>
                    <a:pt x="3032" y="302"/>
                  </a:cubicBezTo>
                  <a:cubicBezTo>
                    <a:pt x="3028" y="309"/>
                    <a:pt x="3023" y="320"/>
                    <a:pt x="3025" y="328"/>
                  </a:cubicBezTo>
                  <a:cubicBezTo>
                    <a:pt x="3031" y="331"/>
                    <a:pt x="3036" y="333"/>
                    <a:pt x="3043" y="335"/>
                  </a:cubicBezTo>
                  <a:cubicBezTo>
                    <a:pt x="3049" y="331"/>
                    <a:pt x="3047" y="326"/>
                    <a:pt x="3054" y="325"/>
                  </a:cubicBezTo>
                  <a:cubicBezTo>
                    <a:pt x="3055" y="325"/>
                    <a:pt x="3056" y="324"/>
                    <a:pt x="3057" y="324"/>
                  </a:cubicBezTo>
                  <a:cubicBezTo>
                    <a:pt x="3060" y="324"/>
                    <a:pt x="3064" y="326"/>
                    <a:pt x="3068" y="327"/>
                  </a:cubicBezTo>
                  <a:cubicBezTo>
                    <a:pt x="3071" y="328"/>
                    <a:pt x="3075" y="329"/>
                    <a:pt x="3078" y="329"/>
                  </a:cubicBezTo>
                  <a:cubicBezTo>
                    <a:pt x="3082" y="329"/>
                    <a:pt x="3085" y="327"/>
                    <a:pt x="3085" y="318"/>
                  </a:cubicBezTo>
                  <a:cubicBezTo>
                    <a:pt x="3068" y="313"/>
                    <a:pt x="3056" y="302"/>
                    <a:pt x="3034" y="302"/>
                  </a:cubicBezTo>
                  <a:moveTo>
                    <a:pt x="55" y="302"/>
                  </a:moveTo>
                  <a:cubicBezTo>
                    <a:pt x="53" y="302"/>
                    <a:pt x="51" y="302"/>
                    <a:pt x="50" y="302"/>
                  </a:cubicBezTo>
                  <a:cubicBezTo>
                    <a:pt x="50" y="306"/>
                    <a:pt x="52" y="307"/>
                    <a:pt x="53" y="309"/>
                  </a:cubicBezTo>
                  <a:cubicBezTo>
                    <a:pt x="49" y="313"/>
                    <a:pt x="40" y="314"/>
                    <a:pt x="37" y="319"/>
                  </a:cubicBezTo>
                  <a:cubicBezTo>
                    <a:pt x="37" y="322"/>
                    <a:pt x="37" y="322"/>
                    <a:pt x="37" y="322"/>
                  </a:cubicBezTo>
                  <a:cubicBezTo>
                    <a:pt x="37" y="325"/>
                    <a:pt x="44" y="324"/>
                    <a:pt x="45" y="327"/>
                  </a:cubicBezTo>
                  <a:cubicBezTo>
                    <a:pt x="44" y="330"/>
                    <a:pt x="42" y="330"/>
                    <a:pt x="43" y="333"/>
                  </a:cubicBezTo>
                  <a:cubicBezTo>
                    <a:pt x="44" y="333"/>
                    <a:pt x="45" y="333"/>
                    <a:pt x="45" y="333"/>
                  </a:cubicBezTo>
                  <a:cubicBezTo>
                    <a:pt x="46" y="333"/>
                    <a:pt x="47" y="333"/>
                    <a:pt x="48" y="333"/>
                  </a:cubicBezTo>
                  <a:cubicBezTo>
                    <a:pt x="49" y="333"/>
                    <a:pt x="50" y="333"/>
                    <a:pt x="51" y="333"/>
                  </a:cubicBezTo>
                  <a:cubicBezTo>
                    <a:pt x="54" y="333"/>
                    <a:pt x="57" y="333"/>
                    <a:pt x="58" y="336"/>
                  </a:cubicBezTo>
                  <a:cubicBezTo>
                    <a:pt x="55" y="338"/>
                    <a:pt x="55" y="343"/>
                    <a:pt x="58" y="345"/>
                  </a:cubicBezTo>
                  <a:cubicBezTo>
                    <a:pt x="59" y="345"/>
                    <a:pt x="61" y="345"/>
                    <a:pt x="63" y="345"/>
                  </a:cubicBezTo>
                  <a:cubicBezTo>
                    <a:pt x="68" y="345"/>
                    <a:pt x="74" y="346"/>
                    <a:pt x="79" y="347"/>
                  </a:cubicBezTo>
                  <a:cubicBezTo>
                    <a:pt x="85" y="348"/>
                    <a:pt x="91" y="350"/>
                    <a:pt x="96" y="350"/>
                  </a:cubicBezTo>
                  <a:cubicBezTo>
                    <a:pt x="101" y="350"/>
                    <a:pt x="107" y="348"/>
                    <a:pt x="111" y="343"/>
                  </a:cubicBezTo>
                  <a:cubicBezTo>
                    <a:pt x="129" y="342"/>
                    <a:pt x="137" y="334"/>
                    <a:pt x="149" y="328"/>
                  </a:cubicBezTo>
                  <a:cubicBezTo>
                    <a:pt x="145" y="319"/>
                    <a:pt x="139" y="312"/>
                    <a:pt x="131" y="307"/>
                  </a:cubicBezTo>
                  <a:cubicBezTo>
                    <a:pt x="127" y="308"/>
                    <a:pt x="124" y="308"/>
                    <a:pt x="120" y="308"/>
                  </a:cubicBezTo>
                  <a:cubicBezTo>
                    <a:pt x="117" y="308"/>
                    <a:pt x="114" y="308"/>
                    <a:pt x="111" y="308"/>
                  </a:cubicBezTo>
                  <a:cubicBezTo>
                    <a:pt x="108" y="308"/>
                    <a:pt x="105" y="307"/>
                    <a:pt x="102" y="307"/>
                  </a:cubicBezTo>
                  <a:cubicBezTo>
                    <a:pt x="99" y="307"/>
                    <a:pt x="97" y="308"/>
                    <a:pt x="94" y="308"/>
                  </a:cubicBezTo>
                  <a:cubicBezTo>
                    <a:pt x="84" y="310"/>
                    <a:pt x="84" y="319"/>
                    <a:pt x="76" y="321"/>
                  </a:cubicBezTo>
                  <a:cubicBezTo>
                    <a:pt x="67" y="317"/>
                    <a:pt x="66" y="306"/>
                    <a:pt x="58" y="302"/>
                  </a:cubicBezTo>
                  <a:cubicBezTo>
                    <a:pt x="57" y="302"/>
                    <a:pt x="56" y="302"/>
                    <a:pt x="55" y="302"/>
                  </a:cubicBezTo>
                  <a:moveTo>
                    <a:pt x="433" y="279"/>
                  </a:moveTo>
                  <a:cubicBezTo>
                    <a:pt x="423" y="279"/>
                    <a:pt x="412" y="283"/>
                    <a:pt x="416" y="292"/>
                  </a:cubicBezTo>
                  <a:cubicBezTo>
                    <a:pt x="421" y="291"/>
                    <a:pt x="426" y="289"/>
                    <a:pt x="432" y="289"/>
                  </a:cubicBezTo>
                  <a:cubicBezTo>
                    <a:pt x="434" y="286"/>
                    <a:pt x="435" y="282"/>
                    <a:pt x="433" y="279"/>
                  </a:cubicBezTo>
                  <a:moveTo>
                    <a:pt x="3732" y="279"/>
                  </a:moveTo>
                  <a:cubicBezTo>
                    <a:pt x="3725" y="281"/>
                    <a:pt x="3718" y="281"/>
                    <a:pt x="3710" y="281"/>
                  </a:cubicBezTo>
                  <a:cubicBezTo>
                    <a:pt x="3709" y="281"/>
                    <a:pt x="3709" y="281"/>
                    <a:pt x="3708" y="281"/>
                  </a:cubicBezTo>
                  <a:cubicBezTo>
                    <a:pt x="3707" y="281"/>
                    <a:pt x="3706" y="281"/>
                    <a:pt x="3705" y="281"/>
                  </a:cubicBezTo>
                  <a:cubicBezTo>
                    <a:pt x="3692" y="281"/>
                    <a:pt x="3679" y="281"/>
                    <a:pt x="3673" y="289"/>
                  </a:cubicBezTo>
                  <a:cubicBezTo>
                    <a:pt x="3668" y="287"/>
                    <a:pt x="3667" y="281"/>
                    <a:pt x="3660" y="281"/>
                  </a:cubicBezTo>
                  <a:cubicBezTo>
                    <a:pt x="3660" y="281"/>
                    <a:pt x="3659" y="281"/>
                    <a:pt x="3659" y="281"/>
                  </a:cubicBezTo>
                  <a:cubicBezTo>
                    <a:pt x="3655" y="287"/>
                    <a:pt x="3647" y="290"/>
                    <a:pt x="3645" y="298"/>
                  </a:cubicBezTo>
                  <a:cubicBezTo>
                    <a:pt x="3649" y="304"/>
                    <a:pt x="3655" y="310"/>
                    <a:pt x="3663" y="314"/>
                  </a:cubicBezTo>
                  <a:cubicBezTo>
                    <a:pt x="3661" y="316"/>
                    <a:pt x="3658" y="318"/>
                    <a:pt x="3659" y="324"/>
                  </a:cubicBezTo>
                  <a:cubicBezTo>
                    <a:pt x="3661" y="325"/>
                    <a:pt x="3662" y="325"/>
                    <a:pt x="3664" y="325"/>
                  </a:cubicBezTo>
                  <a:cubicBezTo>
                    <a:pt x="3670" y="325"/>
                    <a:pt x="3673" y="319"/>
                    <a:pt x="3679" y="318"/>
                  </a:cubicBezTo>
                  <a:cubicBezTo>
                    <a:pt x="3683" y="320"/>
                    <a:pt x="3688" y="321"/>
                    <a:pt x="3692" y="321"/>
                  </a:cubicBezTo>
                  <a:cubicBezTo>
                    <a:pt x="3701" y="321"/>
                    <a:pt x="3710" y="318"/>
                    <a:pt x="3717" y="316"/>
                  </a:cubicBezTo>
                  <a:cubicBezTo>
                    <a:pt x="3733" y="313"/>
                    <a:pt x="3754" y="314"/>
                    <a:pt x="3758" y="301"/>
                  </a:cubicBezTo>
                  <a:cubicBezTo>
                    <a:pt x="3751" y="292"/>
                    <a:pt x="3742" y="285"/>
                    <a:pt x="3732" y="279"/>
                  </a:cubicBezTo>
                  <a:moveTo>
                    <a:pt x="3132" y="261"/>
                  </a:moveTo>
                  <a:cubicBezTo>
                    <a:pt x="3126" y="261"/>
                    <a:pt x="3117" y="266"/>
                    <a:pt x="3114" y="270"/>
                  </a:cubicBezTo>
                  <a:cubicBezTo>
                    <a:pt x="3113" y="277"/>
                    <a:pt x="3115" y="281"/>
                    <a:pt x="3122" y="282"/>
                  </a:cubicBezTo>
                  <a:cubicBezTo>
                    <a:pt x="3127" y="277"/>
                    <a:pt x="3141" y="274"/>
                    <a:pt x="3138" y="265"/>
                  </a:cubicBezTo>
                  <a:cubicBezTo>
                    <a:pt x="3137" y="262"/>
                    <a:pt x="3135" y="261"/>
                    <a:pt x="3132" y="261"/>
                  </a:cubicBezTo>
                  <a:moveTo>
                    <a:pt x="465" y="257"/>
                  </a:moveTo>
                  <a:cubicBezTo>
                    <a:pt x="464" y="257"/>
                    <a:pt x="464" y="257"/>
                    <a:pt x="463" y="257"/>
                  </a:cubicBezTo>
                  <a:cubicBezTo>
                    <a:pt x="461" y="259"/>
                    <a:pt x="459" y="262"/>
                    <a:pt x="459" y="265"/>
                  </a:cubicBezTo>
                  <a:cubicBezTo>
                    <a:pt x="460" y="266"/>
                    <a:pt x="460" y="266"/>
                    <a:pt x="461" y="266"/>
                  </a:cubicBezTo>
                  <a:cubicBezTo>
                    <a:pt x="466" y="266"/>
                    <a:pt x="468" y="262"/>
                    <a:pt x="469" y="259"/>
                  </a:cubicBezTo>
                  <a:cubicBezTo>
                    <a:pt x="467" y="259"/>
                    <a:pt x="467" y="257"/>
                    <a:pt x="465" y="257"/>
                  </a:cubicBezTo>
                  <a:moveTo>
                    <a:pt x="785" y="256"/>
                  </a:moveTo>
                  <a:cubicBezTo>
                    <a:pt x="784" y="256"/>
                    <a:pt x="782" y="256"/>
                    <a:pt x="781" y="256"/>
                  </a:cubicBezTo>
                  <a:cubicBezTo>
                    <a:pt x="768" y="259"/>
                    <a:pt x="773" y="275"/>
                    <a:pt x="783" y="275"/>
                  </a:cubicBezTo>
                  <a:cubicBezTo>
                    <a:pt x="783" y="275"/>
                    <a:pt x="783" y="275"/>
                    <a:pt x="783" y="275"/>
                  </a:cubicBezTo>
                  <a:cubicBezTo>
                    <a:pt x="793" y="274"/>
                    <a:pt x="798" y="256"/>
                    <a:pt x="785" y="256"/>
                  </a:cubicBezTo>
                  <a:moveTo>
                    <a:pt x="489" y="245"/>
                  </a:moveTo>
                  <a:cubicBezTo>
                    <a:pt x="484" y="245"/>
                    <a:pt x="481" y="249"/>
                    <a:pt x="479" y="252"/>
                  </a:cubicBezTo>
                  <a:cubicBezTo>
                    <a:pt x="480" y="254"/>
                    <a:pt x="482" y="254"/>
                    <a:pt x="484" y="254"/>
                  </a:cubicBezTo>
                  <a:cubicBezTo>
                    <a:pt x="488" y="254"/>
                    <a:pt x="493" y="250"/>
                    <a:pt x="492" y="246"/>
                  </a:cubicBezTo>
                  <a:cubicBezTo>
                    <a:pt x="491" y="245"/>
                    <a:pt x="490" y="245"/>
                    <a:pt x="489" y="245"/>
                  </a:cubicBezTo>
                  <a:moveTo>
                    <a:pt x="2912" y="241"/>
                  </a:moveTo>
                  <a:cubicBezTo>
                    <a:pt x="2904" y="241"/>
                    <a:pt x="2897" y="244"/>
                    <a:pt x="2896" y="252"/>
                  </a:cubicBezTo>
                  <a:cubicBezTo>
                    <a:pt x="2906" y="253"/>
                    <a:pt x="2916" y="258"/>
                    <a:pt x="2926" y="258"/>
                  </a:cubicBezTo>
                  <a:cubicBezTo>
                    <a:pt x="2930" y="258"/>
                    <a:pt x="2934" y="257"/>
                    <a:pt x="2938" y="254"/>
                  </a:cubicBezTo>
                  <a:cubicBezTo>
                    <a:pt x="2936" y="247"/>
                    <a:pt x="2923" y="241"/>
                    <a:pt x="2912" y="241"/>
                  </a:cubicBezTo>
                  <a:moveTo>
                    <a:pt x="23" y="237"/>
                  </a:moveTo>
                  <a:cubicBezTo>
                    <a:pt x="16" y="237"/>
                    <a:pt x="6" y="240"/>
                    <a:pt x="0" y="241"/>
                  </a:cubicBezTo>
                  <a:cubicBezTo>
                    <a:pt x="2" y="247"/>
                    <a:pt x="8" y="249"/>
                    <a:pt x="15" y="249"/>
                  </a:cubicBezTo>
                  <a:cubicBezTo>
                    <a:pt x="22" y="249"/>
                    <a:pt x="30" y="247"/>
                    <a:pt x="33" y="243"/>
                  </a:cubicBezTo>
                  <a:cubicBezTo>
                    <a:pt x="32" y="239"/>
                    <a:pt x="28" y="237"/>
                    <a:pt x="23" y="237"/>
                  </a:cubicBezTo>
                  <a:moveTo>
                    <a:pt x="2951" y="212"/>
                  </a:moveTo>
                  <a:cubicBezTo>
                    <a:pt x="2938" y="212"/>
                    <a:pt x="2927" y="214"/>
                    <a:pt x="2926" y="223"/>
                  </a:cubicBezTo>
                  <a:cubicBezTo>
                    <a:pt x="2925" y="227"/>
                    <a:pt x="2931" y="233"/>
                    <a:pt x="2929" y="239"/>
                  </a:cubicBezTo>
                  <a:cubicBezTo>
                    <a:pt x="2936" y="241"/>
                    <a:pt x="2946" y="241"/>
                    <a:pt x="2951" y="246"/>
                  </a:cubicBezTo>
                  <a:cubicBezTo>
                    <a:pt x="2951" y="250"/>
                    <a:pt x="2944" y="248"/>
                    <a:pt x="2946" y="253"/>
                  </a:cubicBezTo>
                  <a:cubicBezTo>
                    <a:pt x="2946" y="257"/>
                    <a:pt x="2953" y="255"/>
                    <a:pt x="2952" y="260"/>
                  </a:cubicBezTo>
                  <a:cubicBezTo>
                    <a:pt x="2949" y="264"/>
                    <a:pt x="2940" y="264"/>
                    <a:pt x="2938" y="269"/>
                  </a:cubicBezTo>
                  <a:cubicBezTo>
                    <a:pt x="2939" y="273"/>
                    <a:pt x="2943" y="282"/>
                    <a:pt x="2935" y="282"/>
                  </a:cubicBezTo>
                  <a:cubicBezTo>
                    <a:pt x="2935" y="282"/>
                    <a:pt x="2934" y="282"/>
                    <a:pt x="2933" y="282"/>
                  </a:cubicBezTo>
                  <a:cubicBezTo>
                    <a:pt x="2929" y="279"/>
                    <a:pt x="2931" y="271"/>
                    <a:pt x="2929" y="266"/>
                  </a:cubicBezTo>
                  <a:cubicBezTo>
                    <a:pt x="2927" y="266"/>
                    <a:pt x="2925" y="265"/>
                    <a:pt x="2923" y="265"/>
                  </a:cubicBezTo>
                  <a:cubicBezTo>
                    <a:pt x="2922" y="265"/>
                    <a:pt x="2922" y="265"/>
                    <a:pt x="2921" y="265"/>
                  </a:cubicBezTo>
                  <a:cubicBezTo>
                    <a:pt x="2917" y="267"/>
                    <a:pt x="2920" y="274"/>
                    <a:pt x="2915" y="274"/>
                  </a:cubicBezTo>
                  <a:cubicBezTo>
                    <a:pt x="2915" y="274"/>
                    <a:pt x="2915" y="274"/>
                    <a:pt x="2915" y="274"/>
                  </a:cubicBezTo>
                  <a:cubicBezTo>
                    <a:pt x="2909" y="273"/>
                    <a:pt x="2909" y="268"/>
                    <a:pt x="2903" y="267"/>
                  </a:cubicBezTo>
                  <a:cubicBezTo>
                    <a:pt x="2898" y="270"/>
                    <a:pt x="2893" y="271"/>
                    <a:pt x="2887" y="271"/>
                  </a:cubicBezTo>
                  <a:cubicBezTo>
                    <a:pt x="2880" y="271"/>
                    <a:pt x="2872" y="270"/>
                    <a:pt x="2865" y="268"/>
                  </a:cubicBezTo>
                  <a:cubicBezTo>
                    <a:pt x="2858" y="267"/>
                    <a:pt x="2851" y="265"/>
                    <a:pt x="2845" y="265"/>
                  </a:cubicBezTo>
                  <a:cubicBezTo>
                    <a:pt x="2844" y="265"/>
                    <a:pt x="2843" y="265"/>
                    <a:pt x="2843" y="265"/>
                  </a:cubicBezTo>
                  <a:cubicBezTo>
                    <a:pt x="2837" y="263"/>
                    <a:pt x="2835" y="257"/>
                    <a:pt x="2828" y="255"/>
                  </a:cubicBezTo>
                  <a:cubicBezTo>
                    <a:pt x="2821" y="260"/>
                    <a:pt x="2811" y="258"/>
                    <a:pt x="2807" y="264"/>
                  </a:cubicBezTo>
                  <a:cubicBezTo>
                    <a:pt x="2808" y="266"/>
                    <a:pt x="2810" y="267"/>
                    <a:pt x="2812" y="267"/>
                  </a:cubicBezTo>
                  <a:cubicBezTo>
                    <a:pt x="2814" y="267"/>
                    <a:pt x="2816" y="266"/>
                    <a:pt x="2818" y="265"/>
                  </a:cubicBezTo>
                  <a:cubicBezTo>
                    <a:pt x="2821" y="264"/>
                    <a:pt x="2823" y="263"/>
                    <a:pt x="2825" y="263"/>
                  </a:cubicBezTo>
                  <a:cubicBezTo>
                    <a:pt x="2826" y="263"/>
                    <a:pt x="2827" y="263"/>
                    <a:pt x="2828" y="264"/>
                  </a:cubicBezTo>
                  <a:cubicBezTo>
                    <a:pt x="2825" y="269"/>
                    <a:pt x="2818" y="270"/>
                    <a:pt x="2813" y="272"/>
                  </a:cubicBezTo>
                  <a:cubicBezTo>
                    <a:pt x="2817" y="276"/>
                    <a:pt x="2823" y="288"/>
                    <a:pt x="2810" y="288"/>
                  </a:cubicBezTo>
                  <a:cubicBezTo>
                    <a:pt x="2809" y="288"/>
                    <a:pt x="2809" y="288"/>
                    <a:pt x="2808" y="288"/>
                  </a:cubicBezTo>
                  <a:cubicBezTo>
                    <a:pt x="2805" y="284"/>
                    <a:pt x="2810" y="280"/>
                    <a:pt x="2807" y="277"/>
                  </a:cubicBezTo>
                  <a:cubicBezTo>
                    <a:pt x="2801" y="275"/>
                    <a:pt x="2797" y="268"/>
                    <a:pt x="2788" y="268"/>
                  </a:cubicBezTo>
                  <a:cubicBezTo>
                    <a:pt x="2788" y="268"/>
                    <a:pt x="2788" y="268"/>
                    <a:pt x="2788" y="268"/>
                  </a:cubicBezTo>
                  <a:cubicBezTo>
                    <a:pt x="2785" y="268"/>
                    <a:pt x="2780" y="271"/>
                    <a:pt x="2776" y="272"/>
                  </a:cubicBezTo>
                  <a:cubicBezTo>
                    <a:pt x="2772" y="272"/>
                    <a:pt x="2768" y="273"/>
                    <a:pt x="2764" y="273"/>
                  </a:cubicBezTo>
                  <a:cubicBezTo>
                    <a:pt x="2756" y="273"/>
                    <a:pt x="2748" y="272"/>
                    <a:pt x="2742" y="269"/>
                  </a:cubicBezTo>
                  <a:cubicBezTo>
                    <a:pt x="2741" y="264"/>
                    <a:pt x="2747" y="265"/>
                    <a:pt x="2747" y="262"/>
                  </a:cubicBezTo>
                  <a:cubicBezTo>
                    <a:pt x="2744" y="258"/>
                    <a:pt x="2741" y="257"/>
                    <a:pt x="2738" y="257"/>
                  </a:cubicBezTo>
                  <a:cubicBezTo>
                    <a:pt x="2734" y="257"/>
                    <a:pt x="2731" y="258"/>
                    <a:pt x="2727" y="258"/>
                  </a:cubicBezTo>
                  <a:cubicBezTo>
                    <a:pt x="2727" y="258"/>
                    <a:pt x="2727" y="258"/>
                    <a:pt x="2727" y="258"/>
                  </a:cubicBezTo>
                  <a:cubicBezTo>
                    <a:pt x="2718" y="258"/>
                    <a:pt x="2714" y="252"/>
                    <a:pt x="2705" y="249"/>
                  </a:cubicBezTo>
                  <a:cubicBezTo>
                    <a:pt x="2692" y="245"/>
                    <a:pt x="2677" y="247"/>
                    <a:pt x="2662" y="244"/>
                  </a:cubicBezTo>
                  <a:cubicBezTo>
                    <a:pt x="2658" y="245"/>
                    <a:pt x="2659" y="250"/>
                    <a:pt x="2654" y="250"/>
                  </a:cubicBezTo>
                  <a:cubicBezTo>
                    <a:pt x="2654" y="250"/>
                    <a:pt x="2654" y="250"/>
                    <a:pt x="2654" y="250"/>
                  </a:cubicBezTo>
                  <a:cubicBezTo>
                    <a:pt x="2648" y="248"/>
                    <a:pt x="2650" y="239"/>
                    <a:pt x="2642" y="239"/>
                  </a:cubicBezTo>
                  <a:cubicBezTo>
                    <a:pt x="2638" y="241"/>
                    <a:pt x="2642" y="250"/>
                    <a:pt x="2636" y="250"/>
                  </a:cubicBezTo>
                  <a:cubicBezTo>
                    <a:pt x="2636" y="250"/>
                    <a:pt x="2636" y="250"/>
                    <a:pt x="2635" y="250"/>
                  </a:cubicBezTo>
                  <a:cubicBezTo>
                    <a:pt x="2627" y="249"/>
                    <a:pt x="2627" y="231"/>
                    <a:pt x="2619" y="230"/>
                  </a:cubicBezTo>
                  <a:cubicBezTo>
                    <a:pt x="2618" y="230"/>
                    <a:pt x="2618" y="230"/>
                    <a:pt x="2617" y="230"/>
                  </a:cubicBezTo>
                  <a:cubicBezTo>
                    <a:pt x="2611" y="230"/>
                    <a:pt x="2610" y="235"/>
                    <a:pt x="2609" y="242"/>
                  </a:cubicBezTo>
                  <a:cubicBezTo>
                    <a:pt x="2603" y="245"/>
                    <a:pt x="2594" y="251"/>
                    <a:pt x="2587" y="251"/>
                  </a:cubicBezTo>
                  <a:cubicBezTo>
                    <a:pt x="2585" y="251"/>
                    <a:pt x="2583" y="250"/>
                    <a:pt x="2581" y="250"/>
                  </a:cubicBezTo>
                  <a:cubicBezTo>
                    <a:pt x="2575" y="253"/>
                    <a:pt x="2572" y="261"/>
                    <a:pt x="2564" y="261"/>
                  </a:cubicBezTo>
                  <a:cubicBezTo>
                    <a:pt x="2563" y="261"/>
                    <a:pt x="2561" y="261"/>
                    <a:pt x="2560" y="261"/>
                  </a:cubicBezTo>
                  <a:cubicBezTo>
                    <a:pt x="2562" y="244"/>
                    <a:pt x="2592" y="251"/>
                    <a:pt x="2596" y="237"/>
                  </a:cubicBezTo>
                  <a:cubicBezTo>
                    <a:pt x="2583" y="238"/>
                    <a:pt x="2568" y="245"/>
                    <a:pt x="2555" y="249"/>
                  </a:cubicBezTo>
                  <a:cubicBezTo>
                    <a:pt x="2552" y="247"/>
                    <a:pt x="2549" y="246"/>
                    <a:pt x="2546" y="246"/>
                  </a:cubicBezTo>
                  <a:cubicBezTo>
                    <a:pt x="2541" y="246"/>
                    <a:pt x="2535" y="248"/>
                    <a:pt x="2531" y="251"/>
                  </a:cubicBezTo>
                  <a:cubicBezTo>
                    <a:pt x="2530" y="254"/>
                    <a:pt x="2535" y="258"/>
                    <a:pt x="2532" y="260"/>
                  </a:cubicBezTo>
                  <a:cubicBezTo>
                    <a:pt x="2520" y="257"/>
                    <a:pt x="2511" y="251"/>
                    <a:pt x="2499" y="247"/>
                  </a:cubicBezTo>
                  <a:cubicBezTo>
                    <a:pt x="2499" y="385"/>
                    <a:pt x="2499" y="385"/>
                    <a:pt x="2499" y="385"/>
                  </a:cubicBezTo>
                  <a:cubicBezTo>
                    <a:pt x="2507" y="390"/>
                    <a:pt x="2515" y="395"/>
                    <a:pt x="2522" y="400"/>
                  </a:cubicBezTo>
                  <a:cubicBezTo>
                    <a:pt x="2528" y="396"/>
                    <a:pt x="2532" y="396"/>
                    <a:pt x="2541" y="396"/>
                  </a:cubicBezTo>
                  <a:cubicBezTo>
                    <a:pt x="2551" y="408"/>
                    <a:pt x="2570" y="413"/>
                    <a:pt x="2574" y="429"/>
                  </a:cubicBezTo>
                  <a:cubicBezTo>
                    <a:pt x="2586" y="430"/>
                    <a:pt x="2592" y="438"/>
                    <a:pt x="2590" y="448"/>
                  </a:cubicBezTo>
                  <a:cubicBezTo>
                    <a:pt x="2601" y="456"/>
                    <a:pt x="2610" y="466"/>
                    <a:pt x="2623" y="472"/>
                  </a:cubicBezTo>
                  <a:cubicBezTo>
                    <a:pt x="2623" y="477"/>
                    <a:pt x="2615" y="476"/>
                    <a:pt x="2617" y="482"/>
                  </a:cubicBezTo>
                  <a:cubicBezTo>
                    <a:pt x="2627" y="486"/>
                    <a:pt x="2641" y="491"/>
                    <a:pt x="2653" y="498"/>
                  </a:cubicBezTo>
                  <a:cubicBezTo>
                    <a:pt x="3212" y="498"/>
                    <a:pt x="3212" y="498"/>
                    <a:pt x="3212" y="498"/>
                  </a:cubicBezTo>
                  <a:cubicBezTo>
                    <a:pt x="3217" y="494"/>
                    <a:pt x="3221" y="491"/>
                    <a:pt x="3226" y="487"/>
                  </a:cubicBezTo>
                  <a:cubicBezTo>
                    <a:pt x="3231" y="489"/>
                    <a:pt x="3237" y="489"/>
                    <a:pt x="3243" y="489"/>
                  </a:cubicBezTo>
                  <a:cubicBezTo>
                    <a:pt x="3247" y="489"/>
                    <a:pt x="3252" y="489"/>
                    <a:pt x="3256" y="489"/>
                  </a:cubicBezTo>
                  <a:cubicBezTo>
                    <a:pt x="3260" y="488"/>
                    <a:pt x="3264" y="488"/>
                    <a:pt x="3269" y="488"/>
                  </a:cubicBezTo>
                  <a:cubicBezTo>
                    <a:pt x="3275" y="488"/>
                    <a:pt x="3280" y="489"/>
                    <a:pt x="3286" y="490"/>
                  </a:cubicBezTo>
                  <a:cubicBezTo>
                    <a:pt x="3286" y="489"/>
                    <a:pt x="3286" y="489"/>
                    <a:pt x="3287" y="489"/>
                  </a:cubicBezTo>
                  <a:cubicBezTo>
                    <a:pt x="3287" y="489"/>
                    <a:pt x="3288" y="489"/>
                    <a:pt x="3288" y="489"/>
                  </a:cubicBezTo>
                  <a:cubicBezTo>
                    <a:pt x="3294" y="484"/>
                    <a:pt x="3296" y="478"/>
                    <a:pt x="3306" y="475"/>
                  </a:cubicBezTo>
                  <a:cubicBezTo>
                    <a:pt x="3318" y="470"/>
                    <a:pt x="3335" y="471"/>
                    <a:pt x="3332" y="456"/>
                  </a:cubicBezTo>
                  <a:cubicBezTo>
                    <a:pt x="3325" y="453"/>
                    <a:pt x="3322" y="448"/>
                    <a:pt x="3314" y="447"/>
                  </a:cubicBezTo>
                  <a:cubicBezTo>
                    <a:pt x="3313" y="447"/>
                    <a:pt x="3312" y="447"/>
                    <a:pt x="3311" y="447"/>
                  </a:cubicBezTo>
                  <a:cubicBezTo>
                    <a:pt x="3307" y="447"/>
                    <a:pt x="3303" y="449"/>
                    <a:pt x="3300" y="450"/>
                  </a:cubicBezTo>
                  <a:cubicBezTo>
                    <a:pt x="3297" y="452"/>
                    <a:pt x="3294" y="454"/>
                    <a:pt x="3291" y="454"/>
                  </a:cubicBezTo>
                  <a:cubicBezTo>
                    <a:pt x="3289" y="454"/>
                    <a:pt x="3286" y="453"/>
                    <a:pt x="3283" y="452"/>
                  </a:cubicBezTo>
                  <a:cubicBezTo>
                    <a:pt x="3283" y="446"/>
                    <a:pt x="3287" y="445"/>
                    <a:pt x="3292" y="445"/>
                  </a:cubicBezTo>
                  <a:cubicBezTo>
                    <a:pt x="3294" y="445"/>
                    <a:pt x="3296" y="445"/>
                    <a:pt x="3298" y="445"/>
                  </a:cubicBezTo>
                  <a:cubicBezTo>
                    <a:pt x="3300" y="445"/>
                    <a:pt x="3302" y="446"/>
                    <a:pt x="3304" y="446"/>
                  </a:cubicBezTo>
                  <a:cubicBezTo>
                    <a:pt x="3308" y="446"/>
                    <a:pt x="3312" y="445"/>
                    <a:pt x="3313" y="441"/>
                  </a:cubicBezTo>
                  <a:cubicBezTo>
                    <a:pt x="3310" y="432"/>
                    <a:pt x="3290" y="438"/>
                    <a:pt x="3283" y="432"/>
                  </a:cubicBezTo>
                  <a:cubicBezTo>
                    <a:pt x="3273" y="420"/>
                    <a:pt x="3269" y="403"/>
                    <a:pt x="3257" y="392"/>
                  </a:cubicBezTo>
                  <a:cubicBezTo>
                    <a:pt x="3253" y="383"/>
                    <a:pt x="3253" y="371"/>
                    <a:pt x="3240" y="368"/>
                  </a:cubicBezTo>
                  <a:cubicBezTo>
                    <a:pt x="3229" y="377"/>
                    <a:pt x="3233" y="396"/>
                    <a:pt x="3216" y="396"/>
                  </a:cubicBezTo>
                  <a:cubicBezTo>
                    <a:pt x="3215" y="396"/>
                    <a:pt x="3214" y="396"/>
                    <a:pt x="3214" y="396"/>
                  </a:cubicBezTo>
                  <a:cubicBezTo>
                    <a:pt x="3210" y="396"/>
                    <a:pt x="3207" y="392"/>
                    <a:pt x="3203" y="391"/>
                  </a:cubicBezTo>
                  <a:cubicBezTo>
                    <a:pt x="3202" y="391"/>
                    <a:pt x="3201" y="391"/>
                    <a:pt x="3201" y="391"/>
                  </a:cubicBezTo>
                  <a:cubicBezTo>
                    <a:pt x="3200" y="391"/>
                    <a:pt x="3198" y="392"/>
                    <a:pt x="3197" y="392"/>
                  </a:cubicBezTo>
                  <a:cubicBezTo>
                    <a:pt x="3196" y="392"/>
                    <a:pt x="3195" y="392"/>
                    <a:pt x="3194" y="392"/>
                  </a:cubicBezTo>
                  <a:cubicBezTo>
                    <a:pt x="3192" y="392"/>
                    <a:pt x="3191" y="392"/>
                    <a:pt x="3189" y="391"/>
                  </a:cubicBezTo>
                  <a:cubicBezTo>
                    <a:pt x="3195" y="384"/>
                    <a:pt x="3188" y="375"/>
                    <a:pt x="3194" y="366"/>
                  </a:cubicBezTo>
                  <a:cubicBezTo>
                    <a:pt x="3190" y="363"/>
                    <a:pt x="3184" y="362"/>
                    <a:pt x="3177" y="361"/>
                  </a:cubicBezTo>
                  <a:cubicBezTo>
                    <a:pt x="3169" y="353"/>
                    <a:pt x="3161" y="343"/>
                    <a:pt x="3146" y="343"/>
                  </a:cubicBezTo>
                  <a:cubicBezTo>
                    <a:pt x="3143" y="343"/>
                    <a:pt x="3139" y="344"/>
                    <a:pt x="3135" y="345"/>
                  </a:cubicBezTo>
                  <a:cubicBezTo>
                    <a:pt x="3132" y="342"/>
                    <a:pt x="3125" y="341"/>
                    <a:pt x="3119" y="341"/>
                  </a:cubicBezTo>
                  <a:cubicBezTo>
                    <a:pt x="3112" y="341"/>
                    <a:pt x="3106" y="343"/>
                    <a:pt x="3105" y="348"/>
                  </a:cubicBezTo>
                  <a:cubicBezTo>
                    <a:pt x="3111" y="356"/>
                    <a:pt x="3107" y="367"/>
                    <a:pt x="3114" y="375"/>
                  </a:cubicBezTo>
                  <a:cubicBezTo>
                    <a:pt x="3111" y="381"/>
                    <a:pt x="3103" y="383"/>
                    <a:pt x="3104" y="390"/>
                  </a:cubicBezTo>
                  <a:cubicBezTo>
                    <a:pt x="3105" y="393"/>
                    <a:pt x="3111" y="394"/>
                    <a:pt x="3114" y="398"/>
                  </a:cubicBezTo>
                  <a:cubicBezTo>
                    <a:pt x="3119" y="405"/>
                    <a:pt x="3120" y="413"/>
                    <a:pt x="3124" y="418"/>
                  </a:cubicBezTo>
                  <a:cubicBezTo>
                    <a:pt x="3120" y="429"/>
                    <a:pt x="3107" y="433"/>
                    <a:pt x="3095" y="437"/>
                  </a:cubicBezTo>
                  <a:cubicBezTo>
                    <a:pt x="3098" y="451"/>
                    <a:pt x="3112" y="477"/>
                    <a:pt x="3091" y="482"/>
                  </a:cubicBezTo>
                  <a:cubicBezTo>
                    <a:pt x="3081" y="477"/>
                    <a:pt x="3073" y="469"/>
                    <a:pt x="3066" y="460"/>
                  </a:cubicBezTo>
                  <a:cubicBezTo>
                    <a:pt x="3065" y="450"/>
                    <a:pt x="3070" y="440"/>
                    <a:pt x="3063" y="435"/>
                  </a:cubicBezTo>
                  <a:cubicBezTo>
                    <a:pt x="3026" y="434"/>
                    <a:pt x="3008" y="417"/>
                    <a:pt x="2980" y="409"/>
                  </a:cubicBezTo>
                  <a:cubicBezTo>
                    <a:pt x="2975" y="409"/>
                    <a:pt x="2974" y="412"/>
                    <a:pt x="2969" y="412"/>
                  </a:cubicBezTo>
                  <a:cubicBezTo>
                    <a:pt x="2968" y="412"/>
                    <a:pt x="2968" y="412"/>
                    <a:pt x="2968" y="412"/>
                  </a:cubicBezTo>
                  <a:cubicBezTo>
                    <a:pt x="2963" y="407"/>
                    <a:pt x="2963" y="398"/>
                    <a:pt x="2958" y="393"/>
                  </a:cubicBezTo>
                  <a:cubicBezTo>
                    <a:pt x="2956" y="393"/>
                    <a:pt x="2953" y="392"/>
                    <a:pt x="2950" y="392"/>
                  </a:cubicBezTo>
                  <a:cubicBezTo>
                    <a:pt x="2949" y="392"/>
                    <a:pt x="2948" y="392"/>
                    <a:pt x="2947" y="392"/>
                  </a:cubicBezTo>
                  <a:cubicBezTo>
                    <a:pt x="2944" y="388"/>
                    <a:pt x="2940" y="384"/>
                    <a:pt x="2940" y="379"/>
                  </a:cubicBezTo>
                  <a:cubicBezTo>
                    <a:pt x="2940" y="372"/>
                    <a:pt x="2953" y="356"/>
                    <a:pt x="2958" y="352"/>
                  </a:cubicBezTo>
                  <a:cubicBezTo>
                    <a:pt x="2966" y="344"/>
                    <a:pt x="2981" y="343"/>
                    <a:pt x="2983" y="335"/>
                  </a:cubicBezTo>
                  <a:cubicBezTo>
                    <a:pt x="2969" y="329"/>
                    <a:pt x="2949" y="330"/>
                    <a:pt x="2936" y="322"/>
                  </a:cubicBezTo>
                  <a:cubicBezTo>
                    <a:pt x="2939" y="320"/>
                    <a:pt x="2943" y="319"/>
                    <a:pt x="2947" y="319"/>
                  </a:cubicBezTo>
                  <a:cubicBezTo>
                    <a:pt x="2959" y="319"/>
                    <a:pt x="2973" y="326"/>
                    <a:pt x="2985" y="327"/>
                  </a:cubicBezTo>
                  <a:cubicBezTo>
                    <a:pt x="2988" y="323"/>
                    <a:pt x="2993" y="320"/>
                    <a:pt x="2998" y="320"/>
                  </a:cubicBezTo>
                  <a:cubicBezTo>
                    <a:pt x="3000" y="320"/>
                    <a:pt x="3003" y="321"/>
                    <a:pt x="3005" y="322"/>
                  </a:cubicBezTo>
                  <a:cubicBezTo>
                    <a:pt x="3011" y="319"/>
                    <a:pt x="3018" y="316"/>
                    <a:pt x="3018" y="308"/>
                  </a:cubicBezTo>
                  <a:cubicBezTo>
                    <a:pt x="3008" y="306"/>
                    <a:pt x="2995" y="306"/>
                    <a:pt x="2991" y="299"/>
                  </a:cubicBezTo>
                  <a:cubicBezTo>
                    <a:pt x="2993" y="297"/>
                    <a:pt x="2996" y="297"/>
                    <a:pt x="2998" y="297"/>
                  </a:cubicBezTo>
                  <a:cubicBezTo>
                    <a:pt x="3002" y="297"/>
                    <a:pt x="3006" y="298"/>
                    <a:pt x="3010" y="299"/>
                  </a:cubicBezTo>
                  <a:cubicBezTo>
                    <a:pt x="3014" y="301"/>
                    <a:pt x="3018" y="302"/>
                    <a:pt x="3021" y="302"/>
                  </a:cubicBezTo>
                  <a:cubicBezTo>
                    <a:pt x="3022" y="302"/>
                    <a:pt x="3022" y="302"/>
                    <a:pt x="3023" y="302"/>
                  </a:cubicBezTo>
                  <a:cubicBezTo>
                    <a:pt x="3028" y="297"/>
                    <a:pt x="3024" y="287"/>
                    <a:pt x="3033" y="286"/>
                  </a:cubicBezTo>
                  <a:cubicBezTo>
                    <a:pt x="3037" y="286"/>
                    <a:pt x="3038" y="290"/>
                    <a:pt x="3042" y="290"/>
                  </a:cubicBezTo>
                  <a:cubicBezTo>
                    <a:pt x="3043" y="290"/>
                    <a:pt x="3043" y="290"/>
                    <a:pt x="3043" y="290"/>
                  </a:cubicBezTo>
                  <a:cubicBezTo>
                    <a:pt x="3047" y="289"/>
                    <a:pt x="3044" y="284"/>
                    <a:pt x="3048" y="284"/>
                  </a:cubicBezTo>
                  <a:cubicBezTo>
                    <a:pt x="3048" y="284"/>
                    <a:pt x="3048" y="284"/>
                    <a:pt x="3049" y="284"/>
                  </a:cubicBezTo>
                  <a:cubicBezTo>
                    <a:pt x="3054" y="285"/>
                    <a:pt x="3054" y="290"/>
                    <a:pt x="3060" y="290"/>
                  </a:cubicBezTo>
                  <a:cubicBezTo>
                    <a:pt x="3067" y="287"/>
                    <a:pt x="3073" y="282"/>
                    <a:pt x="3076" y="275"/>
                  </a:cubicBezTo>
                  <a:cubicBezTo>
                    <a:pt x="3073" y="270"/>
                    <a:pt x="3071" y="265"/>
                    <a:pt x="3067" y="261"/>
                  </a:cubicBezTo>
                  <a:cubicBezTo>
                    <a:pt x="3069" y="258"/>
                    <a:pt x="3073" y="257"/>
                    <a:pt x="3073" y="253"/>
                  </a:cubicBezTo>
                  <a:cubicBezTo>
                    <a:pt x="3070" y="248"/>
                    <a:pt x="3065" y="244"/>
                    <a:pt x="3056" y="244"/>
                  </a:cubicBezTo>
                  <a:cubicBezTo>
                    <a:pt x="3055" y="244"/>
                    <a:pt x="3054" y="244"/>
                    <a:pt x="3053" y="244"/>
                  </a:cubicBezTo>
                  <a:cubicBezTo>
                    <a:pt x="3050" y="242"/>
                    <a:pt x="3045" y="239"/>
                    <a:pt x="3041" y="239"/>
                  </a:cubicBezTo>
                  <a:cubicBezTo>
                    <a:pt x="3039" y="239"/>
                    <a:pt x="3037" y="240"/>
                    <a:pt x="3035" y="241"/>
                  </a:cubicBezTo>
                  <a:cubicBezTo>
                    <a:pt x="3034" y="247"/>
                    <a:pt x="3041" y="247"/>
                    <a:pt x="3040" y="253"/>
                  </a:cubicBezTo>
                  <a:cubicBezTo>
                    <a:pt x="3038" y="256"/>
                    <a:pt x="3034" y="256"/>
                    <a:pt x="3031" y="258"/>
                  </a:cubicBezTo>
                  <a:cubicBezTo>
                    <a:pt x="3034" y="268"/>
                    <a:pt x="3026" y="277"/>
                    <a:pt x="3017" y="277"/>
                  </a:cubicBezTo>
                  <a:cubicBezTo>
                    <a:pt x="3017" y="277"/>
                    <a:pt x="3017" y="277"/>
                    <a:pt x="3016" y="277"/>
                  </a:cubicBezTo>
                  <a:cubicBezTo>
                    <a:pt x="3001" y="275"/>
                    <a:pt x="3012" y="262"/>
                    <a:pt x="3011" y="255"/>
                  </a:cubicBezTo>
                  <a:cubicBezTo>
                    <a:pt x="3010" y="250"/>
                    <a:pt x="3003" y="247"/>
                    <a:pt x="2998" y="247"/>
                  </a:cubicBezTo>
                  <a:cubicBezTo>
                    <a:pt x="2997" y="247"/>
                    <a:pt x="2997" y="247"/>
                    <a:pt x="2997" y="247"/>
                  </a:cubicBezTo>
                  <a:cubicBezTo>
                    <a:pt x="2988" y="249"/>
                    <a:pt x="2994" y="254"/>
                    <a:pt x="2990" y="262"/>
                  </a:cubicBezTo>
                  <a:cubicBezTo>
                    <a:pt x="2990" y="262"/>
                    <a:pt x="2990" y="262"/>
                    <a:pt x="2990" y="262"/>
                  </a:cubicBezTo>
                  <a:cubicBezTo>
                    <a:pt x="2981" y="262"/>
                    <a:pt x="2984" y="251"/>
                    <a:pt x="2979" y="248"/>
                  </a:cubicBezTo>
                  <a:cubicBezTo>
                    <a:pt x="2976" y="245"/>
                    <a:pt x="2964" y="248"/>
                    <a:pt x="2964" y="242"/>
                  </a:cubicBezTo>
                  <a:cubicBezTo>
                    <a:pt x="2964" y="237"/>
                    <a:pt x="2971" y="237"/>
                    <a:pt x="2972" y="232"/>
                  </a:cubicBezTo>
                  <a:cubicBezTo>
                    <a:pt x="2966" y="225"/>
                    <a:pt x="2961" y="217"/>
                    <a:pt x="2953" y="212"/>
                  </a:cubicBezTo>
                  <a:cubicBezTo>
                    <a:pt x="2952" y="212"/>
                    <a:pt x="2951" y="212"/>
                    <a:pt x="2951" y="212"/>
                  </a:cubicBezTo>
                  <a:moveTo>
                    <a:pt x="839" y="202"/>
                  </a:moveTo>
                  <a:cubicBezTo>
                    <a:pt x="830" y="202"/>
                    <a:pt x="820" y="205"/>
                    <a:pt x="818" y="211"/>
                  </a:cubicBezTo>
                  <a:cubicBezTo>
                    <a:pt x="820" y="218"/>
                    <a:pt x="809" y="219"/>
                    <a:pt x="808" y="226"/>
                  </a:cubicBezTo>
                  <a:cubicBezTo>
                    <a:pt x="810" y="228"/>
                    <a:pt x="814" y="228"/>
                    <a:pt x="818" y="228"/>
                  </a:cubicBezTo>
                  <a:cubicBezTo>
                    <a:pt x="819" y="228"/>
                    <a:pt x="819" y="228"/>
                    <a:pt x="820" y="228"/>
                  </a:cubicBezTo>
                  <a:cubicBezTo>
                    <a:pt x="820" y="228"/>
                    <a:pt x="821" y="228"/>
                    <a:pt x="822" y="228"/>
                  </a:cubicBezTo>
                  <a:cubicBezTo>
                    <a:pt x="827" y="228"/>
                    <a:pt x="832" y="228"/>
                    <a:pt x="833" y="234"/>
                  </a:cubicBezTo>
                  <a:cubicBezTo>
                    <a:pt x="832" y="235"/>
                    <a:pt x="830" y="236"/>
                    <a:pt x="829" y="236"/>
                  </a:cubicBezTo>
                  <a:cubicBezTo>
                    <a:pt x="827" y="236"/>
                    <a:pt x="826" y="235"/>
                    <a:pt x="824" y="233"/>
                  </a:cubicBezTo>
                  <a:cubicBezTo>
                    <a:pt x="823" y="232"/>
                    <a:pt x="821" y="231"/>
                    <a:pt x="818" y="231"/>
                  </a:cubicBezTo>
                  <a:cubicBezTo>
                    <a:pt x="818" y="231"/>
                    <a:pt x="818" y="231"/>
                    <a:pt x="818" y="231"/>
                  </a:cubicBezTo>
                  <a:cubicBezTo>
                    <a:pt x="817" y="234"/>
                    <a:pt x="817" y="235"/>
                    <a:pt x="818" y="238"/>
                  </a:cubicBezTo>
                  <a:cubicBezTo>
                    <a:pt x="826" y="238"/>
                    <a:pt x="832" y="246"/>
                    <a:pt x="842" y="247"/>
                  </a:cubicBezTo>
                  <a:cubicBezTo>
                    <a:pt x="843" y="247"/>
                    <a:pt x="844" y="247"/>
                    <a:pt x="845" y="247"/>
                  </a:cubicBezTo>
                  <a:cubicBezTo>
                    <a:pt x="851" y="247"/>
                    <a:pt x="858" y="245"/>
                    <a:pt x="865" y="244"/>
                  </a:cubicBezTo>
                  <a:cubicBezTo>
                    <a:pt x="861" y="232"/>
                    <a:pt x="841" y="222"/>
                    <a:pt x="854" y="206"/>
                  </a:cubicBezTo>
                  <a:cubicBezTo>
                    <a:pt x="851" y="203"/>
                    <a:pt x="845" y="202"/>
                    <a:pt x="839" y="202"/>
                  </a:cubicBezTo>
                  <a:moveTo>
                    <a:pt x="3096" y="176"/>
                  </a:moveTo>
                  <a:cubicBezTo>
                    <a:pt x="3090" y="176"/>
                    <a:pt x="3084" y="176"/>
                    <a:pt x="3080" y="177"/>
                  </a:cubicBezTo>
                  <a:cubicBezTo>
                    <a:pt x="3077" y="181"/>
                    <a:pt x="3080" y="183"/>
                    <a:pt x="3081" y="187"/>
                  </a:cubicBezTo>
                  <a:cubicBezTo>
                    <a:pt x="3076" y="181"/>
                    <a:pt x="3071" y="179"/>
                    <a:pt x="3064" y="179"/>
                  </a:cubicBezTo>
                  <a:cubicBezTo>
                    <a:pt x="3053" y="179"/>
                    <a:pt x="3040" y="186"/>
                    <a:pt x="3035" y="194"/>
                  </a:cubicBezTo>
                  <a:cubicBezTo>
                    <a:pt x="3038" y="195"/>
                    <a:pt x="3043" y="198"/>
                    <a:pt x="3040" y="201"/>
                  </a:cubicBezTo>
                  <a:cubicBezTo>
                    <a:pt x="3039" y="202"/>
                    <a:pt x="3039" y="202"/>
                    <a:pt x="3038" y="202"/>
                  </a:cubicBezTo>
                  <a:cubicBezTo>
                    <a:pt x="3037" y="202"/>
                    <a:pt x="3036" y="202"/>
                    <a:pt x="3036" y="202"/>
                  </a:cubicBezTo>
                  <a:cubicBezTo>
                    <a:pt x="3035" y="202"/>
                    <a:pt x="3034" y="202"/>
                    <a:pt x="3034" y="202"/>
                  </a:cubicBezTo>
                  <a:cubicBezTo>
                    <a:pt x="3033" y="202"/>
                    <a:pt x="3032" y="202"/>
                    <a:pt x="3032" y="203"/>
                  </a:cubicBezTo>
                  <a:cubicBezTo>
                    <a:pt x="3037" y="207"/>
                    <a:pt x="3054" y="219"/>
                    <a:pt x="3035" y="221"/>
                  </a:cubicBezTo>
                  <a:cubicBezTo>
                    <a:pt x="3034" y="218"/>
                    <a:pt x="3033" y="215"/>
                    <a:pt x="3033" y="212"/>
                  </a:cubicBezTo>
                  <a:cubicBezTo>
                    <a:pt x="3012" y="205"/>
                    <a:pt x="3027" y="187"/>
                    <a:pt x="3036" y="179"/>
                  </a:cubicBezTo>
                  <a:cubicBezTo>
                    <a:pt x="3034" y="177"/>
                    <a:pt x="3031" y="176"/>
                    <a:pt x="3027" y="176"/>
                  </a:cubicBezTo>
                  <a:cubicBezTo>
                    <a:pt x="3010" y="176"/>
                    <a:pt x="2985" y="199"/>
                    <a:pt x="2990" y="213"/>
                  </a:cubicBezTo>
                  <a:cubicBezTo>
                    <a:pt x="2993" y="222"/>
                    <a:pt x="3009" y="214"/>
                    <a:pt x="3014" y="222"/>
                  </a:cubicBezTo>
                  <a:cubicBezTo>
                    <a:pt x="3013" y="224"/>
                    <a:pt x="3012" y="225"/>
                    <a:pt x="3009" y="225"/>
                  </a:cubicBezTo>
                  <a:cubicBezTo>
                    <a:pt x="3008" y="225"/>
                    <a:pt x="3006" y="224"/>
                    <a:pt x="3004" y="224"/>
                  </a:cubicBezTo>
                  <a:cubicBezTo>
                    <a:pt x="3002" y="224"/>
                    <a:pt x="3001" y="224"/>
                    <a:pt x="2999" y="224"/>
                  </a:cubicBezTo>
                  <a:cubicBezTo>
                    <a:pt x="2999" y="224"/>
                    <a:pt x="2999" y="224"/>
                    <a:pt x="2999" y="224"/>
                  </a:cubicBezTo>
                  <a:cubicBezTo>
                    <a:pt x="2999" y="230"/>
                    <a:pt x="3004" y="232"/>
                    <a:pt x="3008" y="235"/>
                  </a:cubicBezTo>
                  <a:cubicBezTo>
                    <a:pt x="3013" y="234"/>
                    <a:pt x="3018" y="234"/>
                    <a:pt x="3023" y="234"/>
                  </a:cubicBezTo>
                  <a:cubicBezTo>
                    <a:pt x="3034" y="234"/>
                    <a:pt x="3045" y="235"/>
                    <a:pt x="3056" y="236"/>
                  </a:cubicBezTo>
                  <a:cubicBezTo>
                    <a:pt x="3066" y="237"/>
                    <a:pt x="3077" y="238"/>
                    <a:pt x="3087" y="238"/>
                  </a:cubicBezTo>
                  <a:cubicBezTo>
                    <a:pt x="3092" y="238"/>
                    <a:pt x="3097" y="238"/>
                    <a:pt x="3102" y="238"/>
                  </a:cubicBezTo>
                  <a:cubicBezTo>
                    <a:pt x="3104" y="232"/>
                    <a:pt x="3095" y="231"/>
                    <a:pt x="3100" y="226"/>
                  </a:cubicBezTo>
                  <a:cubicBezTo>
                    <a:pt x="3113" y="230"/>
                    <a:pt x="3115" y="242"/>
                    <a:pt x="3125" y="248"/>
                  </a:cubicBezTo>
                  <a:cubicBezTo>
                    <a:pt x="3124" y="250"/>
                    <a:pt x="3122" y="254"/>
                    <a:pt x="3124" y="256"/>
                  </a:cubicBezTo>
                  <a:cubicBezTo>
                    <a:pt x="3128" y="255"/>
                    <a:pt x="3133" y="254"/>
                    <a:pt x="3137" y="254"/>
                  </a:cubicBezTo>
                  <a:cubicBezTo>
                    <a:pt x="3148" y="254"/>
                    <a:pt x="3157" y="259"/>
                    <a:pt x="3163" y="265"/>
                  </a:cubicBezTo>
                  <a:cubicBezTo>
                    <a:pt x="3159" y="275"/>
                    <a:pt x="3152" y="283"/>
                    <a:pt x="3146" y="290"/>
                  </a:cubicBezTo>
                  <a:cubicBezTo>
                    <a:pt x="3147" y="294"/>
                    <a:pt x="3149" y="296"/>
                    <a:pt x="3148" y="300"/>
                  </a:cubicBezTo>
                  <a:cubicBezTo>
                    <a:pt x="3141" y="303"/>
                    <a:pt x="3130" y="304"/>
                    <a:pt x="3120" y="304"/>
                  </a:cubicBezTo>
                  <a:cubicBezTo>
                    <a:pt x="3117" y="304"/>
                    <a:pt x="3113" y="304"/>
                    <a:pt x="3111" y="303"/>
                  </a:cubicBezTo>
                  <a:cubicBezTo>
                    <a:pt x="3110" y="305"/>
                    <a:pt x="3109" y="306"/>
                    <a:pt x="3107" y="306"/>
                  </a:cubicBezTo>
                  <a:cubicBezTo>
                    <a:pt x="3108" y="316"/>
                    <a:pt x="3112" y="319"/>
                    <a:pt x="3118" y="319"/>
                  </a:cubicBezTo>
                  <a:cubicBezTo>
                    <a:pt x="3122" y="319"/>
                    <a:pt x="3126" y="318"/>
                    <a:pt x="3131" y="317"/>
                  </a:cubicBezTo>
                  <a:cubicBezTo>
                    <a:pt x="3136" y="316"/>
                    <a:pt x="3141" y="314"/>
                    <a:pt x="3146" y="314"/>
                  </a:cubicBezTo>
                  <a:cubicBezTo>
                    <a:pt x="3147" y="314"/>
                    <a:pt x="3148" y="315"/>
                    <a:pt x="3148" y="315"/>
                  </a:cubicBezTo>
                  <a:cubicBezTo>
                    <a:pt x="3153" y="319"/>
                    <a:pt x="3158" y="324"/>
                    <a:pt x="3167" y="325"/>
                  </a:cubicBezTo>
                  <a:cubicBezTo>
                    <a:pt x="3174" y="338"/>
                    <a:pt x="3197" y="336"/>
                    <a:pt x="3204" y="349"/>
                  </a:cubicBezTo>
                  <a:cubicBezTo>
                    <a:pt x="3206" y="349"/>
                    <a:pt x="3211" y="350"/>
                    <a:pt x="3216" y="350"/>
                  </a:cubicBezTo>
                  <a:cubicBezTo>
                    <a:pt x="3220" y="350"/>
                    <a:pt x="3224" y="349"/>
                    <a:pt x="3225" y="346"/>
                  </a:cubicBezTo>
                  <a:cubicBezTo>
                    <a:pt x="3221" y="336"/>
                    <a:pt x="3202" y="337"/>
                    <a:pt x="3199" y="326"/>
                  </a:cubicBezTo>
                  <a:cubicBezTo>
                    <a:pt x="3201" y="325"/>
                    <a:pt x="3202" y="324"/>
                    <a:pt x="3204" y="324"/>
                  </a:cubicBezTo>
                  <a:cubicBezTo>
                    <a:pt x="3209" y="324"/>
                    <a:pt x="3216" y="329"/>
                    <a:pt x="3222" y="333"/>
                  </a:cubicBezTo>
                  <a:cubicBezTo>
                    <a:pt x="3228" y="337"/>
                    <a:pt x="3234" y="342"/>
                    <a:pt x="3237" y="342"/>
                  </a:cubicBezTo>
                  <a:cubicBezTo>
                    <a:pt x="3240" y="342"/>
                    <a:pt x="3242" y="339"/>
                    <a:pt x="3241" y="330"/>
                  </a:cubicBezTo>
                  <a:cubicBezTo>
                    <a:pt x="3244" y="329"/>
                    <a:pt x="3248" y="329"/>
                    <a:pt x="3248" y="327"/>
                  </a:cubicBezTo>
                  <a:cubicBezTo>
                    <a:pt x="3241" y="316"/>
                    <a:pt x="3225" y="313"/>
                    <a:pt x="3216" y="303"/>
                  </a:cubicBezTo>
                  <a:cubicBezTo>
                    <a:pt x="3215" y="298"/>
                    <a:pt x="3215" y="295"/>
                    <a:pt x="3213" y="290"/>
                  </a:cubicBezTo>
                  <a:cubicBezTo>
                    <a:pt x="3215" y="289"/>
                    <a:pt x="3213" y="287"/>
                    <a:pt x="3216" y="287"/>
                  </a:cubicBezTo>
                  <a:cubicBezTo>
                    <a:pt x="3216" y="287"/>
                    <a:pt x="3216" y="287"/>
                    <a:pt x="3216" y="287"/>
                  </a:cubicBezTo>
                  <a:cubicBezTo>
                    <a:pt x="3217" y="287"/>
                    <a:pt x="3217" y="287"/>
                    <a:pt x="3218" y="287"/>
                  </a:cubicBezTo>
                  <a:cubicBezTo>
                    <a:pt x="3224" y="287"/>
                    <a:pt x="3232" y="289"/>
                    <a:pt x="3235" y="294"/>
                  </a:cubicBezTo>
                  <a:cubicBezTo>
                    <a:pt x="3234" y="297"/>
                    <a:pt x="3230" y="297"/>
                    <a:pt x="3231" y="302"/>
                  </a:cubicBezTo>
                  <a:cubicBezTo>
                    <a:pt x="3237" y="305"/>
                    <a:pt x="3244" y="307"/>
                    <a:pt x="3251" y="309"/>
                  </a:cubicBezTo>
                  <a:cubicBezTo>
                    <a:pt x="3251" y="301"/>
                    <a:pt x="3257" y="300"/>
                    <a:pt x="3263" y="298"/>
                  </a:cubicBezTo>
                  <a:cubicBezTo>
                    <a:pt x="3266" y="296"/>
                    <a:pt x="3265" y="292"/>
                    <a:pt x="3267" y="290"/>
                  </a:cubicBezTo>
                  <a:cubicBezTo>
                    <a:pt x="3267" y="290"/>
                    <a:pt x="3268" y="290"/>
                    <a:pt x="3269" y="290"/>
                  </a:cubicBezTo>
                  <a:cubicBezTo>
                    <a:pt x="3271" y="290"/>
                    <a:pt x="3272" y="289"/>
                    <a:pt x="3275" y="289"/>
                  </a:cubicBezTo>
                  <a:cubicBezTo>
                    <a:pt x="3274" y="275"/>
                    <a:pt x="3255" y="278"/>
                    <a:pt x="3246" y="272"/>
                  </a:cubicBezTo>
                  <a:cubicBezTo>
                    <a:pt x="3242" y="270"/>
                    <a:pt x="3243" y="266"/>
                    <a:pt x="3238" y="265"/>
                  </a:cubicBezTo>
                  <a:cubicBezTo>
                    <a:pt x="3238" y="265"/>
                    <a:pt x="3237" y="265"/>
                    <a:pt x="3237" y="265"/>
                  </a:cubicBezTo>
                  <a:cubicBezTo>
                    <a:pt x="3236" y="265"/>
                    <a:pt x="3236" y="265"/>
                    <a:pt x="3235" y="265"/>
                  </a:cubicBezTo>
                  <a:cubicBezTo>
                    <a:pt x="3235" y="265"/>
                    <a:pt x="3234" y="265"/>
                    <a:pt x="3234" y="265"/>
                  </a:cubicBezTo>
                  <a:cubicBezTo>
                    <a:pt x="3232" y="265"/>
                    <a:pt x="3230" y="266"/>
                    <a:pt x="3229" y="266"/>
                  </a:cubicBezTo>
                  <a:cubicBezTo>
                    <a:pt x="3219" y="259"/>
                    <a:pt x="3205" y="255"/>
                    <a:pt x="3198" y="246"/>
                  </a:cubicBezTo>
                  <a:cubicBezTo>
                    <a:pt x="3199" y="244"/>
                    <a:pt x="3201" y="243"/>
                    <a:pt x="3203" y="243"/>
                  </a:cubicBezTo>
                  <a:cubicBezTo>
                    <a:pt x="3205" y="243"/>
                    <a:pt x="3207" y="244"/>
                    <a:pt x="3209" y="244"/>
                  </a:cubicBezTo>
                  <a:cubicBezTo>
                    <a:pt x="3211" y="245"/>
                    <a:pt x="3213" y="245"/>
                    <a:pt x="3215" y="245"/>
                  </a:cubicBezTo>
                  <a:cubicBezTo>
                    <a:pt x="3216" y="245"/>
                    <a:pt x="3218" y="245"/>
                    <a:pt x="3219" y="243"/>
                  </a:cubicBezTo>
                  <a:cubicBezTo>
                    <a:pt x="3217" y="238"/>
                    <a:pt x="3212" y="234"/>
                    <a:pt x="3205" y="234"/>
                  </a:cubicBezTo>
                  <a:cubicBezTo>
                    <a:pt x="3204" y="234"/>
                    <a:pt x="3202" y="234"/>
                    <a:pt x="3200" y="235"/>
                  </a:cubicBezTo>
                  <a:cubicBezTo>
                    <a:pt x="3197" y="232"/>
                    <a:pt x="3197" y="227"/>
                    <a:pt x="3194" y="224"/>
                  </a:cubicBezTo>
                  <a:cubicBezTo>
                    <a:pt x="3193" y="224"/>
                    <a:pt x="3193" y="224"/>
                    <a:pt x="3192" y="224"/>
                  </a:cubicBezTo>
                  <a:cubicBezTo>
                    <a:pt x="3187" y="224"/>
                    <a:pt x="3184" y="221"/>
                    <a:pt x="3178" y="220"/>
                  </a:cubicBezTo>
                  <a:cubicBezTo>
                    <a:pt x="3175" y="220"/>
                    <a:pt x="3173" y="224"/>
                    <a:pt x="3170" y="224"/>
                  </a:cubicBezTo>
                  <a:cubicBezTo>
                    <a:pt x="3169" y="224"/>
                    <a:pt x="3168" y="223"/>
                    <a:pt x="3167" y="222"/>
                  </a:cubicBezTo>
                  <a:cubicBezTo>
                    <a:pt x="3166" y="216"/>
                    <a:pt x="3175" y="219"/>
                    <a:pt x="3175" y="214"/>
                  </a:cubicBezTo>
                  <a:cubicBezTo>
                    <a:pt x="3173" y="210"/>
                    <a:pt x="3169" y="209"/>
                    <a:pt x="3164" y="209"/>
                  </a:cubicBezTo>
                  <a:cubicBezTo>
                    <a:pt x="3160" y="209"/>
                    <a:pt x="3155" y="210"/>
                    <a:pt x="3152" y="213"/>
                  </a:cubicBezTo>
                  <a:cubicBezTo>
                    <a:pt x="3141" y="210"/>
                    <a:pt x="3137" y="202"/>
                    <a:pt x="3134" y="193"/>
                  </a:cubicBezTo>
                  <a:cubicBezTo>
                    <a:pt x="3108" y="193"/>
                    <a:pt x="3108" y="193"/>
                    <a:pt x="3108" y="193"/>
                  </a:cubicBezTo>
                  <a:cubicBezTo>
                    <a:pt x="3104" y="195"/>
                    <a:pt x="3105" y="201"/>
                    <a:pt x="3102" y="203"/>
                  </a:cubicBezTo>
                  <a:cubicBezTo>
                    <a:pt x="3094" y="203"/>
                    <a:pt x="3091" y="198"/>
                    <a:pt x="3084" y="197"/>
                  </a:cubicBezTo>
                  <a:cubicBezTo>
                    <a:pt x="3082" y="199"/>
                    <a:pt x="3084" y="204"/>
                    <a:pt x="3079" y="204"/>
                  </a:cubicBezTo>
                  <a:cubicBezTo>
                    <a:pt x="3079" y="204"/>
                    <a:pt x="3079" y="204"/>
                    <a:pt x="3079" y="204"/>
                  </a:cubicBezTo>
                  <a:cubicBezTo>
                    <a:pt x="3073" y="199"/>
                    <a:pt x="3083" y="194"/>
                    <a:pt x="3084" y="188"/>
                  </a:cubicBezTo>
                  <a:cubicBezTo>
                    <a:pt x="3088" y="189"/>
                    <a:pt x="3090" y="192"/>
                    <a:pt x="3095" y="192"/>
                  </a:cubicBezTo>
                  <a:cubicBezTo>
                    <a:pt x="3103" y="185"/>
                    <a:pt x="3119" y="189"/>
                    <a:pt x="3127" y="185"/>
                  </a:cubicBezTo>
                  <a:cubicBezTo>
                    <a:pt x="3122" y="179"/>
                    <a:pt x="3108" y="176"/>
                    <a:pt x="3096" y="176"/>
                  </a:cubicBezTo>
                  <a:moveTo>
                    <a:pt x="2892" y="174"/>
                  </a:moveTo>
                  <a:cubicBezTo>
                    <a:pt x="2886" y="174"/>
                    <a:pt x="2879" y="178"/>
                    <a:pt x="2879" y="184"/>
                  </a:cubicBezTo>
                  <a:cubicBezTo>
                    <a:pt x="2880" y="189"/>
                    <a:pt x="2886" y="188"/>
                    <a:pt x="2888" y="193"/>
                  </a:cubicBezTo>
                  <a:cubicBezTo>
                    <a:pt x="2887" y="194"/>
                    <a:pt x="2886" y="195"/>
                    <a:pt x="2885" y="196"/>
                  </a:cubicBezTo>
                  <a:cubicBezTo>
                    <a:pt x="2884" y="196"/>
                    <a:pt x="2884" y="196"/>
                    <a:pt x="2884" y="196"/>
                  </a:cubicBezTo>
                  <a:cubicBezTo>
                    <a:pt x="2878" y="196"/>
                    <a:pt x="2878" y="191"/>
                    <a:pt x="2872" y="190"/>
                  </a:cubicBezTo>
                  <a:cubicBezTo>
                    <a:pt x="2869" y="192"/>
                    <a:pt x="2864" y="194"/>
                    <a:pt x="2864" y="199"/>
                  </a:cubicBezTo>
                  <a:cubicBezTo>
                    <a:pt x="2867" y="204"/>
                    <a:pt x="2876" y="204"/>
                    <a:pt x="2885" y="205"/>
                  </a:cubicBezTo>
                  <a:cubicBezTo>
                    <a:pt x="2891" y="210"/>
                    <a:pt x="2892" y="218"/>
                    <a:pt x="2900" y="218"/>
                  </a:cubicBezTo>
                  <a:cubicBezTo>
                    <a:pt x="2900" y="218"/>
                    <a:pt x="2901" y="218"/>
                    <a:pt x="2901" y="218"/>
                  </a:cubicBezTo>
                  <a:cubicBezTo>
                    <a:pt x="2904" y="218"/>
                    <a:pt x="2906" y="217"/>
                    <a:pt x="2909" y="215"/>
                  </a:cubicBezTo>
                  <a:cubicBezTo>
                    <a:pt x="2911" y="214"/>
                    <a:pt x="2914" y="212"/>
                    <a:pt x="2917" y="212"/>
                  </a:cubicBezTo>
                  <a:cubicBezTo>
                    <a:pt x="2918" y="212"/>
                    <a:pt x="2919" y="212"/>
                    <a:pt x="2920" y="213"/>
                  </a:cubicBezTo>
                  <a:cubicBezTo>
                    <a:pt x="2923" y="209"/>
                    <a:pt x="2926" y="206"/>
                    <a:pt x="2926" y="200"/>
                  </a:cubicBezTo>
                  <a:cubicBezTo>
                    <a:pt x="2923" y="194"/>
                    <a:pt x="2913" y="194"/>
                    <a:pt x="2911" y="188"/>
                  </a:cubicBezTo>
                  <a:cubicBezTo>
                    <a:pt x="2913" y="185"/>
                    <a:pt x="2919" y="185"/>
                    <a:pt x="2918" y="179"/>
                  </a:cubicBezTo>
                  <a:cubicBezTo>
                    <a:pt x="2917" y="178"/>
                    <a:pt x="2915" y="177"/>
                    <a:pt x="2912" y="177"/>
                  </a:cubicBezTo>
                  <a:cubicBezTo>
                    <a:pt x="2909" y="177"/>
                    <a:pt x="2905" y="178"/>
                    <a:pt x="2902" y="178"/>
                  </a:cubicBezTo>
                  <a:cubicBezTo>
                    <a:pt x="2900" y="175"/>
                    <a:pt x="2896" y="174"/>
                    <a:pt x="2892" y="174"/>
                  </a:cubicBezTo>
                  <a:moveTo>
                    <a:pt x="2833" y="173"/>
                  </a:moveTo>
                  <a:cubicBezTo>
                    <a:pt x="2828" y="173"/>
                    <a:pt x="2823" y="176"/>
                    <a:pt x="2824" y="181"/>
                  </a:cubicBezTo>
                  <a:cubicBezTo>
                    <a:pt x="2824" y="185"/>
                    <a:pt x="2832" y="186"/>
                    <a:pt x="2831" y="189"/>
                  </a:cubicBezTo>
                  <a:cubicBezTo>
                    <a:pt x="2828" y="188"/>
                    <a:pt x="2822" y="187"/>
                    <a:pt x="2816" y="187"/>
                  </a:cubicBezTo>
                  <a:cubicBezTo>
                    <a:pt x="2813" y="187"/>
                    <a:pt x="2810" y="187"/>
                    <a:pt x="2808" y="188"/>
                  </a:cubicBezTo>
                  <a:cubicBezTo>
                    <a:pt x="2808" y="196"/>
                    <a:pt x="2818" y="211"/>
                    <a:pt x="2809" y="214"/>
                  </a:cubicBezTo>
                  <a:cubicBezTo>
                    <a:pt x="2803" y="205"/>
                    <a:pt x="2801" y="192"/>
                    <a:pt x="2787" y="188"/>
                  </a:cubicBezTo>
                  <a:cubicBezTo>
                    <a:pt x="2785" y="194"/>
                    <a:pt x="2782" y="204"/>
                    <a:pt x="2775" y="204"/>
                  </a:cubicBezTo>
                  <a:cubicBezTo>
                    <a:pt x="2774" y="204"/>
                    <a:pt x="2772" y="203"/>
                    <a:pt x="2771" y="202"/>
                  </a:cubicBezTo>
                  <a:cubicBezTo>
                    <a:pt x="2770" y="197"/>
                    <a:pt x="2778" y="198"/>
                    <a:pt x="2776" y="192"/>
                  </a:cubicBezTo>
                  <a:cubicBezTo>
                    <a:pt x="2774" y="191"/>
                    <a:pt x="2772" y="191"/>
                    <a:pt x="2770" y="191"/>
                  </a:cubicBezTo>
                  <a:cubicBezTo>
                    <a:pt x="2765" y="191"/>
                    <a:pt x="2758" y="194"/>
                    <a:pt x="2753" y="194"/>
                  </a:cubicBezTo>
                  <a:cubicBezTo>
                    <a:pt x="2751" y="192"/>
                    <a:pt x="2752" y="188"/>
                    <a:pt x="2750" y="187"/>
                  </a:cubicBezTo>
                  <a:cubicBezTo>
                    <a:pt x="2749" y="187"/>
                    <a:pt x="2749" y="187"/>
                    <a:pt x="2749" y="187"/>
                  </a:cubicBezTo>
                  <a:cubicBezTo>
                    <a:pt x="2729" y="187"/>
                    <a:pt x="2707" y="193"/>
                    <a:pt x="2705" y="211"/>
                  </a:cubicBezTo>
                  <a:cubicBezTo>
                    <a:pt x="2711" y="213"/>
                    <a:pt x="2712" y="218"/>
                    <a:pt x="2720" y="218"/>
                  </a:cubicBezTo>
                  <a:cubicBezTo>
                    <a:pt x="2722" y="218"/>
                    <a:pt x="2725" y="214"/>
                    <a:pt x="2728" y="214"/>
                  </a:cubicBezTo>
                  <a:cubicBezTo>
                    <a:pt x="2729" y="214"/>
                    <a:pt x="2730" y="215"/>
                    <a:pt x="2731" y="215"/>
                  </a:cubicBezTo>
                  <a:cubicBezTo>
                    <a:pt x="2730" y="224"/>
                    <a:pt x="2714" y="220"/>
                    <a:pt x="2709" y="225"/>
                  </a:cubicBezTo>
                  <a:cubicBezTo>
                    <a:pt x="2712" y="230"/>
                    <a:pt x="2718" y="231"/>
                    <a:pt x="2725" y="231"/>
                  </a:cubicBezTo>
                  <a:cubicBezTo>
                    <a:pt x="2730" y="231"/>
                    <a:pt x="2736" y="231"/>
                    <a:pt x="2741" y="230"/>
                  </a:cubicBezTo>
                  <a:cubicBezTo>
                    <a:pt x="2747" y="229"/>
                    <a:pt x="2752" y="229"/>
                    <a:pt x="2757" y="229"/>
                  </a:cubicBezTo>
                  <a:cubicBezTo>
                    <a:pt x="2764" y="229"/>
                    <a:pt x="2770" y="230"/>
                    <a:pt x="2773" y="234"/>
                  </a:cubicBezTo>
                  <a:cubicBezTo>
                    <a:pt x="2769" y="236"/>
                    <a:pt x="2765" y="237"/>
                    <a:pt x="2760" y="237"/>
                  </a:cubicBezTo>
                  <a:cubicBezTo>
                    <a:pt x="2755" y="237"/>
                    <a:pt x="2751" y="236"/>
                    <a:pt x="2747" y="236"/>
                  </a:cubicBezTo>
                  <a:cubicBezTo>
                    <a:pt x="2742" y="235"/>
                    <a:pt x="2738" y="235"/>
                    <a:pt x="2734" y="235"/>
                  </a:cubicBezTo>
                  <a:cubicBezTo>
                    <a:pt x="2727" y="235"/>
                    <a:pt x="2720" y="236"/>
                    <a:pt x="2717" y="242"/>
                  </a:cubicBezTo>
                  <a:cubicBezTo>
                    <a:pt x="2724" y="248"/>
                    <a:pt x="2734" y="251"/>
                    <a:pt x="2745" y="251"/>
                  </a:cubicBezTo>
                  <a:cubicBezTo>
                    <a:pt x="2749" y="251"/>
                    <a:pt x="2753" y="250"/>
                    <a:pt x="2757" y="250"/>
                  </a:cubicBezTo>
                  <a:cubicBezTo>
                    <a:pt x="2759" y="254"/>
                    <a:pt x="2759" y="260"/>
                    <a:pt x="2764" y="262"/>
                  </a:cubicBezTo>
                  <a:cubicBezTo>
                    <a:pt x="2775" y="261"/>
                    <a:pt x="2782" y="257"/>
                    <a:pt x="2794" y="257"/>
                  </a:cubicBezTo>
                  <a:cubicBezTo>
                    <a:pt x="2795" y="257"/>
                    <a:pt x="2797" y="257"/>
                    <a:pt x="2798" y="257"/>
                  </a:cubicBezTo>
                  <a:cubicBezTo>
                    <a:pt x="2808" y="253"/>
                    <a:pt x="2821" y="244"/>
                    <a:pt x="2832" y="244"/>
                  </a:cubicBezTo>
                  <a:cubicBezTo>
                    <a:pt x="2835" y="244"/>
                    <a:pt x="2839" y="245"/>
                    <a:pt x="2841" y="247"/>
                  </a:cubicBezTo>
                  <a:cubicBezTo>
                    <a:pt x="2841" y="249"/>
                    <a:pt x="2835" y="247"/>
                    <a:pt x="2836" y="251"/>
                  </a:cubicBezTo>
                  <a:cubicBezTo>
                    <a:pt x="2838" y="254"/>
                    <a:pt x="2842" y="255"/>
                    <a:pt x="2846" y="255"/>
                  </a:cubicBezTo>
                  <a:cubicBezTo>
                    <a:pt x="2849" y="255"/>
                    <a:pt x="2852" y="254"/>
                    <a:pt x="2856" y="253"/>
                  </a:cubicBezTo>
                  <a:cubicBezTo>
                    <a:pt x="2860" y="253"/>
                    <a:pt x="2863" y="252"/>
                    <a:pt x="2867" y="252"/>
                  </a:cubicBezTo>
                  <a:cubicBezTo>
                    <a:pt x="2868" y="252"/>
                    <a:pt x="2869" y="252"/>
                    <a:pt x="2870" y="252"/>
                  </a:cubicBezTo>
                  <a:cubicBezTo>
                    <a:pt x="2872" y="247"/>
                    <a:pt x="2863" y="249"/>
                    <a:pt x="2864" y="244"/>
                  </a:cubicBezTo>
                  <a:cubicBezTo>
                    <a:pt x="2865" y="241"/>
                    <a:pt x="2869" y="240"/>
                    <a:pt x="2873" y="240"/>
                  </a:cubicBezTo>
                  <a:cubicBezTo>
                    <a:pt x="2876" y="240"/>
                    <a:pt x="2878" y="241"/>
                    <a:pt x="2880" y="241"/>
                  </a:cubicBezTo>
                  <a:cubicBezTo>
                    <a:pt x="2883" y="239"/>
                    <a:pt x="2885" y="237"/>
                    <a:pt x="2882" y="233"/>
                  </a:cubicBezTo>
                  <a:cubicBezTo>
                    <a:pt x="2870" y="231"/>
                    <a:pt x="2860" y="226"/>
                    <a:pt x="2850" y="222"/>
                  </a:cubicBezTo>
                  <a:cubicBezTo>
                    <a:pt x="2843" y="214"/>
                    <a:pt x="2843" y="201"/>
                    <a:pt x="2837" y="192"/>
                  </a:cubicBezTo>
                  <a:cubicBezTo>
                    <a:pt x="2840" y="188"/>
                    <a:pt x="2847" y="188"/>
                    <a:pt x="2848" y="183"/>
                  </a:cubicBezTo>
                  <a:cubicBezTo>
                    <a:pt x="2847" y="177"/>
                    <a:pt x="2840" y="173"/>
                    <a:pt x="2833" y="173"/>
                  </a:cubicBezTo>
                  <a:moveTo>
                    <a:pt x="2665" y="164"/>
                  </a:moveTo>
                  <a:cubicBezTo>
                    <a:pt x="2658" y="164"/>
                    <a:pt x="2651" y="166"/>
                    <a:pt x="2645" y="171"/>
                  </a:cubicBezTo>
                  <a:cubicBezTo>
                    <a:pt x="2656" y="187"/>
                    <a:pt x="2635" y="198"/>
                    <a:pt x="2632" y="214"/>
                  </a:cubicBezTo>
                  <a:cubicBezTo>
                    <a:pt x="2636" y="217"/>
                    <a:pt x="2642" y="217"/>
                    <a:pt x="2648" y="217"/>
                  </a:cubicBezTo>
                  <a:cubicBezTo>
                    <a:pt x="2649" y="217"/>
                    <a:pt x="2651" y="217"/>
                    <a:pt x="2652" y="217"/>
                  </a:cubicBezTo>
                  <a:cubicBezTo>
                    <a:pt x="2655" y="221"/>
                    <a:pt x="2659" y="222"/>
                    <a:pt x="2662" y="222"/>
                  </a:cubicBezTo>
                  <a:cubicBezTo>
                    <a:pt x="2669" y="222"/>
                    <a:pt x="2677" y="216"/>
                    <a:pt x="2683" y="213"/>
                  </a:cubicBezTo>
                  <a:cubicBezTo>
                    <a:pt x="2696" y="197"/>
                    <a:pt x="2717" y="189"/>
                    <a:pt x="2734" y="177"/>
                  </a:cubicBezTo>
                  <a:cubicBezTo>
                    <a:pt x="2728" y="172"/>
                    <a:pt x="2718" y="171"/>
                    <a:pt x="2710" y="167"/>
                  </a:cubicBezTo>
                  <a:cubicBezTo>
                    <a:pt x="2705" y="169"/>
                    <a:pt x="2703" y="172"/>
                    <a:pt x="2697" y="173"/>
                  </a:cubicBezTo>
                  <a:cubicBezTo>
                    <a:pt x="2689" y="168"/>
                    <a:pt x="2677" y="164"/>
                    <a:pt x="2665" y="164"/>
                  </a:cubicBezTo>
                  <a:moveTo>
                    <a:pt x="1117" y="163"/>
                  </a:moveTo>
                  <a:cubicBezTo>
                    <a:pt x="1114" y="163"/>
                    <a:pt x="1113" y="165"/>
                    <a:pt x="1114" y="168"/>
                  </a:cubicBezTo>
                  <a:cubicBezTo>
                    <a:pt x="1115" y="170"/>
                    <a:pt x="1116" y="172"/>
                    <a:pt x="1119" y="172"/>
                  </a:cubicBezTo>
                  <a:cubicBezTo>
                    <a:pt x="1121" y="172"/>
                    <a:pt x="1123" y="171"/>
                    <a:pt x="1126" y="166"/>
                  </a:cubicBezTo>
                  <a:cubicBezTo>
                    <a:pt x="1122" y="164"/>
                    <a:pt x="1119" y="163"/>
                    <a:pt x="1117" y="163"/>
                  </a:cubicBezTo>
                  <a:moveTo>
                    <a:pt x="1237" y="150"/>
                  </a:moveTo>
                  <a:cubicBezTo>
                    <a:pt x="1235" y="150"/>
                    <a:pt x="1233" y="150"/>
                    <a:pt x="1231" y="150"/>
                  </a:cubicBezTo>
                  <a:cubicBezTo>
                    <a:pt x="1228" y="154"/>
                    <a:pt x="1233" y="159"/>
                    <a:pt x="1229" y="161"/>
                  </a:cubicBezTo>
                  <a:cubicBezTo>
                    <a:pt x="1224" y="158"/>
                    <a:pt x="1219" y="158"/>
                    <a:pt x="1214" y="158"/>
                  </a:cubicBezTo>
                  <a:cubicBezTo>
                    <a:pt x="1207" y="158"/>
                    <a:pt x="1200" y="159"/>
                    <a:pt x="1193" y="161"/>
                  </a:cubicBezTo>
                  <a:cubicBezTo>
                    <a:pt x="1186" y="162"/>
                    <a:pt x="1180" y="164"/>
                    <a:pt x="1174" y="164"/>
                  </a:cubicBezTo>
                  <a:cubicBezTo>
                    <a:pt x="1172" y="164"/>
                    <a:pt x="1171" y="164"/>
                    <a:pt x="1169" y="163"/>
                  </a:cubicBezTo>
                  <a:cubicBezTo>
                    <a:pt x="1165" y="167"/>
                    <a:pt x="1170" y="176"/>
                    <a:pt x="1166" y="181"/>
                  </a:cubicBezTo>
                  <a:cubicBezTo>
                    <a:pt x="1168" y="186"/>
                    <a:pt x="1174" y="188"/>
                    <a:pt x="1175" y="193"/>
                  </a:cubicBezTo>
                  <a:cubicBezTo>
                    <a:pt x="1173" y="197"/>
                    <a:pt x="1170" y="201"/>
                    <a:pt x="1163" y="201"/>
                  </a:cubicBezTo>
                  <a:cubicBezTo>
                    <a:pt x="1163" y="201"/>
                    <a:pt x="1162" y="201"/>
                    <a:pt x="1162" y="201"/>
                  </a:cubicBezTo>
                  <a:cubicBezTo>
                    <a:pt x="1158" y="198"/>
                    <a:pt x="1165" y="195"/>
                    <a:pt x="1162" y="192"/>
                  </a:cubicBezTo>
                  <a:cubicBezTo>
                    <a:pt x="1160" y="192"/>
                    <a:pt x="1158" y="192"/>
                    <a:pt x="1156" y="192"/>
                  </a:cubicBezTo>
                  <a:cubicBezTo>
                    <a:pt x="1153" y="192"/>
                    <a:pt x="1149" y="192"/>
                    <a:pt x="1145" y="192"/>
                  </a:cubicBezTo>
                  <a:cubicBezTo>
                    <a:pt x="1141" y="192"/>
                    <a:pt x="1137" y="192"/>
                    <a:pt x="1133" y="192"/>
                  </a:cubicBezTo>
                  <a:cubicBezTo>
                    <a:pt x="1115" y="192"/>
                    <a:pt x="1099" y="194"/>
                    <a:pt x="1105" y="211"/>
                  </a:cubicBezTo>
                  <a:cubicBezTo>
                    <a:pt x="1111" y="215"/>
                    <a:pt x="1134" y="220"/>
                    <a:pt x="1136" y="231"/>
                  </a:cubicBezTo>
                  <a:cubicBezTo>
                    <a:pt x="1137" y="238"/>
                    <a:pt x="1131" y="242"/>
                    <a:pt x="1126" y="242"/>
                  </a:cubicBezTo>
                  <a:cubicBezTo>
                    <a:pt x="1122" y="242"/>
                    <a:pt x="1118" y="240"/>
                    <a:pt x="1117" y="237"/>
                  </a:cubicBezTo>
                  <a:cubicBezTo>
                    <a:pt x="1118" y="232"/>
                    <a:pt x="1124" y="233"/>
                    <a:pt x="1125" y="227"/>
                  </a:cubicBezTo>
                  <a:cubicBezTo>
                    <a:pt x="1106" y="225"/>
                    <a:pt x="1100" y="214"/>
                    <a:pt x="1080" y="213"/>
                  </a:cubicBezTo>
                  <a:cubicBezTo>
                    <a:pt x="1074" y="215"/>
                    <a:pt x="1078" y="220"/>
                    <a:pt x="1074" y="222"/>
                  </a:cubicBezTo>
                  <a:cubicBezTo>
                    <a:pt x="1073" y="222"/>
                    <a:pt x="1073" y="222"/>
                    <a:pt x="1073" y="222"/>
                  </a:cubicBezTo>
                  <a:cubicBezTo>
                    <a:pt x="1071" y="222"/>
                    <a:pt x="1069" y="221"/>
                    <a:pt x="1067" y="220"/>
                  </a:cubicBezTo>
                  <a:cubicBezTo>
                    <a:pt x="1066" y="219"/>
                    <a:pt x="1064" y="218"/>
                    <a:pt x="1062" y="218"/>
                  </a:cubicBezTo>
                  <a:cubicBezTo>
                    <a:pt x="1061" y="218"/>
                    <a:pt x="1060" y="218"/>
                    <a:pt x="1059" y="219"/>
                  </a:cubicBezTo>
                  <a:cubicBezTo>
                    <a:pt x="1054" y="233"/>
                    <a:pt x="1082" y="226"/>
                    <a:pt x="1085" y="237"/>
                  </a:cubicBezTo>
                  <a:cubicBezTo>
                    <a:pt x="1082" y="237"/>
                    <a:pt x="1079" y="238"/>
                    <a:pt x="1076" y="238"/>
                  </a:cubicBezTo>
                  <a:cubicBezTo>
                    <a:pt x="1067" y="238"/>
                    <a:pt x="1058" y="235"/>
                    <a:pt x="1054" y="229"/>
                  </a:cubicBezTo>
                  <a:cubicBezTo>
                    <a:pt x="1051" y="226"/>
                    <a:pt x="1052" y="221"/>
                    <a:pt x="1047" y="218"/>
                  </a:cubicBezTo>
                  <a:cubicBezTo>
                    <a:pt x="1037" y="220"/>
                    <a:pt x="1032" y="224"/>
                    <a:pt x="1027" y="230"/>
                  </a:cubicBezTo>
                  <a:cubicBezTo>
                    <a:pt x="1035" y="238"/>
                    <a:pt x="1037" y="252"/>
                    <a:pt x="1031" y="264"/>
                  </a:cubicBezTo>
                  <a:cubicBezTo>
                    <a:pt x="1034" y="264"/>
                    <a:pt x="1037" y="265"/>
                    <a:pt x="1041" y="265"/>
                  </a:cubicBezTo>
                  <a:cubicBezTo>
                    <a:pt x="1044" y="265"/>
                    <a:pt x="1047" y="264"/>
                    <a:pt x="1049" y="264"/>
                  </a:cubicBezTo>
                  <a:cubicBezTo>
                    <a:pt x="1052" y="264"/>
                    <a:pt x="1055" y="264"/>
                    <a:pt x="1058" y="264"/>
                  </a:cubicBezTo>
                  <a:cubicBezTo>
                    <a:pt x="1067" y="264"/>
                    <a:pt x="1075" y="266"/>
                    <a:pt x="1078" y="275"/>
                  </a:cubicBezTo>
                  <a:cubicBezTo>
                    <a:pt x="1080" y="281"/>
                    <a:pt x="1076" y="285"/>
                    <a:pt x="1080" y="292"/>
                  </a:cubicBezTo>
                  <a:cubicBezTo>
                    <a:pt x="1078" y="293"/>
                    <a:pt x="1076" y="293"/>
                    <a:pt x="1075" y="293"/>
                  </a:cubicBezTo>
                  <a:cubicBezTo>
                    <a:pt x="1066" y="293"/>
                    <a:pt x="1067" y="281"/>
                    <a:pt x="1066" y="274"/>
                  </a:cubicBezTo>
                  <a:cubicBezTo>
                    <a:pt x="1063" y="272"/>
                    <a:pt x="1058" y="271"/>
                    <a:pt x="1052" y="271"/>
                  </a:cubicBezTo>
                  <a:cubicBezTo>
                    <a:pt x="1048" y="271"/>
                    <a:pt x="1044" y="271"/>
                    <a:pt x="1041" y="272"/>
                  </a:cubicBezTo>
                  <a:cubicBezTo>
                    <a:pt x="1040" y="278"/>
                    <a:pt x="1047" y="278"/>
                    <a:pt x="1047" y="283"/>
                  </a:cubicBezTo>
                  <a:cubicBezTo>
                    <a:pt x="1045" y="287"/>
                    <a:pt x="1038" y="286"/>
                    <a:pt x="1035" y="290"/>
                  </a:cubicBezTo>
                  <a:cubicBezTo>
                    <a:pt x="1036" y="302"/>
                    <a:pt x="1018" y="308"/>
                    <a:pt x="1001" y="308"/>
                  </a:cubicBezTo>
                  <a:cubicBezTo>
                    <a:pt x="989" y="308"/>
                    <a:pt x="978" y="305"/>
                    <a:pt x="974" y="300"/>
                  </a:cubicBezTo>
                  <a:cubicBezTo>
                    <a:pt x="976" y="297"/>
                    <a:pt x="980" y="296"/>
                    <a:pt x="984" y="296"/>
                  </a:cubicBezTo>
                  <a:cubicBezTo>
                    <a:pt x="991" y="296"/>
                    <a:pt x="998" y="299"/>
                    <a:pt x="1003" y="301"/>
                  </a:cubicBezTo>
                  <a:cubicBezTo>
                    <a:pt x="1016" y="296"/>
                    <a:pt x="1025" y="288"/>
                    <a:pt x="1028" y="275"/>
                  </a:cubicBezTo>
                  <a:cubicBezTo>
                    <a:pt x="1016" y="268"/>
                    <a:pt x="1026" y="250"/>
                    <a:pt x="1024" y="239"/>
                  </a:cubicBezTo>
                  <a:cubicBezTo>
                    <a:pt x="1023" y="234"/>
                    <a:pt x="1016" y="233"/>
                    <a:pt x="1017" y="228"/>
                  </a:cubicBezTo>
                  <a:cubicBezTo>
                    <a:pt x="1027" y="222"/>
                    <a:pt x="1026" y="208"/>
                    <a:pt x="1013" y="205"/>
                  </a:cubicBezTo>
                  <a:cubicBezTo>
                    <a:pt x="1011" y="201"/>
                    <a:pt x="1012" y="197"/>
                    <a:pt x="1008" y="195"/>
                  </a:cubicBezTo>
                  <a:cubicBezTo>
                    <a:pt x="1007" y="195"/>
                    <a:pt x="1005" y="195"/>
                    <a:pt x="1004" y="195"/>
                  </a:cubicBezTo>
                  <a:cubicBezTo>
                    <a:pt x="1000" y="195"/>
                    <a:pt x="997" y="195"/>
                    <a:pt x="997" y="199"/>
                  </a:cubicBezTo>
                  <a:cubicBezTo>
                    <a:pt x="998" y="204"/>
                    <a:pt x="1008" y="201"/>
                    <a:pt x="1008" y="206"/>
                  </a:cubicBezTo>
                  <a:cubicBezTo>
                    <a:pt x="1007" y="207"/>
                    <a:pt x="1005" y="207"/>
                    <a:pt x="1004" y="207"/>
                  </a:cubicBezTo>
                  <a:cubicBezTo>
                    <a:pt x="1002" y="207"/>
                    <a:pt x="1000" y="207"/>
                    <a:pt x="998" y="206"/>
                  </a:cubicBezTo>
                  <a:cubicBezTo>
                    <a:pt x="996" y="206"/>
                    <a:pt x="994" y="205"/>
                    <a:pt x="992" y="205"/>
                  </a:cubicBezTo>
                  <a:cubicBezTo>
                    <a:pt x="991" y="205"/>
                    <a:pt x="989" y="206"/>
                    <a:pt x="988" y="206"/>
                  </a:cubicBezTo>
                  <a:cubicBezTo>
                    <a:pt x="986" y="220"/>
                    <a:pt x="979" y="230"/>
                    <a:pt x="964" y="233"/>
                  </a:cubicBezTo>
                  <a:cubicBezTo>
                    <a:pt x="962" y="240"/>
                    <a:pt x="970" y="245"/>
                    <a:pt x="965" y="253"/>
                  </a:cubicBezTo>
                  <a:cubicBezTo>
                    <a:pt x="972" y="259"/>
                    <a:pt x="980" y="264"/>
                    <a:pt x="987" y="270"/>
                  </a:cubicBezTo>
                  <a:cubicBezTo>
                    <a:pt x="985" y="274"/>
                    <a:pt x="983" y="277"/>
                    <a:pt x="978" y="278"/>
                  </a:cubicBezTo>
                  <a:cubicBezTo>
                    <a:pt x="958" y="270"/>
                    <a:pt x="940" y="257"/>
                    <a:pt x="912" y="257"/>
                  </a:cubicBezTo>
                  <a:cubicBezTo>
                    <a:pt x="908" y="257"/>
                    <a:pt x="905" y="257"/>
                    <a:pt x="902" y="257"/>
                  </a:cubicBezTo>
                  <a:cubicBezTo>
                    <a:pt x="898" y="256"/>
                    <a:pt x="897" y="251"/>
                    <a:pt x="894" y="249"/>
                  </a:cubicBezTo>
                  <a:cubicBezTo>
                    <a:pt x="890" y="249"/>
                    <a:pt x="886" y="246"/>
                    <a:pt x="883" y="246"/>
                  </a:cubicBezTo>
                  <a:cubicBezTo>
                    <a:pt x="881" y="246"/>
                    <a:pt x="880" y="247"/>
                    <a:pt x="879" y="248"/>
                  </a:cubicBezTo>
                  <a:cubicBezTo>
                    <a:pt x="877" y="260"/>
                    <a:pt x="900" y="258"/>
                    <a:pt x="903" y="270"/>
                  </a:cubicBezTo>
                  <a:cubicBezTo>
                    <a:pt x="899" y="272"/>
                    <a:pt x="893" y="276"/>
                    <a:pt x="887" y="276"/>
                  </a:cubicBezTo>
                  <a:cubicBezTo>
                    <a:pt x="887" y="276"/>
                    <a:pt x="886" y="276"/>
                    <a:pt x="885" y="276"/>
                  </a:cubicBezTo>
                  <a:cubicBezTo>
                    <a:pt x="882" y="273"/>
                    <a:pt x="887" y="269"/>
                    <a:pt x="884" y="266"/>
                  </a:cubicBezTo>
                  <a:cubicBezTo>
                    <a:pt x="875" y="268"/>
                    <a:pt x="870" y="274"/>
                    <a:pt x="861" y="274"/>
                  </a:cubicBezTo>
                  <a:cubicBezTo>
                    <a:pt x="858" y="274"/>
                    <a:pt x="856" y="274"/>
                    <a:pt x="852" y="273"/>
                  </a:cubicBezTo>
                  <a:cubicBezTo>
                    <a:pt x="846" y="276"/>
                    <a:pt x="838" y="284"/>
                    <a:pt x="829" y="284"/>
                  </a:cubicBezTo>
                  <a:cubicBezTo>
                    <a:pt x="827" y="284"/>
                    <a:pt x="825" y="284"/>
                    <a:pt x="823" y="283"/>
                  </a:cubicBezTo>
                  <a:cubicBezTo>
                    <a:pt x="827" y="279"/>
                    <a:pt x="837" y="275"/>
                    <a:pt x="834" y="268"/>
                  </a:cubicBezTo>
                  <a:cubicBezTo>
                    <a:pt x="834" y="268"/>
                    <a:pt x="833" y="268"/>
                    <a:pt x="833" y="268"/>
                  </a:cubicBezTo>
                  <a:cubicBezTo>
                    <a:pt x="826" y="268"/>
                    <a:pt x="822" y="274"/>
                    <a:pt x="817" y="275"/>
                  </a:cubicBezTo>
                  <a:cubicBezTo>
                    <a:pt x="815" y="275"/>
                    <a:pt x="814" y="275"/>
                    <a:pt x="812" y="275"/>
                  </a:cubicBezTo>
                  <a:cubicBezTo>
                    <a:pt x="811" y="275"/>
                    <a:pt x="810" y="275"/>
                    <a:pt x="809" y="275"/>
                  </a:cubicBezTo>
                  <a:cubicBezTo>
                    <a:pt x="808" y="275"/>
                    <a:pt x="806" y="275"/>
                    <a:pt x="805" y="275"/>
                  </a:cubicBezTo>
                  <a:cubicBezTo>
                    <a:pt x="803" y="275"/>
                    <a:pt x="801" y="275"/>
                    <a:pt x="799" y="276"/>
                  </a:cubicBezTo>
                  <a:cubicBezTo>
                    <a:pt x="796" y="277"/>
                    <a:pt x="791" y="281"/>
                    <a:pt x="787" y="283"/>
                  </a:cubicBezTo>
                  <a:cubicBezTo>
                    <a:pt x="784" y="284"/>
                    <a:pt x="780" y="285"/>
                    <a:pt x="778" y="286"/>
                  </a:cubicBezTo>
                  <a:cubicBezTo>
                    <a:pt x="770" y="290"/>
                    <a:pt x="767" y="298"/>
                    <a:pt x="761" y="299"/>
                  </a:cubicBezTo>
                  <a:cubicBezTo>
                    <a:pt x="760" y="299"/>
                    <a:pt x="760" y="299"/>
                    <a:pt x="759" y="299"/>
                  </a:cubicBezTo>
                  <a:cubicBezTo>
                    <a:pt x="753" y="299"/>
                    <a:pt x="746" y="295"/>
                    <a:pt x="743" y="291"/>
                  </a:cubicBezTo>
                  <a:cubicBezTo>
                    <a:pt x="745" y="285"/>
                    <a:pt x="758" y="288"/>
                    <a:pt x="761" y="282"/>
                  </a:cubicBezTo>
                  <a:cubicBezTo>
                    <a:pt x="755" y="276"/>
                    <a:pt x="745" y="270"/>
                    <a:pt x="734" y="270"/>
                  </a:cubicBezTo>
                  <a:cubicBezTo>
                    <a:pt x="732" y="270"/>
                    <a:pt x="730" y="271"/>
                    <a:pt x="728" y="271"/>
                  </a:cubicBezTo>
                  <a:cubicBezTo>
                    <a:pt x="733" y="277"/>
                    <a:pt x="731" y="284"/>
                    <a:pt x="732" y="292"/>
                  </a:cubicBezTo>
                  <a:cubicBezTo>
                    <a:pt x="733" y="298"/>
                    <a:pt x="742" y="307"/>
                    <a:pt x="732" y="309"/>
                  </a:cubicBezTo>
                  <a:cubicBezTo>
                    <a:pt x="726" y="308"/>
                    <a:pt x="724" y="303"/>
                    <a:pt x="716" y="303"/>
                  </a:cubicBezTo>
                  <a:cubicBezTo>
                    <a:pt x="715" y="303"/>
                    <a:pt x="713" y="303"/>
                    <a:pt x="711" y="303"/>
                  </a:cubicBezTo>
                  <a:cubicBezTo>
                    <a:pt x="707" y="310"/>
                    <a:pt x="696" y="312"/>
                    <a:pt x="691" y="319"/>
                  </a:cubicBezTo>
                  <a:cubicBezTo>
                    <a:pt x="693" y="323"/>
                    <a:pt x="698" y="325"/>
                    <a:pt x="695" y="329"/>
                  </a:cubicBezTo>
                  <a:cubicBezTo>
                    <a:pt x="693" y="330"/>
                    <a:pt x="691" y="330"/>
                    <a:pt x="690" y="330"/>
                  </a:cubicBezTo>
                  <a:cubicBezTo>
                    <a:pt x="684" y="330"/>
                    <a:pt x="678" y="328"/>
                    <a:pt x="673" y="325"/>
                  </a:cubicBezTo>
                  <a:cubicBezTo>
                    <a:pt x="668" y="323"/>
                    <a:pt x="663" y="321"/>
                    <a:pt x="658" y="321"/>
                  </a:cubicBezTo>
                  <a:cubicBezTo>
                    <a:pt x="658" y="321"/>
                    <a:pt x="658" y="321"/>
                    <a:pt x="658" y="321"/>
                  </a:cubicBezTo>
                  <a:cubicBezTo>
                    <a:pt x="655" y="325"/>
                    <a:pt x="661" y="329"/>
                    <a:pt x="663" y="332"/>
                  </a:cubicBezTo>
                  <a:cubicBezTo>
                    <a:pt x="665" y="334"/>
                    <a:pt x="673" y="332"/>
                    <a:pt x="674" y="335"/>
                  </a:cubicBezTo>
                  <a:cubicBezTo>
                    <a:pt x="672" y="340"/>
                    <a:pt x="669" y="342"/>
                    <a:pt x="666" y="342"/>
                  </a:cubicBezTo>
                  <a:cubicBezTo>
                    <a:pt x="660" y="342"/>
                    <a:pt x="654" y="337"/>
                    <a:pt x="649" y="335"/>
                  </a:cubicBezTo>
                  <a:cubicBezTo>
                    <a:pt x="646" y="333"/>
                    <a:pt x="643" y="334"/>
                    <a:pt x="640" y="333"/>
                  </a:cubicBezTo>
                  <a:cubicBezTo>
                    <a:pt x="631" y="328"/>
                    <a:pt x="639" y="322"/>
                    <a:pt x="642" y="315"/>
                  </a:cubicBezTo>
                  <a:cubicBezTo>
                    <a:pt x="635" y="307"/>
                    <a:pt x="615" y="305"/>
                    <a:pt x="616" y="293"/>
                  </a:cubicBezTo>
                  <a:cubicBezTo>
                    <a:pt x="626" y="294"/>
                    <a:pt x="636" y="303"/>
                    <a:pt x="650" y="306"/>
                  </a:cubicBezTo>
                  <a:cubicBezTo>
                    <a:pt x="660" y="308"/>
                    <a:pt x="669" y="309"/>
                    <a:pt x="678" y="309"/>
                  </a:cubicBezTo>
                  <a:cubicBezTo>
                    <a:pt x="689" y="309"/>
                    <a:pt x="699" y="307"/>
                    <a:pt x="705" y="299"/>
                  </a:cubicBezTo>
                  <a:cubicBezTo>
                    <a:pt x="710" y="290"/>
                    <a:pt x="696" y="279"/>
                    <a:pt x="684" y="279"/>
                  </a:cubicBezTo>
                  <a:cubicBezTo>
                    <a:pt x="683" y="279"/>
                    <a:pt x="683" y="279"/>
                    <a:pt x="683" y="279"/>
                  </a:cubicBezTo>
                  <a:cubicBezTo>
                    <a:pt x="667" y="270"/>
                    <a:pt x="646" y="265"/>
                    <a:pt x="621" y="264"/>
                  </a:cubicBezTo>
                  <a:cubicBezTo>
                    <a:pt x="620" y="260"/>
                    <a:pt x="621" y="255"/>
                    <a:pt x="619" y="253"/>
                  </a:cubicBezTo>
                  <a:cubicBezTo>
                    <a:pt x="609" y="255"/>
                    <a:pt x="602" y="259"/>
                    <a:pt x="592" y="261"/>
                  </a:cubicBezTo>
                  <a:cubicBezTo>
                    <a:pt x="591" y="259"/>
                    <a:pt x="588" y="259"/>
                    <a:pt x="588" y="256"/>
                  </a:cubicBezTo>
                  <a:cubicBezTo>
                    <a:pt x="592" y="252"/>
                    <a:pt x="599" y="248"/>
                    <a:pt x="594" y="241"/>
                  </a:cubicBezTo>
                  <a:cubicBezTo>
                    <a:pt x="592" y="241"/>
                    <a:pt x="591" y="240"/>
                    <a:pt x="590" y="240"/>
                  </a:cubicBezTo>
                  <a:cubicBezTo>
                    <a:pt x="586" y="240"/>
                    <a:pt x="583" y="243"/>
                    <a:pt x="578" y="243"/>
                  </a:cubicBezTo>
                  <a:cubicBezTo>
                    <a:pt x="577" y="240"/>
                    <a:pt x="578" y="235"/>
                    <a:pt x="573" y="235"/>
                  </a:cubicBezTo>
                  <a:cubicBezTo>
                    <a:pt x="572" y="235"/>
                    <a:pt x="572" y="235"/>
                    <a:pt x="572" y="235"/>
                  </a:cubicBezTo>
                  <a:cubicBezTo>
                    <a:pt x="565" y="237"/>
                    <a:pt x="569" y="243"/>
                    <a:pt x="562" y="245"/>
                  </a:cubicBezTo>
                  <a:cubicBezTo>
                    <a:pt x="561" y="245"/>
                    <a:pt x="560" y="245"/>
                    <a:pt x="560" y="245"/>
                  </a:cubicBezTo>
                  <a:cubicBezTo>
                    <a:pt x="554" y="245"/>
                    <a:pt x="549" y="241"/>
                    <a:pt x="544" y="239"/>
                  </a:cubicBezTo>
                  <a:cubicBezTo>
                    <a:pt x="537" y="245"/>
                    <a:pt x="527" y="250"/>
                    <a:pt x="516" y="250"/>
                  </a:cubicBezTo>
                  <a:cubicBezTo>
                    <a:pt x="513" y="250"/>
                    <a:pt x="510" y="250"/>
                    <a:pt x="506" y="249"/>
                  </a:cubicBezTo>
                  <a:cubicBezTo>
                    <a:pt x="504" y="252"/>
                    <a:pt x="509" y="254"/>
                    <a:pt x="506" y="257"/>
                  </a:cubicBezTo>
                  <a:cubicBezTo>
                    <a:pt x="503" y="260"/>
                    <a:pt x="499" y="260"/>
                    <a:pt x="495" y="260"/>
                  </a:cubicBezTo>
                  <a:cubicBezTo>
                    <a:pt x="491" y="260"/>
                    <a:pt x="487" y="260"/>
                    <a:pt x="482" y="259"/>
                  </a:cubicBezTo>
                  <a:cubicBezTo>
                    <a:pt x="473" y="263"/>
                    <a:pt x="470" y="271"/>
                    <a:pt x="457" y="272"/>
                  </a:cubicBezTo>
                  <a:cubicBezTo>
                    <a:pt x="452" y="271"/>
                    <a:pt x="452" y="265"/>
                    <a:pt x="450" y="263"/>
                  </a:cubicBezTo>
                  <a:cubicBezTo>
                    <a:pt x="443" y="265"/>
                    <a:pt x="437" y="268"/>
                    <a:pt x="434" y="275"/>
                  </a:cubicBezTo>
                  <a:cubicBezTo>
                    <a:pt x="440" y="278"/>
                    <a:pt x="446" y="276"/>
                    <a:pt x="452" y="277"/>
                  </a:cubicBezTo>
                  <a:cubicBezTo>
                    <a:pt x="447" y="280"/>
                    <a:pt x="441" y="283"/>
                    <a:pt x="440" y="290"/>
                  </a:cubicBezTo>
                  <a:cubicBezTo>
                    <a:pt x="434" y="293"/>
                    <a:pt x="428" y="296"/>
                    <a:pt x="423" y="300"/>
                  </a:cubicBezTo>
                  <a:cubicBezTo>
                    <a:pt x="425" y="313"/>
                    <a:pt x="412" y="321"/>
                    <a:pt x="400" y="326"/>
                  </a:cubicBezTo>
                  <a:cubicBezTo>
                    <a:pt x="397" y="328"/>
                    <a:pt x="403" y="330"/>
                    <a:pt x="400" y="332"/>
                  </a:cubicBezTo>
                  <a:cubicBezTo>
                    <a:pt x="395" y="334"/>
                    <a:pt x="388" y="335"/>
                    <a:pt x="387" y="341"/>
                  </a:cubicBezTo>
                  <a:cubicBezTo>
                    <a:pt x="388" y="343"/>
                    <a:pt x="389" y="343"/>
                    <a:pt x="391" y="343"/>
                  </a:cubicBezTo>
                  <a:cubicBezTo>
                    <a:pt x="391" y="343"/>
                    <a:pt x="392" y="343"/>
                    <a:pt x="392" y="343"/>
                  </a:cubicBezTo>
                  <a:cubicBezTo>
                    <a:pt x="393" y="343"/>
                    <a:pt x="393" y="343"/>
                    <a:pt x="394" y="343"/>
                  </a:cubicBezTo>
                  <a:cubicBezTo>
                    <a:pt x="396" y="343"/>
                    <a:pt x="398" y="343"/>
                    <a:pt x="398" y="346"/>
                  </a:cubicBezTo>
                  <a:cubicBezTo>
                    <a:pt x="397" y="348"/>
                    <a:pt x="395" y="349"/>
                    <a:pt x="393" y="349"/>
                  </a:cubicBezTo>
                  <a:cubicBezTo>
                    <a:pt x="390" y="349"/>
                    <a:pt x="387" y="347"/>
                    <a:pt x="383" y="347"/>
                  </a:cubicBezTo>
                  <a:cubicBezTo>
                    <a:pt x="379" y="348"/>
                    <a:pt x="381" y="354"/>
                    <a:pt x="376" y="354"/>
                  </a:cubicBezTo>
                  <a:cubicBezTo>
                    <a:pt x="373" y="353"/>
                    <a:pt x="370" y="353"/>
                    <a:pt x="368" y="353"/>
                  </a:cubicBezTo>
                  <a:cubicBezTo>
                    <a:pt x="363" y="353"/>
                    <a:pt x="360" y="355"/>
                    <a:pt x="356" y="357"/>
                  </a:cubicBezTo>
                  <a:cubicBezTo>
                    <a:pt x="352" y="359"/>
                    <a:pt x="347" y="361"/>
                    <a:pt x="342" y="361"/>
                  </a:cubicBezTo>
                  <a:cubicBezTo>
                    <a:pt x="342" y="361"/>
                    <a:pt x="342" y="361"/>
                    <a:pt x="341" y="361"/>
                  </a:cubicBezTo>
                  <a:cubicBezTo>
                    <a:pt x="343" y="367"/>
                    <a:pt x="340" y="375"/>
                    <a:pt x="344" y="380"/>
                  </a:cubicBezTo>
                  <a:cubicBezTo>
                    <a:pt x="341" y="382"/>
                    <a:pt x="336" y="381"/>
                    <a:pt x="337" y="386"/>
                  </a:cubicBezTo>
                  <a:cubicBezTo>
                    <a:pt x="338" y="387"/>
                    <a:pt x="339" y="387"/>
                    <a:pt x="341" y="387"/>
                  </a:cubicBezTo>
                  <a:cubicBezTo>
                    <a:pt x="342" y="387"/>
                    <a:pt x="343" y="387"/>
                    <a:pt x="344" y="387"/>
                  </a:cubicBezTo>
                  <a:cubicBezTo>
                    <a:pt x="345" y="387"/>
                    <a:pt x="346" y="387"/>
                    <a:pt x="347" y="387"/>
                  </a:cubicBezTo>
                  <a:cubicBezTo>
                    <a:pt x="349" y="387"/>
                    <a:pt x="350" y="387"/>
                    <a:pt x="351" y="389"/>
                  </a:cubicBezTo>
                  <a:cubicBezTo>
                    <a:pt x="349" y="392"/>
                    <a:pt x="344" y="393"/>
                    <a:pt x="341" y="397"/>
                  </a:cubicBezTo>
                  <a:cubicBezTo>
                    <a:pt x="344" y="408"/>
                    <a:pt x="350" y="415"/>
                    <a:pt x="365" y="416"/>
                  </a:cubicBezTo>
                  <a:cubicBezTo>
                    <a:pt x="376" y="412"/>
                    <a:pt x="381" y="403"/>
                    <a:pt x="396" y="402"/>
                  </a:cubicBezTo>
                  <a:cubicBezTo>
                    <a:pt x="403" y="411"/>
                    <a:pt x="418" y="421"/>
                    <a:pt x="408" y="437"/>
                  </a:cubicBezTo>
                  <a:cubicBezTo>
                    <a:pt x="411" y="443"/>
                    <a:pt x="417" y="447"/>
                    <a:pt x="423" y="447"/>
                  </a:cubicBezTo>
                  <a:cubicBezTo>
                    <a:pt x="428" y="447"/>
                    <a:pt x="434" y="444"/>
                    <a:pt x="438" y="440"/>
                  </a:cubicBezTo>
                  <a:cubicBezTo>
                    <a:pt x="439" y="440"/>
                    <a:pt x="440" y="440"/>
                    <a:pt x="441" y="440"/>
                  </a:cubicBezTo>
                  <a:cubicBezTo>
                    <a:pt x="452" y="440"/>
                    <a:pt x="469" y="432"/>
                    <a:pt x="459" y="423"/>
                  </a:cubicBezTo>
                  <a:cubicBezTo>
                    <a:pt x="455" y="424"/>
                    <a:pt x="457" y="431"/>
                    <a:pt x="452" y="431"/>
                  </a:cubicBezTo>
                  <a:cubicBezTo>
                    <a:pt x="452" y="431"/>
                    <a:pt x="452" y="430"/>
                    <a:pt x="451" y="430"/>
                  </a:cubicBezTo>
                  <a:cubicBezTo>
                    <a:pt x="441" y="408"/>
                    <a:pt x="478" y="409"/>
                    <a:pt x="477" y="388"/>
                  </a:cubicBezTo>
                  <a:cubicBezTo>
                    <a:pt x="474" y="383"/>
                    <a:pt x="465" y="384"/>
                    <a:pt x="462" y="379"/>
                  </a:cubicBezTo>
                  <a:cubicBezTo>
                    <a:pt x="465" y="368"/>
                    <a:pt x="463" y="361"/>
                    <a:pt x="468" y="355"/>
                  </a:cubicBezTo>
                  <a:cubicBezTo>
                    <a:pt x="477" y="344"/>
                    <a:pt x="505" y="345"/>
                    <a:pt x="509" y="330"/>
                  </a:cubicBezTo>
                  <a:cubicBezTo>
                    <a:pt x="508" y="327"/>
                    <a:pt x="506" y="325"/>
                    <a:pt x="504" y="322"/>
                  </a:cubicBezTo>
                  <a:cubicBezTo>
                    <a:pt x="509" y="310"/>
                    <a:pt x="526" y="315"/>
                    <a:pt x="541" y="312"/>
                  </a:cubicBezTo>
                  <a:cubicBezTo>
                    <a:pt x="564" y="325"/>
                    <a:pt x="521" y="335"/>
                    <a:pt x="516" y="346"/>
                  </a:cubicBezTo>
                  <a:cubicBezTo>
                    <a:pt x="506" y="348"/>
                    <a:pt x="504" y="358"/>
                    <a:pt x="501" y="366"/>
                  </a:cubicBezTo>
                  <a:cubicBezTo>
                    <a:pt x="506" y="370"/>
                    <a:pt x="504" y="376"/>
                    <a:pt x="501" y="381"/>
                  </a:cubicBezTo>
                  <a:cubicBezTo>
                    <a:pt x="509" y="387"/>
                    <a:pt x="519" y="390"/>
                    <a:pt x="529" y="390"/>
                  </a:cubicBezTo>
                  <a:cubicBezTo>
                    <a:pt x="538" y="390"/>
                    <a:pt x="548" y="388"/>
                    <a:pt x="558" y="386"/>
                  </a:cubicBezTo>
                  <a:cubicBezTo>
                    <a:pt x="565" y="385"/>
                    <a:pt x="570" y="382"/>
                    <a:pt x="575" y="382"/>
                  </a:cubicBezTo>
                  <a:cubicBezTo>
                    <a:pt x="579" y="382"/>
                    <a:pt x="582" y="384"/>
                    <a:pt x="585" y="389"/>
                  </a:cubicBezTo>
                  <a:cubicBezTo>
                    <a:pt x="582" y="394"/>
                    <a:pt x="572" y="398"/>
                    <a:pt x="563" y="398"/>
                  </a:cubicBezTo>
                  <a:cubicBezTo>
                    <a:pt x="558" y="398"/>
                    <a:pt x="554" y="397"/>
                    <a:pt x="551" y="394"/>
                  </a:cubicBezTo>
                  <a:cubicBezTo>
                    <a:pt x="545" y="398"/>
                    <a:pt x="533" y="397"/>
                    <a:pt x="529" y="403"/>
                  </a:cubicBezTo>
                  <a:cubicBezTo>
                    <a:pt x="534" y="411"/>
                    <a:pt x="538" y="422"/>
                    <a:pt x="527" y="429"/>
                  </a:cubicBezTo>
                  <a:cubicBezTo>
                    <a:pt x="520" y="426"/>
                    <a:pt x="522" y="419"/>
                    <a:pt x="515" y="417"/>
                  </a:cubicBezTo>
                  <a:cubicBezTo>
                    <a:pt x="515" y="417"/>
                    <a:pt x="514" y="417"/>
                    <a:pt x="513" y="417"/>
                  </a:cubicBezTo>
                  <a:cubicBezTo>
                    <a:pt x="501" y="417"/>
                    <a:pt x="499" y="437"/>
                    <a:pt x="501" y="449"/>
                  </a:cubicBezTo>
                  <a:cubicBezTo>
                    <a:pt x="496" y="453"/>
                    <a:pt x="488" y="456"/>
                    <a:pt x="481" y="458"/>
                  </a:cubicBezTo>
                  <a:cubicBezTo>
                    <a:pt x="476" y="453"/>
                    <a:pt x="472" y="451"/>
                    <a:pt x="468" y="451"/>
                  </a:cubicBezTo>
                  <a:cubicBezTo>
                    <a:pt x="460" y="451"/>
                    <a:pt x="452" y="458"/>
                    <a:pt x="438" y="458"/>
                  </a:cubicBezTo>
                  <a:cubicBezTo>
                    <a:pt x="436" y="464"/>
                    <a:pt x="433" y="466"/>
                    <a:pt x="430" y="466"/>
                  </a:cubicBezTo>
                  <a:cubicBezTo>
                    <a:pt x="425" y="466"/>
                    <a:pt x="420" y="461"/>
                    <a:pt x="418" y="456"/>
                  </a:cubicBezTo>
                  <a:cubicBezTo>
                    <a:pt x="418" y="456"/>
                    <a:pt x="417" y="456"/>
                    <a:pt x="417" y="456"/>
                  </a:cubicBezTo>
                  <a:cubicBezTo>
                    <a:pt x="412" y="456"/>
                    <a:pt x="406" y="462"/>
                    <a:pt x="399" y="463"/>
                  </a:cubicBezTo>
                  <a:cubicBezTo>
                    <a:pt x="395" y="459"/>
                    <a:pt x="390" y="456"/>
                    <a:pt x="387" y="451"/>
                  </a:cubicBezTo>
                  <a:cubicBezTo>
                    <a:pt x="398" y="444"/>
                    <a:pt x="392" y="427"/>
                    <a:pt x="393" y="418"/>
                  </a:cubicBezTo>
                  <a:cubicBezTo>
                    <a:pt x="392" y="418"/>
                    <a:pt x="390" y="418"/>
                    <a:pt x="389" y="418"/>
                  </a:cubicBezTo>
                  <a:cubicBezTo>
                    <a:pt x="381" y="418"/>
                    <a:pt x="377" y="424"/>
                    <a:pt x="372" y="428"/>
                  </a:cubicBezTo>
                  <a:cubicBezTo>
                    <a:pt x="372" y="440"/>
                    <a:pt x="379" y="457"/>
                    <a:pt x="369" y="467"/>
                  </a:cubicBezTo>
                  <a:cubicBezTo>
                    <a:pt x="367" y="466"/>
                    <a:pt x="365" y="466"/>
                    <a:pt x="363" y="466"/>
                  </a:cubicBezTo>
                  <a:cubicBezTo>
                    <a:pt x="359" y="466"/>
                    <a:pt x="355" y="467"/>
                    <a:pt x="351" y="468"/>
                  </a:cubicBezTo>
                  <a:cubicBezTo>
                    <a:pt x="346" y="469"/>
                    <a:pt x="342" y="470"/>
                    <a:pt x="337" y="470"/>
                  </a:cubicBezTo>
                  <a:cubicBezTo>
                    <a:pt x="337" y="470"/>
                    <a:pt x="337" y="470"/>
                    <a:pt x="337" y="470"/>
                  </a:cubicBezTo>
                  <a:cubicBezTo>
                    <a:pt x="333" y="474"/>
                    <a:pt x="331" y="479"/>
                    <a:pt x="329" y="485"/>
                  </a:cubicBezTo>
                  <a:cubicBezTo>
                    <a:pt x="322" y="489"/>
                    <a:pt x="316" y="494"/>
                    <a:pt x="309" y="498"/>
                  </a:cubicBezTo>
                  <a:cubicBezTo>
                    <a:pt x="1237" y="498"/>
                    <a:pt x="1237" y="498"/>
                    <a:pt x="1237" y="498"/>
                  </a:cubicBezTo>
                  <a:cubicBezTo>
                    <a:pt x="1237" y="150"/>
                    <a:pt x="1237" y="150"/>
                    <a:pt x="1237" y="150"/>
                  </a:cubicBezTo>
                  <a:moveTo>
                    <a:pt x="2942" y="147"/>
                  </a:moveTo>
                  <a:cubicBezTo>
                    <a:pt x="2936" y="147"/>
                    <a:pt x="2929" y="149"/>
                    <a:pt x="2926" y="153"/>
                  </a:cubicBezTo>
                  <a:cubicBezTo>
                    <a:pt x="2927" y="161"/>
                    <a:pt x="2939" y="161"/>
                    <a:pt x="2942" y="168"/>
                  </a:cubicBezTo>
                  <a:cubicBezTo>
                    <a:pt x="2936" y="181"/>
                    <a:pt x="2926" y="198"/>
                    <a:pt x="2942" y="208"/>
                  </a:cubicBezTo>
                  <a:cubicBezTo>
                    <a:pt x="2950" y="206"/>
                    <a:pt x="2954" y="202"/>
                    <a:pt x="2952" y="196"/>
                  </a:cubicBezTo>
                  <a:cubicBezTo>
                    <a:pt x="2954" y="195"/>
                    <a:pt x="2957" y="195"/>
                    <a:pt x="2961" y="195"/>
                  </a:cubicBezTo>
                  <a:cubicBezTo>
                    <a:pt x="2962" y="195"/>
                    <a:pt x="2963" y="195"/>
                    <a:pt x="2964" y="195"/>
                  </a:cubicBezTo>
                  <a:cubicBezTo>
                    <a:pt x="2965" y="195"/>
                    <a:pt x="2966" y="195"/>
                    <a:pt x="2967" y="195"/>
                  </a:cubicBezTo>
                  <a:cubicBezTo>
                    <a:pt x="2968" y="195"/>
                    <a:pt x="2968" y="195"/>
                    <a:pt x="2969" y="195"/>
                  </a:cubicBezTo>
                  <a:cubicBezTo>
                    <a:pt x="2972" y="187"/>
                    <a:pt x="2983" y="184"/>
                    <a:pt x="2985" y="175"/>
                  </a:cubicBezTo>
                  <a:cubicBezTo>
                    <a:pt x="2979" y="168"/>
                    <a:pt x="2958" y="173"/>
                    <a:pt x="2949" y="168"/>
                  </a:cubicBezTo>
                  <a:cubicBezTo>
                    <a:pt x="2950" y="161"/>
                    <a:pt x="2957" y="162"/>
                    <a:pt x="2957" y="155"/>
                  </a:cubicBezTo>
                  <a:cubicBezTo>
                    <a:pt x="2956" y="149"/>
                    <a:pt x="2949" y="147"/>
                    <a:pt x="2942" y="147"/>
                  </a:cubicBezTo>
                  <a:moveTo>
                    <a:pt x="2710" y="140"/>
                  </a:moveTo>
                  <a:cubicBezTo>
                    <a:pt x="2706" y="140"/>
                    <a:pt x="2700" y="145"/>
                    <a:pt x="2702" y="150"/>
                  </a:cubicBezTo>
                  <a:cubicBezTo>
                    <a:pt x="2703" y="150"/>
                    <a:pt x="2704" y="150"/>
                    <a:pt x="2705" y="150"/>
                  </a:cubicBezTo>
                  <a:cubicBezTo>
                    <a:pt x="2710" y="150"/>
                    <a:pt x="2715" y="146"/>
                    <a:pt x="2714" y="143"/>
                  </a:cubicBezTo>
                  <a:cubicBezTo>
                    <a:pt x="2714" y="141"/>
                    <a:pt x="2712" y="140"/>
                    <a:pt x="2710" y="140"/>
                  </a:cubicBezTo>
                  <a:moveTo>
                    <a:pt x="973" y="138"/>
                  </a:moveTo>
                  <a:cubicBezTo>
                    <a:pt x="963" y="138"/>
                    <a:pt x="952" y="142"/>
                    <a:pt x="948" y="146"/>
                  </a:cubicBezTo>
                  <a:cubicBezTo>
                    <a:pt x="947" y="146"/>
                    <a:pt x="946" y="146"/>
                    <a:pt x="946" y="146"/>
                  </a:cubicBezTo>
                  <a:cubicBezTo>
                    <a:pt x="937" y="146"/>
                    <a:pt x="931" y="151"/>
                    <a:pt x="923" y="151"/>
                  </a:cubicBezTo>
                  <a:cubicBezTo>
                    <a:pt x="923" y="151"/>
                    <a:pt x="923" y="151"/>
                    <a:pt x="922" y="151"/>
                  </a:cubicBezTo>
                  <a:cubicBezTo>
                    <a:pt x="920" y="151"/>
                    <a:pt x="919" y="151"/>
                    <a:pt x="917" y="150"/>
                  </a:cubicBezTo>
                  <a:cubicBezTo>
                    <a:pt x="915" y="150"/>
                    <a:pt x="913" y="149"/>
                    <a:pt x="911" y="149"/>
                  </a:cubicBezTo>
                  <a:cubicBezTo>
                    <a:pt x="910" y="149"/>
                    <a:pt x="910" y="149"/>
                    <a:pt x="910" y="150"/>
                  </a:cubicBezTo>
                  <a:cubicBezTo>
                    <a:pt x="905" y="150"/>
                    <a:pt x="900" y="154"/>
                    <a:pt x="894" y="156"/>
                  </a:cubicBezTo>
                  <a:cubicBezTo>
                    <a:pt x="887" y="158"/>
                    <a:pt x="881" y="158"/>
                    <a:pt x="876" y="161"/>
                  </a:cubicBezTo>
                  <a:cubicBezTo>
                    <a:pt x="872" y="163"/>
                    <a:pt x="870" y="169"/>
                    <a:pt x="866" y="172"/>
                  </a:cubicBezTo>
                  <a:cubicBezTo>
                    <a:pt x="862" y="175"/>
                    <a:pt x="856" y="179"/>
                    <a:pt x="851" y="182"/>
                  </a:cubicBezTo>
                  <a:cubicBezTo>
                    <a:pt x="845" y="185"/>
                    <a:pt x="837" y="185"/>
                    <a:pt x="833" y="190"/>
                  </a:cubicBezTo>
                  <a:cubicBezTo>
                    <a:pt x="838" y="199"/>
                    <a:pt x="855" y="197"/>
                    <a:pt x="863" y="203"/>
                  </a:cubicBezTo>
                  <a:cubicBezTo>
                    <a:pt x="870" y="184"/>
                    <a:pt x="902" y="181"/>
                    <a:pt x="922" y="171"/>
                  </a:cubicBezTo>
                  <a:cubicBezTo>
                    <a:pt x="928" y="168"/>
                    <a:pt x="932" y="164"/>
                    <a:pt x="938" y="162"/>
                  </a:cubicBezTo>
                  <a:cubicBezTo>
                    <a:pt x="950" y="157"/>
                    <a:pt x="985" y="157"/>
                    <a:pt x="986" y="147"/>
                  </a:cubicBezTo>
                  <a:cubicBezTo>
                    <a:pt x="987" y="140"/>
                    <a:pt x="981" y="138"/>
                    <a:pt x="973" y="138"/>
                  </a:cubicBezTo>
                  <a:moveTo>
                    <a:pt x="2907" y="126"/>
                  </a:moveTo>
                  <a:cubicBezTo>
                    <a:pt x="2905" y="126"/>
                    <a:pt x="2903" y="127"/>
                    <a:pt x="2901" y="128"/>
                  </a:cubicBezTo>
                  <a:cubicBezTo>
                    <a:pt x="2901" y="128"/>
                    <a:pt x="2901" y="128"/>
                    <a:pt x="2901" y="128"/>
                  </a:cubicBezTo>
                  <a:cubicBezTo>
                    <a:pt x="2900" y="128"/>
                    <a:pt x="2899" y="128"/>
                    <a:pt x="2898" y="128"/>
                  </a:cubicBezTo>
                  <a:cubicBezTo>
                    <a:pt x="2897" y="128"/>
                    <a:pt x="2896" y="128"/>
                    <a:pt x="2895" y="128"/>
                  </a:cubicBezTo>
                  <a:cubicBezTo>
                    <a:pt x="2890" y="128"/>
                    <a:pt x="2886" y="129"/>
                    <a:pt x="2885" y="132"/>
                  </a:cubicBezTo>
                  <a:cubicBezTo>
                    <a:pt x="2887" y="134"/>
                    <a:pt x="2888" y="139"/>
                    <a:pt x="2884" y="139"/>
                  </a:cubicBezTo>
                  <a:cubicBezTo>
                    <a:pt x="2880" y="136"/>
                    <a:pt x="2879" y="130"/>
                    <a:pt x="2872" y="128"/>
                  </a:cubicBezTo>
                  <a:cubicBezTo>
                    <a:pt x="2870" y="130"/>
                    <a:pt x="2868" y="132"/>
                    <a:pt x="2866" y="134"/>
                  </a:cubicBezTo>
                  <a:cubicBezTo>
                    <a:pt x="2866" y="138"/>
                    <a:pt x="2870" y="138"/>
                    <a:pt x="2870" y="142"/>
                  </a:cubicBezTo>
                  <a:cubicBezTo>
                    <a:pt x="2867" y="144"/>
                    <a:pt x="2862" y="150"/>
                    <a:pt x="2867" y="154"/>
                  </a:cubicBezTo>
                  <a:cubicBezTo>
                    <a:pt x="2874" y="153"/>
                    <a:pt x="2881" y="148"/>
                    <a:pt x="2888" y="148"/>
                  </a:cubicBezTo>
                  <a:cubicBezTo>
                    <a:pt x="2889" y="148"/>
                    <a:pt x="2890" y="148"/>
                    <a:pt x="2891" y="149"/>
                  </a:cubicBezTo>
                  <a:cubicBezTo>
                    <a:pt x="2891" y="150"/>
                    <a:pt x="2889" y="151"/>
                    <a:pt x="2888" y="151"/>
                  </a:cubicBezTo>
                  <a:cubicBezTo>
                    <a:pt x="2888" y="151"/>
                    <a:pt x="2887" y="151"/>
                    <a:pt x="2887" y="151"/>
                  </a:cubicBezTo>
                  <a:cubicBezTo>
                    <a:pt x="2886" y="151"/>
                    <a:pt x="2886" y="151"/>
                    <a:pt x="2885" y="151"/>
                  </a:cubicBezTo>
                  <a:cubicBezTo>
                    <a:pt x="2884" y="151"/>
                    <a:pt x="2883" y="151"/>
                    <a:pt x="2882" y="151"/>
                  </a:cubicBezTo>
                  <a:cubicBezTo>
                    <a:pt x="2883" y="155"/>
                    <a:pt x="2880" y="156"/>
                    <a:pt x="2882" y="158"/>
                  </a:cubicBezTo>
                  <a:cubicBezTo>
                    <a:pt x="2888" y="157"/>
                    <a:pt x="2893" y="155"/>
                    <a:pt x="2899" y="155"/>
                  </a:cubicBezTo>
                  <a:cubicBezTo>
                    <a:pt x="2901" y="155"/>
                    <a:pt x="2903" y="156"/>
                    <a:pt x="2906" y="156"/>
                  </a:cubicBezTo>
                  <a:cubicBezTo>
                    <a:pt x="2919" y="154"/>
                    <a:pt x="2919" y="126"/>
                    <a:pt x="2907" y="126"/>
                  </a:cubicBezTo>
                  <a:moveTo>
                    <a:pt x="2786" y="124"/>
                  </a:moveTo>
                  <a:cubicBezTo>
                    <a:pt x="2782" y="124"/>
                    <a:pt x="2778" y="126"/>
                    <a:pt x="2777" y="131"/>
                  </a:cubicBezTo>
                  <a:cubicBezTo>
                    <a:pt x="2777" y="139"/>
                    <a:pt x="2791" y="139"/>
                    <a:pt x="2790" y="149"/>
                  </a:cubicBezTo>
                  <a:cubicBezTo>
                    <a:pt x="2775" y="146"/>
                    <a:pt x="2757" y="137"/>
                    <a:pt x="2738" y="133"/>
                  </a:cubicBezTo>
                  <a:cubicBezTo>
                    <a:pt x="2733" y="141"/>
                    <a:pt x="2727" y="148"/>
                    <a:pt x="2718" y="153"/>
                  </a:cubicBezTo>
                  <a:cubicBezTo>
                    <a:pt x="2722" y="157"/>
                    <a:pt x="2727" y="158"/>
                    <a:pt x="2732" y="158"/>
                  </a:cubicBezTo>
                  <a:cubicBezTo>
                    <a:pt x="2738" y="158"/>
                    <a:pt x="2745" y="157"/>
                    <a:pt x="2751" y="155"/>
                  </a:cubicBezTo>
                  <a:cubicBezTo>
                    <a:pt x="2757" y="154"/>
                    <a:pt x="2763" y="153"/>
                    <a:pt x="2767" y="153"/>
                  </a:cubicBezTo>
                  <a:cubicBezTo>
                    <a:pt x="2768" y="153"/>
                    <a:pt x="2769" y="153"/>
                    <a:pt x="2769" y="153"/>
                  </a:cubicBezTo>
                  <a:cubicBezTo>
                    <a:pt x="2766" y="162"/>
                    <a:pt x="2748" y="158"/>
                    <a:pt x="2746" y="167"/>
                  </a:cubicBezTo>
                  <a:cubicBezTo>
                    <a:pt x="2751" y="169"/>
                    <a:pt x="2755" y="170"/>
                    <a:pt x="2759" y="170"/>
                  </a:cubicBezTo>
                  <a:cubicBezTo>
                    <a:pt x="2774" y="170"/>
                    <a:pt x="2785" y="159"/>
                    <a:pt x="2802" y="157"/>
                  </a:cubicBezTo>
                  <a:cubicBezTo>
                    <a:pt x="2802" y="157"/>
                    <a:pt x="2803" y="157"/>
                    <a:pt x="2803" y="157"/>
                  </a:cubicBezTo>
                  <a:cubicBezTo>
                    <a:pt x="2804" y="157"/>
                    <a:pt x="2805" y="157"/>
                    <a:pt x="2807" y="157"/>
                  </a:cubicBezTo>
                  <a:cubicBezTo>
                    <a:pt x="2808" y="157"/>
                    <a:pt x="2809" y="157"/>
                    <a:pt x="2810" y="157"/>
                  </a:cubicBezTo>
                  <a:cubicBezTo>
                    <a:pt x="2811" y="157"/>
                    <a:pt x="2812" y="157"/>
                    <a:pt x="2813" y="157"/>
                  </a:cubicBezTo>
                  <a:cubicBezTo>
                    <a:pt x="2823" y="154"/>
                    <a:pt x="2834" y="140"/>
                    <a:pt x="2820" y="138"/>
                  </a:cubicBezTo>
                  <a:cubicBezTo>
                    <a:pt x="2820" y="138"/>
                    <a:pt x="2820" y="138"/>
                    <a:pt x="2819" y="138"/>
                  </a:cubicBezTo>
                  <a:cubicBezTo>
                    <a:pt x="2817" y="138"/>
                    <a:pt x="2816" y="139"/>
                    <a:pt x="2815" y="140"/>
                  </a:cubicBezTo>
                  <a:cubicBezTo>
                    <a:pt x="2813" y="141"/>
                    <a:pt x="2812" y="142"/>
                    <a:pt x="2810" y="142"/>
                  </a:cubicBezTo>
                  <a:cubicBezTo>
                    <a:pt x="2810" y="142"/>
                    <a:pt x="2810" y="142"/>
                    <a:pt x="2809" y="142"/>
                  </a:cubicBezTo>
                  <a:cubicBezTo>
                    <a:pt x="2800" y="142"/>
                    <a:pt x="2800" y="128"/>
                    <a:pt x="2793" y="125"/>
                  </a:cubicBezTo>
                  <a:cubicBezTo>
                    <a:pt x="2791" y="125"/>
                    <a:pt x="2788" y="124"/>
                    <a:pt x="2786" y="124"/>
                  </a:cubicBezTo>
                  <a:moveTo>
                    <a:pt x="2752" y="123"/>
                  </a:moveTo>
                  <a:cubicBezTo>
                    <a:pt x="2749" y="123"/>
                    <a:pt x="2745" y="125"/>
                    <a:pt x="2745" y="127"/>
                  </a:cubicBezTo>
                  <a:cubicBezTo>
                    <a:pt x="2746" y="130"/>
                    <a:pt x="2748" y="131"/>
                    <a:pt x="2751" y="131"/>
                  </a:cubicBezTo>
                  <a:cubicBezTo>
                    <a:pt x="2754" y="131"/>
                    <a:pt x="2757" y="129"/>
                    <a:pt x="2757" y="126"/>
                  </a:cubicBezTo>
                  <a:cubicBezTo>
                    <a:pt x="2757" y="124"/>
                    <a:pt x="2755" y="123"/>
                    <a:pt x="2752" y="123"/>
                  </a:cubicBezTo>
                  <a:moveTo>
                    <a:pt x="2931" y="120"/>
                  </a:moveTo>
                  <a:cubicBezTo>
                    <a:pt x="2926" y="120"/>
                    <a:pt x="2921" y="122"/>
                    <a:pt x="2919" y="127"/>
                  </a:cubicBezTo>
                  <a:cubicBezTo>
                    <a:pt x="2924" y="133"/>
                    <a:pt x="2935" y="138"/>
                    <a:pt x="2946" y="138"/>
                  </a:cubicBezTo>
                  <a:cubicBezTo>
                    <a:pt x="2949" y="138"/>
                    <a:pt x="2952" y="138"/>
                    <a:pt x="2956" y="137"/>
                  </a:cubicBezTo>
                  <a:cubicBezTo>
                    <a:pt x="2961" y="142"/>
                    <a:pt x="2968" y="148"/>
                    <a:pt x="2968" y="159"/>
                  </a:cubicBezTo>
                  <a:cubicBezTo>
                    <a:pt x="2976" y="161"/>
                    <a:pt x="2983" y="166"/>
                    <a:pt x="2991" y="166"/>
                  </a:cubicBezTo>
                  <a:cubicBezTo>
                    <a:pt x="2993" y="166"/>
                    <a:pt x="2996" y="166"/>
                    <a:pt x="2999" y="164"/>
                  </a:cubicBezTo>
                  <a:cubicBezTo>
                    <a:pt x="3004" y="164"/>
                    <a:pt x="3003" y="169"/>
                    <a:pt x="3008" y="169"/>
                  </a:cubicBezTo>
                  <a:cubicBezTo>
                    <a:pt x="3023" y="165"/>
                    <a:pt x="3046" y="168"/>
                    <a:pt x="3055" y="159"/>
                  </a:cubicBezTo>
                  <a:cubicBezTo>
                    <a:pt x="3060" y="160"/>
                    <a:pt x="3058" y="167"/>
                    <a:pt x="3064" y="167"/>
                  </a:cubicBezTo>
                  <a:cubicBezTo>
                    <a:pt x="3075" y="166"/>
                    <a:pt x="3083" y="161"/>
                    <a:pt x="3093" y="161"/>
                  </a:cubicBezTo>
                  <a:cubicBezTo>
                    <a:pt x="3093" y="161"/>
                    <a:pt x="3094" y="161"/>
                    <a:pt x="3094" y="161"/>
                  </a:cubicBezTo>
                  <a:cubicBezTo>
                    <a:pt x="3098" y="153"/>
                    <a:pt x="3089" y="151"/>
                    <a:pt x="3086" y="146"/>
                  </a:cubicBezTo>
                  <a:cubicBezTo>
                    <a:pt x="3079" y="144"/>
                    <a:pt x="3071" y="143"/>
                    <a:pt x="3064" y="143"/>
                  </a:cubicBezTo>
                  <a:cubicBezTo>
                    <a:pt x="3055" y="143"/>
                    <a:pt x="3046" y="144"/>
                    <a:pt x="3036" y="145"/>
                  </a:cubicBezTo>
                  <a:cubicBezTo>
                    <a:pt x="3027" y="147"/>
                    <a:pt x="3017" y="148"/>
                    <a:pt x="3007" y="148"/>
                  </a:cubicBezTo>
                  <a:cubicBezTo>
                    <a:pt x="3005" y="148"/>
                    <a:pt x="3003" y="148"/>
                    <a:pt x="3001" y="148"/>
                  </a:cubicBezTo>
                  <a:cubicBezTo>
                    <a:pt x="2996" y="142"/>
                    <a:pt x="2985" y="144"/>
                    <a:pt x="2982" y="139"/>
                  </a:cubicBezTo>
                  <a:cubicBezTo>
                    <a:pt x="2982" y="136"/>
                    <a:pt x="2989" y="139"/>
                    <a:pt x="2991" y="137"/>
                  </a:cubicBezTo>
                  <a:cubicBezTo>
                    <a:pt x="2989" y="126"/>
                    <a:pt x="2975" y="128"/>
                    <a:pt x="2963" y="126"/>
                  </a:cubicBezTo>
                  <a:cubicBezTo>
                    <a:pt x="2953" y="125"/>
                    <a:pt x="2941" y="120"/>
                    <a:pt x="2931" y="120"/>
                  </a:cubicBezTo>
                  <a:moveTo>
                    <a:pt x="2726" y="114"/>
                  </a:moveTo>
                  <a:cubicBezTo>
                    <a:pt x="2720" y="114"/>
                    <a:pt x="2714" y="116"/>
                    <a:pt x="2707" y="117"/>
                  </a:cubicBezTo>
                  <a:cubicBezTo>
                    <a:pt x="2696" y="119"/>
                    <a:pt x="2691" y="124"/>
                    <a:pt x="2682" y="128"/>
                  </a:cubicBezTo>
                  <a:cubicBezTo>
                    <a:pt x="2668" y="134"/>
                    <a:pt x="2660" y="133"/>
                    <a:pt x="2666" y="144"/>
                  </a:cubicBezTo>
                  <a:cubicBezTo>
                    <a:pt x="2667" y="144"/>
                    <a:pt x="2668" y="144"/>
                    <a:pt x="2669" y="144"/>
                  </a:cubicBezTo>
                  <a:cubicBezTo>
                    <a:pt x="2674" y="144"/>
                    <a:pt x="2676" y="141"/>
                    <a:pt x="2681" y="141"/>
                  </a:cubicBezTo>
                  <a:cubicBezTo>
                    <a:pt x="2686" y="142"/>
                    <a:pt x="2686" y="147"/>
                    <a:pt x="2692" y="147"/>
                  </a:cubicBezTo>
                  <a:cubicBezTo>
                    <a:pt x="2692" y="147"/>
                    <a:pt x="2692" y="147"/>
                    <a:pt x="2693" y="147"/>
                  </a:cubicBezTo>
                  <a:cubicBezTo>
                    <a:pt x="2697" y="146"/>
                    <a:pt x="2696" y="141"/>
                    <a:pt x="2697" y="138"/>
                  </a:cubicBezTo>
                  <a:cubicBezTo>
                    <a:pt x="2705" y="138"/>
                    <a:pt x="2705" y="138"/>
                    <a:pt x="2705" y="138"/>
                  </a:cubicBezTo>
                  <a:cubicBezTo>
                    <a:pt x="2707" y="135"/>
                    <a:pt x="2706" y="130"/>
                    <a:pt x="2711" y="130"/>
                  </a:cubicBezTo>
                  <a:cubicBezTo>
                    <a:pt x="2715" y="131"/>
                    <a:pt x="2713" y="137"/>
                    <a:pt x="2718" y="137"/>
                  </a:cubicBezTo>
                  <a:cubicBezTo>
                    <a:pt x="2727" y="133"/>
                    <a:pt x="2733" y="128"/>
                    <a:pt x="2733" y="116"/>
                  </a:cubicBezTo>
                  <a:cubicBezTo>
                    <a:pt x="2731" y="115"/>
                    <a:pt x="2728" y="114"/>
                    <a:pt x="2726" y="114"/>
                  </a:cubicBezTo>
                  <a:moveTo>
                    <a:pt x="397" y="107"/>
                  </a:moveTo>
                  <a:cubicBezTo>
                    <a:pt x="395" y="107"/>
                    <a:pt x="393" y="108"/>
                    <a:pt x="392" y="111"/>
                  </a:cubicBezTo>
                  <a:cubicBezTo>
                    <a:pt x="391" y="115"/>
                    <a:pt x="402" y="121"/>
                    <a:pt x="409" y="122"/>
                  </a:cubicBezTo>
                  <a:cubicBezTo>
                    <a:pt x="413" y="115"/>
                    <a:pt x="403" y="107"/>
                    <a:pt x="397" y="107"/>
                  </a:cubicBezTo>
                  <a:moveTo>
                    <a:pt x="3692" y="107"/>
                  </a:moveTo>
                  <a:cubicBezTo>
                    <a:pt x="3699" y="115"/>
                    <a:pt x="3714" y="122"/>
                    <a:pt x="3727" y="123"/>
                  </a:cubicBezTo>
                  <a:cubicBezTo>
                    <a:pt x="3719" y="115"/>
                    <a:pt x="3705" y="107"/>
                    <a:pt x="3692" y="107"/>
                  </a:cubicBezTo>
                  <a:moveTo>
                    <a:pt x="2777" y="102"/>
                  </a:moveTo>
                  <a:cubicBezTo>
                    <a:pt x="2769" y="102"/>
                    <a:pt x="2760" y="105"/>
                    <a:pt x="2756" y="109"/>
                  </a:cubicBezTo>
                  <a:cubicBezTo>
                    <a:pt x="2754" y="106"/>
                    <a:pt x="2750" y="104"/>
                    <a:pt x="2745" y="104"/>
                  </a:cubicBezTo>
                  <a:cubicBezTo>
                    <a:pt x="2742" y="104"/>
                    <a:pt x="2738" y="106"/>
                    <a:pt x="2738" y="111"/>
                  </a:cubicBezTo>
                  <a:cubicBezTo>
                    <a:pt x="2740" y="112"/>
                    <a:pt x="2743" y="113"/>
                    <a:pt x="2747" y="113"/>
                  </a:cubicBezTo>
                  <a:cubicBezTo>
                    <a:pt x="2750" y="113"/>
                    <a:pt x="2754" y="112"/>
                    <a:pt x="2756" y="111"/>
                  </a:cubicBezTo>
                  <a:cubicBezTo>
                    <a:pt x="2759" y="115"/>
                    <a:pt x="2767" y="117"/>
                    <a:pt x="2775" y="117"/>
                  </a:cubicBezTo>
                  <a:cubicBezTo>
                    <a:pt x="2782" y="117"/>
                    <a:pt x="2789" y="114"/>
                    <a:pt x="2788" y="109"/>
                  </a:cubicBezTo>
                  <a:cubicBezTo>
                    <a:pt x="2788" y="104"/>
                    <a:pt x="2783" y="102"/>
                    <a:pt x="2777" y="102"/>
                  </a:cubicBezTo>
                  <a:moveTo>
                    <a:pt x="2781" y="88"/>
                  </a:moveTo>
                  <a:cubicBezTo>
                    <a:pt x="2772" y="88"/>
                    <a:pt x="2763" y="91"/>
                    <a:pt x="2760" y="97"/>
                  </a:cubicBezTo>
                  <a:cubicBezTo>
                    <a:pt x="2761" y="98"/>
                    <a:pt x="2763" y="99"/>
                    <a:pt x="2766" y="99"/>
                  </a:cubicBezTo>
                  <a:cubicBezTo>
                    <a:pt x="2768" y="99"/>
                    <a:pt x="2770" y="99"/>
                    <a:pt x="2771" y="98"/>
                  </a:cubicBezTo>
                  <a:cubicBezTo>
                    <a:pt x="2773" y="98"/>
                    <a:pt x="2775" y="98"/>
                    <a:pt x="2777" y="98"/>
                  </a:cubicBezTo>
                  <a:cubicBezTo>
                    <a:pt x="2781" y="98"/>
                    <a:pt x="2784" y="99"/>
                    <a:pt x="2786" y="102"/>
                  </a:cubicBezTo>
                  <a:cubicBezTo>
                    <a:pt x="2786" y="102"/>
                    <a:pt x="2787" y="102"/>
                    <a:pt x="2787" y="102"/>
                  </a:cubicBezTo>
                  <a:cubicBezTo>
                    <a:pt x="2794" y="102"/>
                    <a:pt x="2798" y="100"/>
                    <a:pt x="2797" y="94"/>
                  </a:cubicBezTo>
                  <a:cubicBezTo>
                    <a:pt x="2794" y="90"/>
                    <a:pt x="2788" y="88"/>
                    <a:pt x="2781" y="88"/>
                  </a:cubicBezTo>
                  <a:moveTo>
                    <a:pt x="2910" y="87"/>
                  </a:moveTo>
                  <a:cubicBezTo>
                    <a:pt x="2906" y="87"/>
                    <a:pt x="2904" y="89"/>
                    <a:pt x="2903" y="96"/>
                  </a:cubicBezTo>
                  <a:cubicBezTo>
                    <a:pt x="2906" y="98"/>
                    <a:pt x="2912" y="98"/>
                    <a:pt x="2916" y="99"/>
                  </a:cubicBezTo>
                  <a:cubicBezTo>
                    <a:pt x="2914" y="102"/>
                    <a:pt x="2908" y="101"/>
                    <a:pt x="2908" y="105"/>
                  </a:cubicBezTo>
                  <a:cubicBezTo>
                    <a:pt x="2910" y="110"/>
                    <a:pt x="2915" y="111"/>
                    <a:pt x="2921" y="111"/>
                  </a:cubicBezTo>
                  <a:cubicBezTo>
                    <a:pt x="2930" y="111"/>
                    <a:pt x="2940" y="108"/>
                    <a:pt x="2946" y="106"/>
                  </a:cubicBezTo>
                  <a:cubicBezTo>
                    <a:pt x="2943" y="100"/>
                    <a:pt x="2935" y="98"/>
                    <a:pt x="2937" y="90"/>
                  </a:cubicBezTo>
                  <a:cubicBezTo>
                    <a:pt x="2935" y="91"/>
                    <a:pt x="2933" y="91"/>
                    <a:pt x="2931" y="91"/>
                  </a:cubicBezTo>
                  <a:cubicBezTo>
                    <a:pt x="2927" y="91"/>
                    <a:pt x="2923" y="90"/>
                    <a:pt x="2920" y="89"/>
                  </a:cubicBezTo>
                  <a:cubicBezTo>
                    <a:pt x="2916" y="88"/>
                    <a:pt x="2913" y="87"/>
                    <a:pt x="2910" y="87"/>
                  </a:cubicBezTo>
                  <a:moveTo>
                    <a:pt x="436" y="116"/>
                  </a:moveTo>
                  <a:cubicBezTo>
                    <a:pt x="436" y="111"/>
                    <a:pt x="442" y="109"/>
                    <a:pt x="448" y="109"/>
                  </a:cubicBezTo>
                  <a:cubicBezTo>
                    <a:pt x="452" y="109"/>
                    <a:pt x="457" y="110"/>
                    <a:pt x="459" y="112"/>
                  </a:cubicBezTo>
                  <a:cubicBezTo>
                    <a:pt x="458" y="116"/>
                    <a:pt x="454" y="116"/>
                    <a:pt x="450" y="116"/>
                  </a:cubicBezTo>
                  <a:cubicBezTo>
                    <a:pt x="448" y="116"/>
                    <a:pt x="446" y="116"/>
                    <a:pt x="444" y="116"/>
                  </a:cubicBezTo>
                  <a:cubicBezTo>
                    <a:pt x="443" y="116"/>
                    <a:pt x="441" y="116"/>
                    <a:pt x="439" y="116"/>
                  </a:cubicBezTo>
                  <a:cubicBezTo>
                    <a:pt x="438" y="116"/>
                    <a:pt x="437" y="116"/>
                    <a:pt x="436" y="116"/>
                  </a:cubicBezTo>
                  <a:moveTo>
                    <a:pt x="455" y="85"/>
                  </a:moveTo>
                  <a:cubicBezTo>
                    <a:pt x="455" y="85"/>
                    <a:pt x="454" y="85"/>
                    <a:pt x="454" y="85"/>
                  </a:cubicBezTo>
                  <a:cubicBezTo>
                    <a:pt x="445" y="85"/>
                    <a:pt x="445" y="93"/>
                    <a:pt x="450" y="101"/>
                  </a:cubicBezTo>
                  <a:cubicBezTo>
                    <a:pt x="443" y="101"/>
                    <a:pt x="443" y="101"/>
                    <a:pt x="443" y="101"/>
                  </a:cubicBezTo>
                  <a:cubicBezTo>
                    <a:pt x="441" y="99"/>
                    <a:pt x="441" y="94"/>
                    <a:pt x="439" y="91"/>
                  </a:cubicBezTo>
                  <a:cubicBezTo>
                    <a:pt x="438" y="91"/>
                    <a:pt x="438" y="91"/>
                    <a:pt x="437" y="91"/>
                  </a:cubicBezTo>
                  <a:cubicBezTo>
                    <a:pt x="436" y="91"/>
                    <a:pt x="435" y="91"/>
                    <a:pt x="434" y="91"/>
                  </a:cubicBezTo>
                  <a:cubicBezTo>
                    <a:pt x="433" y="92"/>
                    <a:pt x="432" y="92"/>
                    <a:pt x="430" y="92"/>
                  </a:cubicBezTo>
                  <a:cubicBezTo>
                    <a:pt x="430" y="92"/>
                    <a:pt x="430" y="92"/>
                    <a:pt x="430" y="92"/>
                  </a:cubicBezTo>
                  <a:cubicBezTo>
                    <a:pt x="428" y="94"/>
                    <a:pt x="430" y="99"/>
                    <a:pt x="427" y="99"/>
                  </a:cubicBezTo>
                  <a:cubicBezTo>
                    <a:pt x="423" y="99"/>
                    <a:pt x="420" y="99"/>
                    <a:pt x="420" y="96"/>
                  </a:cubicBezTo>
                  <a:cubicBezTo>
                    <a:pt x="421" y="93"/>
                    <a:pt x="427" y="93"/>
                    <a:pt x="428" y="90"/>
                  </a:cubicBezTo>
                  <a:cubicBezTo>
                    <a:pt x="425" y="89"/>
                    <a:pt x="420" y="88"/>
                    <a:pt x="416" y="88"/>
                  </a:cubicBezTo>
                  <a:cubicBezTo>
                    <a:pt x="406" y="88"/>
                    <a:pt x="396" y="92"/>
                    <a:pt x="398" y="100"/>
                  </a:cubicBezTo>
                  <a:cubicBezTo>
                    <a:pt x="400" y="103"/>
                    <a:pt x="406" y="102"/>
                    <a:pt x="408" y="105"/>
                  </a:cubicBezTo>
                  <a:cubicBezTo>
                    <a:pt x="409" y="114"/>
                    <a:pt x="416" y="118"/>
                    <a:pt x="426" y="118"/>
                  </a:cubicBezTo>
                  <a:cubicBezTo>
                    <a:pt x="428" y="118"/>
                    <a:pt x="430" y="118"/>
                    <a:pt x="432" y="118"/>
                  </a:cubicBezTo>
                  <a:cubicBezTo>
                    <a:pt x="428" y="120"/>
                    <a:pt x="429" y="125"/>
                    <a:pt x="432" y="127"/>
                  </a:cubicBezTo>
                  <a:cubicBezTo>
                    <a:pt x="433" y="127"/>
                    <a:pt x="433" y="127"/>
                    <a:pt x="433" y="127"/>
                  </a:cubicBezTo>
                  <a:cubicBezTo>
                    <a:pt x="434" y="127"/>
                    <a:pt x="435" y="127"/>
                    <a:pt x="436" y="127"/>
                  </a:cubicBezTo>
                  <a:cubicBezTo>
                    <a:pt x="437" y="126"/>
                    <a:pt x="437" y="126"/>
                    <a:pt x="438" y="126"/>
                  </a:cubicBezTo>
                  <a:cubicBezTo>
                    <a:pt x="439" y="126"/>
                    <a:pt x="439" y="126"/>
                    <a:pt x="440" y="126"/>
                  </a:cubicBezTo>
                  <a:cubicBezTo>
                    <a:pt x="440" y="129"/>
                    <a:pt x="436" y="130"/>
                    <a:pt x="439" y="132"/>
                  </a:cubicBezTo>
                  <a:cubicBezTo>
                    <a:pt x="446" y="136"/>
                    <a:pt x="446" y="149"/>
                    <a:pt x="455" y="149"/>
                  </a:cubicBezTo>
                  <a:cubicBezTo>
                    <a:pt x="455" y="149"/>
                    <a:pt x="455" y="149"/>
                    <a:pt x="455" y="149"/>
                  </a:cubicBezTo>
                  <a:cubicBezTo>
                    <a:pt x="465" y="148"/>
                    <a:pt x="465" y="132"/>
                    <a:pt x="477" y="130"/>
                  </a:cubicBezTo>
                  <a:cubicBezTo>
                    <a:pt x="476" y="119"/>
                    <a:pt x="483" y="115"/>
                    <a:pt x="491" y="111"/>
                  </a:cubicBezTo>
                  <a:cubicBezTo>
                    <a:pt x="498" y="114"/>
                    <a:pt x="499" y="121"/>
                    <a:pt x="503" y="126"/>
                  </a:cubicBezTo>
                  <a:cubicBezTo>
                    <a:pt x="503" y="130"/>
                    <a:pt x="497" y="129"/>
                    <a:pt x="499" y="135"/>
                  </a:cubicBezTo>
                  <a:cubicBezTo>
                    <a:pt x="500" y="135"/>
                    <a:pt x="501" y="136"/>
                    <a:pt x="502" y="136"/>
                  </a:cubicBezTo>
                  <a:cubicBezTo>
                    <a:pt x="506" y="136"/>
                    <a:pt x="509" y="133"/>
                    <a:pt x="512" y="133"/>
                  </a:cubicBezTo>
                  <a:cubicBezTo>
                    <a:pt x="516" y="133"/>
                    <a:pt x="514" y="138"/>
                    <a:pt x="518" y="138"/>
                  </a:cubicBezTo>
                  <a:cubicBezTo>
                    <a:pt x="518" y="138"/>
                    <a:pt x="518" y="138"/>
                    <a:pt x="519" y="138"/>
                  </a:cubicBezTo>
                  <a:cubicBezTo>
                    <a:pt x="525" y="134"/>
                    <a:pt x="535" y="132"/>
                    <a:pt x="540" y="125"/>
                  </a:cubicBezTo>
                  <a:cubicBezTo>
                    <a:pt x="524" y="120"/>
                    <a:pt x="517" y="108"/>
                    <a:pt x="496" y="107"/>
                  </a:cubicBezTo>
                  <a:cubicBezTo>
                    <a:pt x="495" y="106"/>
                    <a:pt x="493" y="105"/>
                    <a:pt x="492" y="102"/>
                  </a:cubicBezTo>
                  <a:cubicBezTo>
                    <a:pt x="491" y="102"/>
                    <a:pt x="490" y="102"/>
                    <a:pt x="489" y="102"/>
                  </a:cubicBezTo>
                  <a:cubicBezTo>
                    <a:pt x="482" y="102"/>
                    <a:pt x="475" y="98"/>
                    <a:pt x="470" y="94"/>
                  </a:cubicBezTo>
                  <a:cubicBezTo>
                    <a:pt x="464" y="89"/>
                    <a:pt x="459" y="85"/>
                    <a:pt x="455" y="85"/>
                  </a:cubicBezTo>
                  <a:moveTo>
                    <a:pt x="804" y="81"/>
                  </a:moveTo>
                  <a:cubicBezTo>
                    <a:pt x="800" y="81"/>
                    <a:pt x="796" y="83"/>
                    <a:pt x="796" y="87"/>
                  </a:cubicBezTo>
                  <a:cubicBezTo>
                    <a:pt x="797" y="89"/>
                    <a:pt x="801" y="90"/>
                    <a:pt x="805" y="90"/>
                  </a:cubicBezTo>
                  <a:cubicBezTo>
                    <a:pt x="809" y="90"/>
                    <a:pt x="812" y="89"/>
                    <a:pt x="812" y="86"/>
                  </a:cubicBezTo>
                  <a:cubicBezTo>
                    <a:pt x="812" y="83"/>
                    <a:pt x="808" y="81"/>
                    <a:pt x="804" y="81"/>
                  </a:cubicBezTo>
                  <a:moveTo>
                    <a:pt x="888" y="80"/>
                  </a:moveTo>
                  <a:cubicBezTo>
                    <a:pt x="882" y="80"/>
                    <a:pt x="876" y="82"/>
                    <a:pt x="875" y="87"/>
                  </a:cubicBezTo>
                  <a:cubicBezTo>
                    <a:pt x="877" y="89"/>
                    <a:pt x="880" y="89"/>
                    <a:pt x="883" y="89"/>
                  </a:cubicBezTo>
                  <a:cubicBezTo>
                    <a:pt x="888" y="89"/>
                    <a:pt x="894" y="88"/>
                    <a:pt x="896" y="86"/>
                  </a:cubicBezTo>
                  <a:cubicBezTo>
                    <a:pt x="896" y="81"/>
                    <a:pt x="896" y="81"/>
                    <a:pt x="896" y="81"/>
                  </a:cubicBezTo>
                  <a:cubicBezTo>
                    <a:pt x="894" y="80"/>
                    <a:pt x="891" y="80"/>
                    <a:pt x="888" y="80"/>
                  </a:cubicBezTo>
                  <a:moveTo>
                    <a:pt x="1219" y="79"/>
                  </a:moveTo>
                  <a:cubicBezTo>
                    <a:pt x="1215" y="79"/>
                    <a:pt x="1212" y="80"/>
                    <a:pt x="1210" y="81"/>
                  </a:cubicBezTo>
                  <a:cubicBezTo>
                    <a:pt x="1211" y="89"/>
                    <a:pt x="1224" y="92"/>
                    <a:pt x="1235" y="92"/>
                  </a:cubicBezTo>
                  <a:cubicBezTo>
                    <a:pt x="1236" y="92"/>
                    <a:pt x="1236" y="92"/>
                    <a:pt x="1237" y="92"/>
                  </a:cubicBezTo>
                  <a:cubicBezTo>
                    <a:pt x="1237" y="84"/>
                    <a:pt x="1237" y="84"/>
                    <a:pt x="1237" y="84"/>
                  </a:cubicBezTo>
                  <a:cubicBezTo>
                    <a:pt x="1233" y="81"/>
                    <a:pt x="1225" y="79"/>
                    <a:pt x="1219" y="79"/>
                  </a:cubicBezTo>
                  <a:moveTo>
                    <a:pt x="2851" y="77"/>
                  </a:moveTo>
                  <a:cubicBezTo>
                    <a:pt x="2844" y="77"/>
                    <a:pt x="2837" y="79"/>
                    <a:pt x="2833" y="82"/>
                  </a:cubicBezTo>
                  <a:cubicBezTo>
                    <a:pt x="2832" y="90"/>
                    <a:pt x="2844" y="88"/>
                    <a:pt x="2849" y="91"/>
                  </a:cubicBezTo>
                  <a:cubicBezTo>
                    <a:pt x="2848" y="94"/>
                    <a:pt x="2841" y="93"/>
                    <a:pt x="2840" y="98"/>
                  </a:cubicBezTo>
                  <a:cubicBezTo>
                    <a:pt x="2842" y="100"/>
                    <a:pt x="2844" y="101"/>
                    <a:pt x="2846" y="101"/>
                  </a:cubicBezTo>
                  <a:cubicBezTo>
                    <a:pt x="2850" y="101"/>
                    <a:pt x="2855" y="99"/>
                    <a:pt x="2858" y="98"/>
                  </a:cubicBezTo>
                  <a:cubicBezTo>
                    <a:pt x="2860" y="97"/>
                    <a:pt x="2862" y="97"/>
                    <a:pt x="2864" y="97"/>
                  </a:cubicBezTo>
                  <a:cubicBezTo>
                    <a:pt x="2875" y="97"/>
                    <a:pt x="2880" y="101"/>
                    <a:pt x="2886" y="108"/>
                  </a:cubicBezTo>
                  <a:cubicBezTo>
                    <a:pt x="2886" y="108"/>
                    <a:pt x="2887" y="108"/>
                    <a:pt x="2887" y="108"/>
                  </a:cubicBezTo>
                  <a:cubicBezTo>
                    <a:pt x="2893" y="108"/>
                    <a:pt x="2897" y="107"/>
                    <a:pt x="2901" y="106"/>
                  </a:cubicBezTo>
                  <a:cubicBezTo>
                    <a:pt x="2896" y="95"/>
                    <a:pt x="2886" y="84"/>
                    <a:pt x="2871" y="84"/>
                  </a:cubicBezTo>
                  <a:cubicBezTo>
                    <a:pt x="2869" y="84"/>
                    <a:pt x="2868" y="85"/>
                    <a:pt x="2867" y="85"/>
                  </a:cubicBezTo>
                  <a:cubicBezTo>
                    <a:pt x="2865" y="79"/>
                    <a:pt x="2858" y="77"/>
                    <a:pt x="2851" y="77"/>
                  </a:cubicBezTo>
                  <a:moveTo>
                    <a:pt x="825" y="76"/>
                  </a:moveTo>
                  <a:cubicBezTo>
                    <a:pt x="820" y="76"/>
                    <a:pt x="815" y="79"/>
                    <a:pt x="818" y="84"/>
                  </a:cubicBezTo>
                  <a:cubicBezTo>
                    <a:pt x="818" y="85"/>
                    <a:pt x="821" y="86"/>
                    <a:pt x="823" y="86"/>
                  </a:cubicBezTo>
                  <a:cubicBezTo>
                    <a:pt x="825" y="86"/>
                    <a:pt x="827" y="85"/>
                    <a:pt x="829" y="85"/>
                  </a:cubicBezTo>
                  <a:cubicBezTo>
                    <a:pt x="832" y="79"/>
                    <a:pt x="829" y="76"/>
                    <a:pt x="825" y="76"/>
                  </a:cubicBezTo>
                  <a:moveTo>
                    <a:pt x="490" y="68"/>
                  </a:moveTo>
                  <a:cubicBezTo>
                    <a:pt x="483" y="73"/>
                    <a:pt x="475" y="78"/>
                    <a:pt x="472" y="86"/>
                  </a:cubicBezTo>
                  <a:cubicBezTo>
                    <a:pt x="476" y="89"/>
                    <a:pt x="482" y="90"/>
                    <a:pt x="487" y="90"/>
                  </a:cubicBezTo>
                  <a:cubicBezTo>
                    <a:pt x="488" y="90"/>
                    <a:pt x="489" y="90"/>
                    <a:pt x="489" y="90"/>
                  </a:cubicBezTo>
                  <a:cubicBezTo>
                    <a:pt x="490" y="90"/>
                    <a:pt x="491" y="90"/>
                    <a:pt x="492" y="90"/>
                  </a:cubicBezTo>
                  <a:cubicBezTo>
                    <a:pt x="495" y="90"/>
                    <a:pt x="499" y="90"/>
                    <a:pt x="502" y="91"/>
                  </a:cubicBezTo>
                  <a:cubicBezTo>
                    <a:pt x="502" y="95"/>
                    <a:pt x="496" y="93"/>
                    <a:pt x="493" y="95"/>
                  </a:cubicBezTo>
                  <a:cubicBezTo>
                    <a:pt x="496" y="101"/>
                    <a:pt x="511" y="102"/>
                    <a:pt x="522" y="102"/>
                  </a:cubicBezTo>
                  <a:cubicBezTo>
                    <a:pt x="529" y="102"/>
                    <a:pt x="539" y="103"/>
                    <a:pt x="546" y="103"/>
                  </a:cubicBezTo>
                  <a:cubicBezTo>
                    <a:pt x="547" y="103"/>
                    <a:pt x="549" y="103"/>
                    <a:pt x="550" y="103"/>
                  </a:cubicBezTo>
                  <a:cubicBezTo>
                    <a:pt x="561" y="102"/>
                    <a:pt x="567" y="91"/>
                    <a:pt x="567" y="82"/>
                  </a:cubicBezTo>
                  <a:cubicBezTo>
                    <a:pt x="557" y="81"/>
                    <a:pt x="547" y="76"/>
                    <a:pt x="538" y="76"/>
                  </a:cubicBezTo>
                  <a:cubicBezTo>
                    <a:pt x="534" y="76"/>
                    <a:pt x="530" y="77"/>
                    <a:pt x="527" y="80"/>
                  </a:cubicBezTo>
                  <a:cubicBezTo>
                    <a:pt x="524" y="79"/>
                    <a:pt x="526" y="73"/>
                    <a:pt x="524" y="71"/>
                  </a:cubicBezTo>
                  <a:cubicBezTo>
                    <a:pt x="523" y="71"/>
                    <a:pt x="522" y="70"/>
                    <a:pt x="522" y="70"/>
                  </a:cubicBezTo>
                  <a:cubicBezTo>
                    <a:pt x="515" y="70"/>
                    <a:pt x="515" y="76"/>
                    <a:pt x="512" y="79"/>
                  </a:cubicBezTo>
                  <a:cubicBezTo>
                    <a:pt x="501" y="78"/>
                    <a:pt x="497" y="71"/>
                    <a:pt x="490" y="68"/>
                  </a:cubicBezTo>
                  <a:moveTo>
                    <a:pt x="752" y="66"/>
                  </a:moveTo>
                  <a:cubicBezTo>
                    <a:pt x="743" y="66"/>
                    <a:pt x="735" y="70"/>
                    <a:pt x="732" y="77"/>
                  </a:cubicBezTo>
                  <a:cubicBezTo>
                    <a:pt x="735" y="80"/>
                    <a:pt x="739" y="81"/>
                    <a:pt x="743" y="81"/>
                  </a:cubicBezTo>
                  <a:cubicBezTo>
                    <a:pt x="752" y="81"/>
                    <a:pt x="761" y="76"/>
                    <a:pt x="761" y="68"/>
                  </a:cubicBezTo>
                  <a:cubicBezTo>
                    <a:pt x="758" y="67"/>
                    <a:pt x="755" y="66"/>
                    <a:pt x="752" y="66"/>
                  </a:cubicBezTo>
                  <a:moveTo>
                    <a:pt x="796" y="65"/>
                  </a:moveTo>
                  <a:cubicBezTo>
                    <a:pt x="792" y="65"/>
                    <a:pt x="787" y="67"/>
                    <a:pt x="783" y="68"/>
                  </a:cubicBezTo>
                  <a:cubicBezTo>
                    <a:pt x="778" y="70"/>
                    <a:pt x="773" y="72"/>
                    <a:pt x="768" y="72"/>
                  </a:cubicBezTo>
                  <a:cubicBezTo>
                    <a:pt x="767" y="72"/>
                    <a:pt x="766" y="72"/>
                    <a:pt x="766" y="72"/>
                  </a:cubicBezTo>
                  <a:cubicBezTo>
                    <a:pt x="764" y="75"/>
                    <a:pt x="762" y="76"/>
                    <a:pt x="762" y="81"/>
                  </a:cubicBezTo>
                  <a:cubicBezTo>
                    <a:pt x="765" y="84"/>
                    <a:pt x="768" y="86"/>
                    <a:pt x="771" y="86"/>
                  </a:cubicBezTo>
                  <a:cubicBezTo>
                    <a:pt x="776" y="86"/>
                    <a:pt x="780" y="82"/>
                    <a:pt x="786" y="81"/>
                  </a:cubicBezTo>
                  <a:cubicBezTo>
                    <a:pt x="789" y="80"/>
                    <a:pt x="794" y="81"/>
                    <a:pt x="796" y="80"/>
                  </a:cubicBezTo>
                  <a:cubicBezTo>
                    <a:pt x="801" y="78"/>
                    <a:pt x="804" y="71"/>
                    <a:pt x="803" y="68"/>
                  </a:cubicBezTo>
                  <a:cubicBezTo>
                    <a:pt x="801" y="66"/>
                    <a:pt x="798" y="65"/>
                    <a:pt x="796" y="65"/>
                  </a:cubicBezTo>
                  <a:moveTo>
                    <a:pt x="1237" y="62"/>
                  </a:moveTo>
                  <a:cubicBezTo>
                    <a:pt x="1228" y="64"/>
                    <a:pt x="1220" y="66"/>
                    <a:pt x="1218" y="73"/>
                  </a:cubicBezTo>
                  <a:cubicBezTo>
                    <a:pt x="1225" y="75"/>
                    <a:pt x="1230" y="79"/>
                    <a:pt x="1237" y="80"/>
                  </a:cubicBezTo>
                  <a:cubicBezTo>
                    <a:pt x="1237" y="62"/>
                    <a:pt x="1237" y="62"/>
                    <a:pt x="1237" y="62"/>
                  </a:cubicBezTo>
                  <a:moveTo>
                    <a:pt x="850" y="61"/>
                  </a:moveTo>
                  <a:cubicBezTo>
                    <a:pt x="848" y="61"/>
                    <a:pt x="845" y="62"/>
                    <a:pt x="843" y="62"/>
                  </a:cubicBezTo>
                  <a:cubicBezTo>
                    <a:pt x="843" y="68"/>
                    <a:pt x="850" y="72"/>
                    <a:pt x="856" y="72"/>
                  </a:cubicBezTo>
                  <a:cubicBezTo>
                    <a:pt x="859" y="72"/>
                    <a:pt x="862" y="71"/>
                    <a:pt x="863" y="68"/>
                  </a:cubicBezTo>
                  <a:cubicBezTo>
                    <a:pt x="861" y="64"/>
                    <a:pt x="856" y="61"/>
                    <a:pt x="850" y="61"/>
                  </a:cubicBezTo>
                  <a:moveTo>
                    <a:pt x="1205" y="54"/>
                  </a:moveTo>
                  <a:cubicBezTo>
                    <a:pt x="1200" y="54"/>
                    <a:pt x="1195" y="58"/>
                    <a:pt x="1199" y="63"/>
                  </a:cubicBezTo>
                  <a:cubicBezTo>
                    <a:pt x="1201" y="63"/>
                    <a:pt x="1203" y="64"/>
                    <a:pt x="1205" y="64"/>
                  </a:cubicBezTo>
                  <a:cubicBezTo>
                    <a:pt x="1209" y="64"/>
                    <a:pt x="1212" y="63"/>
                    <a:pt x="1213" y="60"/>
                  </a:cubicBezTo>
                  <a:cubicBezTo>
                    <a:pt x="1213" y="56"/>
                    <a:pt x="1209" y="54"/>
                    <a:pt x="1205" y="54"/>
                  </a:cubicBezTo>
                  <a:moveTo>
                    <a:pt x="941" y="54"/>
                  </a:moveTo>
                  <a:cubicBezTo>
                    <a:pt x="935" y="54"/>
                    <a:pt x="926" y="57"/>
                    <a:pt x="921" y="59"/>
                  </a:cubicBezTo>
                  <a:cubicBezTo>
                    <a:pt x="919" y="61"/>
                    <a:pt x="922" y="63"/>
                    <a:pt x="920" y="65"/>
                  </a:cubicBezTo>
                  <a:cubicBezTo>
                    <a:pt x="916" y="67"/>
                    <a:pt x="913" y="67"/>
                    <a:pt x="910" y="67"/>
                  </a:cubicBezTo>
                  <a:cubicBezTo>
                    <a:pt x="908" y="67"/>
                    <a:pt x="907" y="67"/>
                    <a:pt x="905" y="67"/>
                  </a:cubicBezTo>
                  <a:cubicBezTo>
                    <a:pt x="903" y="67"/>
                    <a:pt x="901" y="66"/>
                    <a:pt x="899" y="66"/>
                  </a:cubicBezTo>
                  <a:cubicBezTo>
                    <a:pt x="896" y="66"/>
                    <a:pt x="894" y="67"/>
                    <a:pt x="891" y="68"/>
                  </a:cubicBezTo>
                  <a:cubicBezTo>
                    <a:pt x="891" y="76"/>
                    <a:pt x="895" y="79"/>
                    <a:pt x="901" y="79"/>
                  </a:cubicBezTo>
                  <a:cubicBezTo>
                    <a:pt x="909" y="79"/>
                    <a:pt x="920" y="73"/>
                    <a:pt x="925" y="70"/>
                  </a:cubicBezTo>
                  <a:cubicBezTo>
                    <a:pt x="927" y="71"/>
                    <a:pt x="930" y="71"/>
                    <a:pt x="932" y="71"/>
                  </a:cubicBezTo>
                  <a:cubicBezTo>
                    <a:pt x="938" y="71"/>
                    <a:pt x="944" y="67"/>
                    <a:pt x="952" y="66"/>
                  </a:cubicBezTo>
                  <a:cubicBezTo>
                    <a:pt x="953" y="57"/>
                    <a:pt x="948" y="54"/>
                    <a:pt x="941" y="54"/>
                  </a:cubicBezTo>
                  <a:moveTo>
                    <a:pt x="882" y="47"/>
                  </a:moveTo>
                  <a:cubicBezTo>
                    <a:pt x="872" y="47"/>
                    <a:pt x="860" y="52"/>
                    <a:pt x="860" y="61"/>
                  </a:cubicBezTo>
                  <a:cubicBezTo>
                    <a:pt x="864" y="67"/>
                    <a:pt x="872" y="68"/>
                    <a:pt x="875" y="74"/>
                  </a:cubicBezTo>
                  <a:cubicBezTo>
                    <a:pt x="864" y="76"/>
                    <a:pt x="852" y="76"/>
                    <a:pt x="848" y="84"/>
                  </a:cubicBezTo>
                  <a:cubicBezTo>
                    <a:pt x="850" y="86"/>
                    <a:pt x="852" y="86"/>
                    <a:pt x="854" y="86"/>
                  </a:cubicBezTo>
                  <a:cubicBezTo>
                    <a:pt x="856" y="86"/>
                    <a:pt x="859" y="85"/>
                    <a:pt x="861" y="84"/>
                  </a:cubicBezTo>
                  <a:cubicBezTo>
                    <a:pt x="864" y="83"/>
                    <a:pt x="867" y="82"/>
                    <a:pt x="870" y="82"/>
                  </a:cubicBezTo>
                  <a:cubicBezTo>
                    <a:pt x="872" y="82"/>
                    <a:pt x="873" y="82"/>
                    <a:pt x="875" y="83"/>
                  </a:cubicBezTo>
                  <a:cubicBezTo>
                    <a:pt x="879" y="77"/>
                    <a:pt x="884" y="73"/>
                    <a:pt x="887" y="68"/>
                  </a:cubicBezTo>
                  <a:cubicBezTo>
                    <a:pt x="882" y="64"/>
                    <a:pt x="872" y="64"/>
                    <a:pt x="868" y="60"/>
                  </a:cubicBezTo>
                  <a:cubicBezTo>
                    <a:pt x="872" y="54"/>
                    <a:pt x="889" y="58"/>
                    <a:pt x="887" y="48"/>
                  </a:cubicBezTo>
                  <a:cubicBezTo>
                    <a:pt x="886" y="47"/>
                    <a:pt x="884" y="47"/>
                    <a:pt x="882" y="47"/>
                  </a:cubicBezTo>
                  <a:moveTo>
                    <a:pt x="929" y="45"/>
                  </a:moveTo>
                  <a:cubicBezTo>
                    <a:pt x="926" y="45"/>
                    <a:pt x="923" y="47"/>
                    <a:pt x="924" y="52"/>
                  </a:cubicBezTo>
                  <a:cubicBezTo>
                    <a:pt x="925" y="53"/>
                    <a:pt x="927" y="53"/>
                    <a:pt x="929" y="53"/>
                  </a:cubicBezTo>
                  <a:cubicBezTo>
                    <a:pt x="929" y="53"/>
                    <a:pt x="930" y="53"/>
                    <a:pt x="930" y="53"/>
                  </a:cubicBezTo>
                  <a:cubicBezTo>
                    <a:pt x="931" y="53"/>
                    <a:pt x="931" y="53"/>
                    <a:pt x="932" y="53"/>
                  </a:cubicBezTo>
                  <a:cubicBezTo>
                    <a:pt x="932" y="53"/>
                    <a:pt x="933" y="53"/>
                    <a:pt x="933" y="53"/>
                  </a:cubicBezTo>
                  <a:cubicBezTo>
                    <a:pt x="936" y="48"/>
                    <a:pt x="933" y="45"/>
                    <a:pt x="929" y="45"/>
                  </a:cubicBezTo>
                  <a:moveTo>
                    <a:pt x="2955" y="34"/>
                  </a:moveTo>
                  <a:cubicBezTo>
                    <a:pt x="2951" y="34"/>
                    <a:pt x="2948" y="35"/>
                    <a:pt x="2947" y="38"/>
                  </a:cubicBezTo>
                  <a:cubicBezTo>
                    <a:pt x="2947" y="42"/>
                    <a:pt x="2956" y="39"/>
                    <a:pt x="2956" y="44"/>
                  </a:cubicBezTo>
                  <a:cubicBezTo>
                    <a:pt x="2955" y="45"/>
                    <a:pt x="2954" y="45"/>
                    <a:pt x="2953" y="45"/>
                  </a:cubicBezTo>
                  <a:cubicBezTo>
                    <a:pt x="2952" y="45"/>
                    <a:pt x="2951" y="45"/>
                    <a:pt x="2950" y="44"/>
                  </a:cubicBezTo>
                  <a:cubicBezTo>
                    <a:pt x="2949" y="44"/>
                    <a:pt x="2949" y="44"/>
                    <a:pt x="2948" y="44"/>
                  </a:cubicBezTo>
                  <a:cubicBezTo>
                    <a:pt x="2947" y="44"/>
                    <a:pt x="2946" y="44"/>
                    <a:pt x="2946" y="45"/>
                  </a:cubicBezTo>
                  <a:cubicBezTo>
                    <a:pt x="2943" y="47"/>
                    <a:pt x="2948" y="51"/>
                    <a:pt x="2944" y="53"/>
                  </a:cubicBezTo>
                  <a:cubicBezTo>
                    <a:pt x="2943" y="53"/>
                    <a:pt x="2942" y="53"/>
                    <a:pt x="2940" y="53"/>
                  </a:cubicBezTo>
                  <a:cubicBezTo>
                    <a:pt x="2934" y="53"/>
                    <a:pt x="2930" y="54"/>
                    <a:pt x="2928" y="58"/>
                  </a:cubicBezTo>
                  <a:cubicBezTo>
                    <a:pt x="2927" y="62"/>
                    <a:pt x="2930" y="61"/>
                    <a:pt x="2930" y="64"/>
                  </a:cubicBezTo>
                  <a:cubicBezTo>
                    <a:pt x="2929" y="67"/>
                    <a:pt x="2924" y="66"/>
                    <a:pt x="2925" y="70"/>
                  </a:cubicBezTo>
                  <a:cubicBezTo>
                    <a:pt x="2927" y="76"/>
                    <a:pt x="2932" y="77"/>
                    <a:pt x="2938" y="77"/>
                  </a:cubicBezTo>
                  <a:cubicBezTo>
                    <a:pt x="2942" y="77"/>
                    <a:pt x="2945" y="77"/>
                    <a:pt x="2949" y="76"/>
                  </a:cubicBezTo>
                  <a:cubicBezTo>
                    <a:pt x="2953" y="76"/>
                    <a:pt x="2957" y="75"/>
                    <a:pt x="2960" y="75"/>
                  </a:cubicBezTo>
                  <a:cubicBezTo>
                    <a:pt x="2964" y="75"/>
                    <a:pt x="2968" y="76"/>
                    <a:pt x="2971" y="79"/>
                  </a:cubicBezTo>
                  <a:cubicBezTo>
                    <a:pt x="2970" y="82"/>
                    <a:pt x="2968" y="83"/>
                    <a:pt x="2965" y="83"/>
                  </a:cubicBezTo>
                  <a:cubicBezTo>
                    <a:pt x="2961" y="83"/>
                    <a:pt x="2956" y="81"/>
                    <a:pt x="2952" y="80"/>
                  </a:cubicBezTo>
                  <a:cubicBezTo>
                    <a:pt x="2951" y="81"/>
                    <a:pt x="2951" y="84"/>
                    <a:pt x="2949" y="85"/>
                  </a:cubicBezTo>
                  <a:cubicBezTo>
                    <a:pt x="2951" y="93"/>
                    <a:pt x="2964" y="99"/>
                    <a:pt x="2976" y="99"/>
                  </a:cubicBezTo>
                  <a:cubicBezTo>
                    <a:pt x="2981" y="99"/>
                    <a:pt x="2987" y="98"/>
                    <a:pt x="2991" y="96"/>
                  </a:cubicBezTo>
                  <a:cubicBezTo>
                    <a:pt x="2995" y="97"/>
                    <a:pt x="2996" y="101"/>
                    <a:pt x="3002" y="101"/>
                  </a:cubicBezTo>
                  <a:cubicBezTo>
                    <a:pt x="3010" y="98"/>
                    <a:pt x="2998" y="88"/>
                    <a:pt x="3007" y="85"/>
                  </a:cubicBezTo>
                  <a:cubicBezTo>
                    <a:pt x="3010" y="86"/>
                    <a:pt x="3009" y="90"/>
                    <a:pt x="3014" y="90"/>
                  </a:cubicBezTo>
                  <a:cubicBezTo>
                    <a:pt x="3021" y="87"/>
                    <a:pt x="3028" y="84"/>
                    <a:pt x="3029" y="76"/>
                  </a:cubicBezTo>
                  <a:cubicBezTo>
                    <a:pt x="3016" y="76"/>
                    <a:pt x="3019" y="63"/>
                    <a:pt x="3006" y="63"/>
                  </a:cubicBezTo>
                  <a:cubicBezTo>
                    <a:pt x="3004" y="63"/>
                    <a:pt x="3003" y="63"/>
                    <a:pt x="3001" y="63"/>
                  </a:cubicBezTo>
                  <a:cubicBezTo>
                    <a:pt x="2993" y="55"/>
                    <a:pt x="2978" y="53"/>
                    <a:pt x="2976" y="41"/>
                  </a:cubicBezTo>
                  <a:cubicBezTo>
                    <a:pt x="2971" y="39"/>
                    <a:pt x="2962" y="34"/>
                    <a:pt x="2955" y="34"/>
                  </a:cubicBezTo>
                  <a:moveTo>
                    <a:pt x="3075" y="120"/>
                  </a:moveTo>
                  <a:cubicBezTo>
                    <a:pt x="3073" y="120"/>
                    <a:pt x="3070" y="120"/>
                    <a:pt x="3069" y="119"/>
                  </a:cubicBezTo>
                  <a:cubicBezTo>
                    <a:pt x="3065" y="113"/>
                    <a:pt x="3071" y="111"/>
                    <a:pt x="3077" y="111"/>
                  </a:cubicBezTo>
                  <a:cubicBezTo>
                    <a:pt x="3082" y="111"/>
                    <a:pt x="3088" y="113"/>
                    <a:pt x="3087" y="118"/>
                  </a:cubicBezTo>
                  <a:cubicBezTo>
                    <a:pt x="3085" y="119"/>
                    <a:pt x="3080" y="120"/>
                    <a:pt x="3075" y="120"/>
                  </a:cubicBezTo>
                  <a:moveTo>
                    <a:pt x="3192" y="43"/>
                  </a:moveTo>
                  <a:cubicBezTo>
                    <a:pt x="3189" y="43"/>
                    <a:pt x="3186" y="42"/>
                    <a:pt x="3184" y="41"/>
                  </a:cubicBezTo>
                  <a:cubicBezTo>
                    <a:pt x="3191" y="36"/>
                    <a:pt x="3198" y="31"/>
                    <a:pt x="3208" y="31"/>
                  </a:cubicBezTo>
                  <a:cubicBezTo>
                    <a:pt x="3211" y="31"/>
                    <a:pt x="3215" y="32"/>
                    <a:pt x="3218" y="33"/>
                  </a:cubicBezTo>
                  <a:cubicBezTo>
                    <a:pt x="3213" y="37"/>
                    <a:pt x="3201" y="43"/>
                    <a:pt x="3192" y="43"/>
                  </a:cubicBezTo>
                  <a:moveTo>
                    <a:pt x="3137" y="10"/>
                  </a:moveTo>
                  <a:cubicBezTo>
                    <a:pt x="3133" y="12"/>
                    <a:pt x="3131" y="16"/>
                    <a:pt x="3126" y="17"/>
                  </a:cubicBezTo>
                  <a:cubicBezTo>
                    <a:pt x="3122" y="15"/>
                    <a:pt x="3118" y="14"/>
                    <a:pt x="3114" y="14"/>
                  </a:cubicBezTo>
                  <a:cubicBezTo>
                    <a:pt x="3104" y="14"/>
                    <a:pt x="3092" y="19"/>
                    <a:pt x="3081" y="19"/>
                  </a:cubicBezTo>
                  <a:cubicBezTo>
                    <a:pt x="3079" y="20"/>
                    <a:pt x="3080" y="25"/>
                    <a:pt x="3077" y="25"/>
                  </a:cubicBezTo>
                  <a:cubicBezTo>
                    <a:pt x="3071" y="23"/>
                    <a:pt x="3065" y="19"/>
                    <a:pt x="3058" y="19"/>
                  </a:cubicBezTo>
                  <a:cubicBezTo>
                    <a:pt x="3055" y="19"/>
                    <a:pt x="3053" y="20"/>
                    <a:pt x="3050" y="22"/>
                  </a:cubicBezTo>
                  <a:cubicBezTo>
                    <a:pt x="3045" y="19"/>
                    <a:pt x="3041" y="16"/>
                    <a:pt x="3033" y="16"/>
                  </a:cubicBezTo>
                  <a:cubicBezTo>
                    <a:pt x="3033" y="16"/>
                    <a:pt x="3032" y="16"/>
                    <a:pt x="3031" y="16"/>
                  </a:cubicBezTo>
                  <a:cubicBezTo>
                    <a:pt x="3028" y="21"/>
                    <a:pt x="3024" y="23"/>
                    <a:pt x="3020" y="23"/>
                  </a:cubicBezTo>
                  <a:cubicBezTo>
                    <a:pt x="3017" y="23"/>
                    <a:pt x="3015" y="22"/>
                    <a:pt x="3012" y="22"/>
                  </a:cubicBezTo>
                  <a:cubicBezTo>
                    <a:pt x="3010" y="22"/>
                    <a:pt x="3007" y="21"/>
                    <a:pt x="3004" y="21"/>
                  </a:cubicBezTo>
                  <a:cubicBezTo>
                    <a:pt x="3003" y="21"/>
                    <a:pt x="3001" y="21"/>
                    <a:pt x="3000" y="22"/>
                  </a:cubicBezTo>
                  <a:cubicBezTo>
                    <a:pt x="2996" y="22"/>
                    <a:pt x="2992" y="26"/>
                    <a:pt x="2989" y="26"/>
                  </a:cubicBezTo>
                  <a:cubicBezTo>
                    <a:pt x="2988" y="26"/>
                    <a:pt x="2987" y="26"/>
                    <a:pt x="2986" y="26"/>
                  </a:cubicBezTo>
                  <a:cubicBezTo>
                    <a:pt x="2985" y="26"/>
                    <a:pt x="2984" y="26"/>
                    <a:pt x="2983" y="26"/>
                  </a:cubicBezTo>
                  <a:cubicBezTo>
                    <a:pt x="2982" y="26"/>
                    <a:pt x="2980" y="26"/>
                    <a:pt x="2979" y="26"/>
                  </a:cubicBezTo>
                  <a:cubicBezTo>
                    <a:pt x="2977" y="26"/>
                    <a:pt x="2975" y="26"/>
                    <a:pt x="2974" y="29"/>
                  </a:cubicBezTo>
                  <a:cubicBezTo>
                    <a:pt x="2975" y="33"/>
                    <a:pt x="2979" y="34"/>
                    <a:pt x="2983" y="34"/>
                  </a:cubicBezTo>
                  <a:cubicBezTo>
                    <a:pt x="2985" y="34"/>
                    <a:pt x="2986" y="34"/>
                    <a:pt x="2987" y="34"/>
                  </a:cubicBezTo>
                  <a:cubicBezTo>
                    <a:pt x="2988" y="34"/>
                    <a:pt x="2989" y="34"/>
                    <a:pt x="2991" y="34"/>
                  </a:cubicBezTo>
                  <a:cubicBezTo>
                    <a:pt x="2993" y="34"/>
                    <a:pt x="2995" y="34"/>
                    <a:pt x="2997" y="35"/>
                  </a:cubicBezTo>
                  <a:cubicBezTo>
                    <a:pt x="2993" y="41"/>
                    <a:pt x="2998" y="47"/>
                    <a:pt x="3000" y="52"/>
                  </a:cubicBezTo>
                  <a:cubicBezTo>
                    <a:pt x="3003" y="55"/>
                    <a:pt x="3007" y="55"/>
                    <a:pt x="3010" y="55"/>
                  </a:cubicBezTo>
                  <a:cubicBezTo>
                    <a:pt x="3015" y="55"/>
                    <a:pt x="3020" y="53"/>
                    <a:pt x="3025" y="51"/>
                  </a:cubicBezTo>
                  <a:cubicBezTo>
                    <a:pt x="3029" y="48"/>
                    <a:pt x="3034" y="46"/>
                    <a:pt x="3038" y="46"/>
                  </a:cubicBezTo>
                  <a:cubicBezTo>
                    <a:pt x="3039" y="46"/>
                    <a:pt x="3041" y="46"/>
                    <a:pt x="3042" y="47"/>
                  </a:cubicBezTo>
                  <a:cubicBezTo>
                    <a:pt x="3035" y="49"/>
                    <a:pt x="3026" y="50"/>
                    <a:pt x="3026" y="60"/>
                  </a:cubicBezTo>
                  <a:cubicBezTo>
                    <a:pt x="3037" y="59"/>
                    <a:pt x="3046" y="54"/>
                    <a:pt x="3056" y="54"/>
                  </a:cubicBezTo>
                  <a:cubicBezTo>
                    <a:pt x="3059" y="54"/>
                    <a:pt x="3062" y="55"/>
                    <a:pt x="3065" y="56"/>
                  </a:cubicBezTo>
                  <a:cubicBezTo>
                    <a:pt x="3076" y="53"/>
                    <a:pt x="3090" y="52"/>
                    <a:pt x="3088" y="38"/>
                  </a:cubicBezTo>
                  <a:cubicBezTo>
                    <a:pt x="3090" y="37"/>
                    <a:pt x="3093" y="35"/>
                    <a:pt x="3095" y="35"/>
                  </a:cubicBezTo>
                  <a:cubicBezTo>
                    <a:pt x="3096" y="35"/>
                    <a:pt x="3097" y="36"/>
                    <a:pt x="3098" y="36"/>
                  </a:cubicBezTo>
                  <a:cubicBezTo>
                    <a:pt x="3099" y="40"/>
                    <a:pt x="3093" y="39"/>
                    <a:pt x="3094" y="44"/>
                  </a:cubicBezTo>
                  <a:cubicBezTo>
                    <a:pt x="3095" y="47"/>
                    <a:pt x="3102" y="46"/>
                    <a:pt x="3101" y="51"/>
                  </a:cubicBezTo>
                  <a:cubicBezTo>
                    <a:pt x="3091" y="57"/>
                    <a:pt x="3076" y="59"/>
                    <a:pt x="3066" y="64"/>
                  </a:cubicBezTo>
                  <a:cubicBezTo>
                    <a:pt x="3068" y="70"/>
                    <a:pt x="3077" y="70"/>
                    <a:pt x="3079" y="75"/>
                  </a:cubicBezTo>
                  <a:cubicBezTo>
                    <a:pt x="3067" y="75"/>
                    <a:pt x="3057" y="62"/>
                    <a:pt x="3042" y="62"/>
                  </a:cubicBezTo>
                  <a:cubicBezTo>
                    <a:pt x="3041" y="62"/>
                    <a:pt x="3039" y="62"/>
                    <a:pt x="3037" y="62"/>
                  </a:cubicBezTo>
                  <a:cubicBezTo>
                    <a:pt x="3034" y="63"/>
                    <a:pt x="3028" y="67"/>
                    <a:pt x="3028" y="70"/>
                  </a:cubicBezTo>
                  <a:cubicBezTo>
                    <a:pt x="3027" y="79"/>
                    <a:pt x="3051" y="79"/>
                    <a:pt x="3055" y="87"/>
                  </a:cubicBezTo>
                  <a:cubicBezTo>
                    <a:pt x="3044" y="92"/>
                    <a:pt x="3026" y="89"/>
                    <a:pt x="3015" y="96"/>
                  </a:cubicBezTo>
                  <a:cubicBezTo>
                    <a:pt x="3015" y="99"/>
                    <a:pt x="3014" y="100"/>
                    <a:pt x="3015" y="103"/>
                  </a:cubicBezTo>
                  <a:cubicBezTo>
                    <a:pt x="3022" y="102"/>
                    <a:pt x="3031" y="99"/>
                    <a:pt x="3037" y="99"/>
                  </a:cubicBezTo>
                  <a:cubicBezTo>
                    <a:pt x="3038" y="99"/>
                    <a:pt x="3040" y="99"/>
                    <a:pt x="3041" y="99"/>
                  </a:cubicBezTo>
                  <a:cubicBezTo>
                    <a:pt x="3041" y="105"/>
                    <a:pt x="3034" y="104"/>
                    <a:pt x="3035" y="110"/>
                  </a:cubicBezTo>
                  <a:cubicBezTo>
                    <a:pt x="3037" y="114"/>
                    <a:pt x="3039" y="115"/>
                    <a:pt x="3041" y="115"/>
                  </a:cubicBezTo>
                  <a:cubicBezTo>
                    <a:pt x="3044" y="115"/>
                    <a:pt x="3047" y="114"/>
                    <a:pt x="3050" y="112"/>
                  </a:cubicBezTo>
                  <a:cubicBezTo>
                    <a:pt x="3052" y="111"/>
                    <a:pt x="3055" y="110"/>
                    <a:pt x="3057" y="110"/>
                  </a:cubicBezTo>
                  <a:cubicBezTo>
                    <a:pt x="3058" y="110"/>
                    <a:pt x="3058" y="110"/>
                    <a:pt x="3059" y="110"/>
                  </a:cubicBezTo>
                  <a:cubicBezTo>
                    <a:pt x="3058" y="117"/>
                    <a:pt x="3048" y="118"/>
                    <a:pt x="3041" y="121"/>
                  </a:cubicBezTo>
                  <a:cubicBezTo>
                    <a:pt x="3031" y="117"/>
                    <a:pt x="3026" y="105"/>
                    <a:pt x="3013" y="105"/>
                  </a:cubicBezTo>
                  <a:cubicBezTo>
                    <a:pt x="3010" y="105"/>
                    <a:pt x="3008" y="106"/>
                    <a:pt x="3004" y="107"/>
                  </a:cubicBezTo>
                  <a:cubicBezTo>
                    <a:pt x="3003" y="114"/>
                    <a:pt x="3013" y="112"/>
                    <a:pt x="3013" y="118"/>
                  </a:cubicBezTo>
                  <a:cubicBezTo>
                    <a:pt x="3007" y="121"/>
                    <a:pt x="2996" y="122"/>
                    <a:pt x="2994" y="129"/>
                  </a:cubicBezTo>
                  <a:cubicBezTo>
                    <a:pt x="2996" y="133"/>
                    <a:pt x="3000" y="134"/>
                    <a:pt x="3005" y="134"/>
                  </a:cubicBezTo>
                  <a:cubicBezTo>
                    <a:pt x="3009" y="134"/>
                    <a:pt x="3014" y="133"/>
                    <a:pt x="3018" y="132"/>
                  </a:cubicBezTo>
                  <a:cubicBezTo>
                    <a:pt x="3024" y="134"/>
                    <a:pt x="3029" y="137"/>
                    <a:pt x="3036" y="138"/>
                  </a:cubicBezTo>
                  <a:cubicBezTo>
                    <a:pt x="3043" y="133"/>
                    <a:pt x="3051" y="132"/>
                    <a:pt x="3060" y="132"/>
                  </a:cubicBezTo>
                  <a:cubicBezTo>
                    <a:pt x="3064" y="132"/>
                    <a:pt x="3069" y="133"/>
                    <a:pt x="3074" y="133"/>
                  </a:cubicBezTo>
                  <a:cubicBezTo>
                    <a:pt x="3079" y="133"/>
                    <a:pt x="3084" y="134"/>
                    <a:pt x="3089" y="134"/>
                  </a:cubicBezTo>
                  <a:cubicBezTo>
                    <a:pt x="3098" y="134"/>
                    <a:pt x="3107" y="132"/>
                    <a:pt x="3115" y="127"/>
                  </a:cubicBezTo>
                  <a:cubicBezTo>
                    <a:pt x="3114" y="118"/>
                    <a:pt x="3093" y="125"/>
                    <a:pt x="3094" y="113"/>
                  </a:cubicBezTo>
                  <a:cubicBezTo>
                    <a:pt x="3095" y="114"/>
                    <a:pt x="3097" y="114"/>
                    <a:pt x="3098" y="114"/>
                  </a:cubicBezTo>
                  <a:cubicBezTo>
                    <a:pt x="3105" y="114"/>
                    <a:pt x="3108" y="107"/>
                    <a:pt x="3114" y="105"/>
                  </a:cubicBezTo>
                  <a:cubicBezTo>
                    <a:pt x="3115" y="105"/>
                    <a:pt x="3117" y="104"/>
                    <a:pt x="3118" y="104"/>
                  </a:cubicBezTo>
                  <a:cubicBezTo>
                    <a:pt x="3119" y="104"/>
                    <a:pt x="3120" y="104"/>
                    <a:pt x="3120" y="105"/>
                  </a:cubicBezTo>
                  <a:cubicBezTo>
                    <a:pt x="3121" y="105"/>
                    <a:pt x="3122" y="105"/>
                    <a:pt x="3122" y="105"/>
                  </a:cubicBezTo>
                  <a:cubicBezTo>
                    <a:pt x="3125" y="105"/>
                    <a:pt x="3128" y="104"/>
                    <a:pt x="3131" y="101"/>
                  </a:cubicBezTo>
                  <a:cubicBezTo>
                    <a:pt x="3131" y="98"/>
                    <a:pt x="3127" y="98"/>
                    <a:pt x="3127" y="95"/>
                  </a:cubicBezTo>
                  <a:cubicBezTo>
                    <a:pt x="3132" y="93"/>
                    <a:pt x="3139" y="94"/>
                    <a:pt x="3139" y="89"/>
                  </a:cubicBezTo>
                  <a:cubicBezTo>
                    <a:pt x="3137" y="83"/>
                    <a:pt x="3123" y="87"/>
                    <a:pt x="3122" y="80"/>
                  </a:cubicBezTo>
                  <a:cubicBezTo>
                    <a:pt x="3123" y="78"/>
                    <a:pt x="3124" y="76"/>
                    <a:pt x="3127" y="75"/>
                  </a:cubicBezTo>
                  <a:cubicBezTo>
                    <a:pt x="3132" y="76"/>
                    <a:pt x="3133" y="79"/>
                    <a:pt x="3139" y="79"/>
                  </a:cubicBezTo>
                  <a:cubicBezTo>
                    <a:pt x="3139" y="79"/>
                    <a:pt x="3140" y="79"/>
                    <a:pt x="3141" y="79"/>
                  </a:cubicBezTo>
                  <a:cubicBezTo>
                    <a:pt x="3141" y="75"/>
                    <a:pt x="3135" y="75"/>
                    <a:pt x="3137" y="70"/>
                  </a:cubicBezTo>
                  <a:cubicBezTo>
                    <a:pt x="3139" y="69"/>
                    <a:pt x="3141" y="69"/>
                    <a:pt x="3142" y="69"/>
                  </a:cubicBezTo>
                  <a:cubicBezTo>
                    <a:pt x="3147" y="69"/>
                    <a:pt x="3151" y="70"/>
                    <a:pt x="3155" y="71"/>
                  </a:cubicBezTo>
                  <a:cubicBezTo>
                    <a:pt x="3159" y="73"/>
                    <a:pt x="3163" y="74"/>
                    <a:pt x="3167" y="74"/>
                  </a:cubicBezTo>
                  <a:cubicBezTo>
                    <a:pt x="3168" y="74"/>
                    <a:pt x="3169" y="74"/>
                    <a:pt x="3170" y="73"/>
                  </a:cubicBezTo>
                  <a:cubicBezTo>
                    <a:pt x="3173" y="71"/>
                    <a:pt x="3171" y="67"/>
                    <a:pt x="3170" y="64"/>
                  </a:cubicBezTo>
                  <a:cubicBezTo>
                    <a:pt x="3173" y="63"/>
                    <a:pt x="3177" y="63"/>
                    <a:pt x="3178" y="61"/>
                  </a:cubicBezTo>
                  <a:cubicBezTo>
                    <a:pt x="3180" y="59"/>
                    <a:pt x="3176" y="55"/>
                    <a:pt x="3182" y="54"/>
                  </a:cubicBezTo>
                  <a:cubicBezTo>
                    <a:pt x="3182" y="54"/>
                    <a:pt x="3183" y="53"/>
                    <a:pt x="3184" y="53"/>
                  </a:cubicBezTo>
                  <a:cubicBezTo>
                    <a:pt x="3187" y="53"/>
                    <a:pt x="3191" y="55"/>
                    <a:pt x="3194" y="55"/>
                  </a:cubicBezTo>
                  <a:cubicBezTo>
                    <a:pt x="3203" y="43"/>
                    <a:pt x="3227" y="44"/>
                    <a:pt x="3235" y="32"/>
                  </a:cubicBezTo>
                  <a:cubicBezTo>
                    <a:pt x="3234" y="32"/>
                    <a:pt x="3233" y="31"/>
                    <a:pt x="3232" y="31"/>
                  </a:cubicBezTo>
                  <a:cubicBezTo>
                    <a:pt x="3230" y="31"/>
                    <a:pt x="3229" y="32"/>
                    <a:pt x="3227" y="33"/>
                  </a:cubicBezTo>
                  <a:cubicBezTo>
                    <a:pt x="3226" y="33"/>
                    <a:pt x="3224" y="34"/>
                    <a:pt x="3223" y="34"/>
                  </a:cubicBezTo>
                  <a:cubicBezTo>
                    <a:pt x="3222" y="34"/>
                    <a:pt x="3221" y="33"/>
                    <a:pt x="3220" y="33"/>
                  </a:cubicBezTo>
                  <a:cubicBezTo>
                    <a:pt x="3228" y="22"/>
                    <a:pt x="3260" y="34"/>
                    <a:pt x="3266" y="20"/>
                  </a:cubicBezTo>
                  <a:cubicBezTo>
                    <a:pt x="3253" y="15"/>
                    <a:pt x="3238" y="13"/>
                    <a:pt x="3222" y="13"/>
                  </a:cubicBezTo>
                  <a:cubicBezTo>
                    <a:pt x="3214" y="13"/>
                    <a:pt x="3206" y="14"/>
                    <a:pt x="3198" y="14"/>
                  </a:cubicBezTo>
                  <a:cubicBezTo>
                    <a:pt x="3190" y="14"/>
                    <a:pt x="3182" y="15"/>
                    <a:pt x="3175" y="15"/>
                  </a:cubicBezTo>
                  <a:cubicBezTo>
                    <a:pt x="3161" y="15"/>
                    <a:pt x="3148" y="14"/>
                    <a:pt x="3137" y="10"/>
                  </a:cubicBezTo>
                  <a:moveTo>
                    <a:pt x="3537" y="345"/>
                  </a:moveTo>
                  <a:cubicBezTo>
                    <a:pt x="3513" y="345"/>
                    <a:pt x="3486" y="343"/>
                    <a:pt x="3468" y="336"/>
                  </a:cubicBezTo>
                  <a:cubicBezTo>
                    <a:pt x="3467" y="329"/>
                    <a:pt x="3475" y="329"/>
                    <a:pt x="3476" y="324"/>
                  </a:cubicBezTo>
                  <a:cubicBezTo>
                    <a:pt x="3476" y="318"/>
                    <a:pt x="3472" y="312"/>
                    <a:pt x="3473" y="309"/>
                  </a:cubicBezTo>
                  <a:cubicBezTo>
                    <a:pt x="3473" y="308"/>
                    <a:pt x="3473" y="307"/>
                    <a:pt x="3474" y="307"/>
                  </a:cubicBezTo>
                  <a:cubicBezTo>
                    <a:pt x="3482" y="307"/>
                    <a:pt x="3509" y="311"/>
                    <a:pt x="3523" y="315"/>
                  </a:cubicBezTo>
                  <a:cubicBezTo>
                    <a:pt x="3537" y="318"/>
                    <a:pt x="3549" y="324"/>
                    <a:pt x="3554" y="334"/>
                  </a:cubicBezTo>
                  <a:cubicBezTo>
                    <a:pt x="3552" y="338"/>
                    <a:pt x="3549" y="342"/>
                    <a:pt x="3546" y="345"/>
                  </a:cubicBezTo>
                  <a:cubicBezTo>
                    <a:pt x="3543" y="345"/>
                    <a:pt x="3540" y="345"/>
                    <a:pt x="3537" y="345"/>
                  </a:cubicBezTo>
                  <a:moveTo>
                    <a:pt x="3376" y="0"/>
                  </a:moveTo>
                  <a:cubicBezTo>
                    <a:pt x="3372" y="0"/>
                    <a:pt x="3370" y="2"/>
                    <a:pt x="3368" y="4"/>
                  </a:cubicBezTo>
                  <a:cubicBezTo>
                    <a:pt x="3366" y="15"/>
                    <a:pt x="3373" y="19"/>
                    <a:pt x="3376" y="25"/>
                  </a:cubicBezTo>
                  <a:cubicBezTo>
                    <a:pt x="3375" y="26"/>
                    <a:pt x="3372" y="27"/>
                    <a:pt x="3370" y="27"/>
                  </a:cubicBezTo>
                  <a:cubicBezTo>
                    <a:pt x="3367" y="27"/>
                    <a:pt x="3364" y="26"/>
                    <a:pt x="3361" y="25"/>
                  </a:cubicBezTo>
                  <a:cubicBezTo>
                    <a:pt x="3358" y="24"/>
                    <a:pt x="3354" y="23"/>
                    <a:pt x="3351" y="23"/>
                  </a:cubicBezTo>
                  <a:cubicBezTo>
                    <a:pt x="3350" y="23"/>
                    <a:pt x="3350" y="23"/>
                    <a:pt x="3350" y="23"/>
                  </a:cubicBezTo>
                  <a:cubicBezTo>
                    <a:pt x="3348" y="27"/>
                    <a:pt x="3348" y="32"/>
                    <a:pt x="3343" y="33"/>
                  </a:cubicBezTo>
                  <a:cubicBezTo>
                    <a:pt x="3341" y="30"/>
                    <a:pt x="3343" y="24"/>
                    <a:pt x="3342" y="20"/>
                  </a:cubicBezTo>
                  <a:cubicBezTo>
                    <a:pt x="3339" y="14"/>
                    <a:pt x="3333" y="13"/>
                    <a:pt x="3326" y="13"/>
                  </a:cubicBezTo>
                  <a:cubicBezTo>
                    <a:pt x="3324" y="13"/>
                    <a:pt x="3323" y="13"/>
                    <a:pt x="3321" y="13"/>
                  </a:cubicBezTo>
                  <a:cubicBezTo>
                    <a:pt x="3319" y="13"/>
                    <a:pt x="3318" y="14"/>
                    <a:pt x="3316" y="14"/>
                  </a:cubicBezTo>
                  <a:cubicBezTo>
                    <a:pt x="3314" y="14"/>
                    <a:pt x="3312" y="13"/>
                    <a:pt x="3310" y="13"/>
                  </a:cubicBezTo>
                  <a:cubicBezTo>
                    <a:pt x="3303" y="12"/>
                    <a:pt x="3296" y="7"/>
                    <a:pt x="3289" y="7"/>
                  </a:cubicBezTo>
                  <a:cubicBezTo>
                    <a:pt x="3287" y="7"/>
                    <a:pt x="3284" y="8"/>
                    <a:pt x="3282" y="10"/>
                  </a:cubicBezTo>
                  <a:cubicBezTo>
                    <a:pt x="3282" y="10"/>
                    <a:pt x="3282" y="11"/>
                    <a:pt x="3281" y="11"/>
                  </a:cubicBezTo>
                  <a:cubicBezTo>
                    <a:pt x="3283" y="16"/>
                    <a:pt x="3283" y="20"/>
                    <a:pt x="3286" y="23"/>
                  </a:cubicBezTo>
                  <a:cubicBezTo>
                    <a:pt x="3290" y="29"/>
                    <a:pt x="3302" y="29"/>
                    <a:pt x="3305" y="36"/>
                  </a:cubicBezTo>
                  <a:cubicBezTo>
                    <a:pt x="3304" y="37"/>
                    <a:pt x="3303" y="37"/>
                    <a:pt x="3303" y="38"/>
                  </a:cubicBezTo>
                  <a:cubicBezTo>
                    <a:pt x="3303" y="38"/>
                    <a:pt x="3302" y="38"/>
                    <a:pt x="3302" y="38"/>
                  </a:cubicBezTo>
                  <a:cubicBezTo>
                    <a:pt x="3296" y="38"/>
                    <a:pt x="3292" y="36"/>
                    <a:pt x="3289" y="34"/>
                  </a:cubicBezTo>
                  <a:cubicBezTo>
                    <a:pt x="3285" y="32"/>
                    <a:pt x="3282" y="30"/>
                    <a:pt x="3278" y="30"/>
                  </a:cubicBezTo>
                  <a:cubicBezTo>
                    <a:pt x="3275" y="30"/>
                    <a:pt x="3272" y="30"/>
                    <a:pt x="3269" y="33"/>
                  </a:cubicBezTo>
                  <a:cubicBezTo>
                    <a:pt x="3267" y="36"/>
                    <a:pt x="3270" y="38"/>
                    <a:pt x="3267" y="41"/>
                  </a:cubicBezTo>
                  <a:cubicBezTo>
                    <a:pt x="3265" y="41"/>
                    <a:pt x="3264" y="41"/>
                    <a:pt x="3263" y="41"/>
                  </a:cubicBezTo>
                  <a:cubicBezTo>
                    <a:pt x="3256" y="41"/>
                    <a:pt x="3255" y="45"/>
                    <a:pt x="3249" y="46"/>
                  </a:cubicBezTo>
                  <a:cubicBezTo>
                    <a:pt x="3246" y="43"/>
                    <a:pt x="3243" y="42"/>
                    <a:pt x="3241" y="42"/>
                  </a:cubicBezTo>
                  <a:cubicBezTo>
                    <a:pt x="3236" y="42"/>
                    <a:pt x="3233" y="45"/>
                    <a:pt x="3229" y="48"/>
                  </a:cubicBezTo>
                  <a:cubicBezTo>
                    <a:pt x="3224" y="52"/>
                    <a:pt x="3220" y="55"/>
                    <a:pt x="3213" y="55"/>
                  </a:cubicBezTo>
                  <a:cubicBezTo>
                    <a:pt x="3212" y="55"/>
                    <a:pt x="3211" y="55"/>
                    <a:pt x="3209" y="55"/>
                  </a:cubicBezTo>
                  <a:cubicBezTo>
                    <a:pt x="3209" y="61"/>
                    <a:pt x="3209" y="61"/>
                    <a:pt x="3209" y="61"/>
                  </a:cubicBezTo>
                  <a:cubicBezTo>
                    <a:pt x="3220" y="65"/>
                    <a:pt x="3239" y="59"/>
                    <a:pt x="3240" y="71"/>
                  </a:cubicBezTo>
                  <a:cubicBezTo>
                    <a:pt x="3241" y="74"/>
                    <a:pt x="3235" y="82"/>
                    <a:pt x="3229" y="84"/>
                  </a:cubicBezTo>
                  <a:cubicBezTo>
                    <a:pt x="3228" y="84"/>
                    <a:pt x="3227" y="84"/>
                    <a:pt x="3226" y="84"/>
                  </a:cubicBezTo>
                  <a:cubicBezTo>
                    <a:pt x="3224" y="84"/>
                    <a:pt x="3221" y="83"/>
                    <a:pt x="3218" y="83"/>
                  </a:cubicBezTo>
                  <a:cubicBezTo>
                    <a:pt x="3215" y="82"/>
                    <a:pt x="3211" y="82"/>
                    <a:pt x="3208" y="82"/>
                  </a:cubicBezTo>
                  <a:cubicBezTo>
                    <a:pt x="3207" y="82"/>
                    <a:pt x="3206" y="82"/>
                    <a:pt x="3205" y="82"/>
                  </a:cubicBezTo>
                  <a:cubicBezTo>
                    <a:pt x="3193" y="83"/>
                    <a:pt x="3183" y="92"/>
                    <a:pt x="3175" y="93"/>
                  </a:cubicBezTo>
                  <a:cubicBezTo>
                    <a:pt x="3174" y="93"/>
                    <a:pt x="3174" y="93"/>
                    <a:pt x="3173" y="93"/>
                  </a:cubicBezTo>
                  <a:cubicBezTo>
                    <a:pt x="3170" y="93"/>
                    <a:pt x="3168" y="93"/>
                    <a:pt x="3166" y="92"/>
                  </a:cubicBezTo>
                  <a:cubicBezTo>
                    <a:pt x="3164" y="92"/>
                    <a:pt x="3162" y="91"/>
                    <a:pt x="3160" y="91"/>
                  </a:cubicBezTo>
                  <a:cubicBezTo>
                    <a:pt x="3158" y="91"/>
                    <a:pt x="3156" y="92"/>
                    <a:pt x="3155" y="93"/>
                  </a:cubicBezTo>
                  <a:cubicBezTo>
                    <a:pt x="3154" y="98"/>
                    <a:pt x="3158" y="106"/>
                    <a:pt x="3165" y="108"/>
                  </a:cubicBezTo>
                  <a:cubicBezTo>
                    <a:pt x="3170" y="108"/>
                    <a:pt x="3171" y="103"/>
                    <a:pt x="3176" y="103"/>
                  </a:cubicBezTo>
                  <a:cubicBezTo>
                    <a:pt x="3184" y="107"/>
                    <a:pt x="3185" y="114"/>
                    <a:pt x="3195" y="114"/>
                  </a:cubicBezTo>
                  <a:cubicBezTo>
                    <a:pt x="3195" y="114"/>
                    <a:pt x="3196" y="114"/>
                    <a:pt x="3196" y="114"/>
                  </a:cubicBezTo>
                  <a:cubicBezTo>
                    <a:pt x="3202" y="114"/>
                    <a:pt x="3210" y="108"/>
                    <a:pt x="3217" y="108"/>
                  </a:cubicBezTo>
                  <a:cubicBezTo>
                    <a:pt x="3220" y="108"/>
                    <a:pt x="3222" y="109"/>
                    <a:pt x="3224" y="114"/>
                  </a:cubicBezTo>
                  <a:cubicBezTo>
                    <a:pt x="3216" y="118"/>
                    <a:pt x="3200" y="114"/>
                    <a:pt x="3196" y="121"/>
                  </a:cubicBezTo>
                  <a:cubicBezTo>
                    <a:pt x="3191" y="119"/>
                    <a:pt x="3186" y="116"/>
                    <a:pt x="3180" y="116"/>
                  </a:cubicBezTo>
                  <a:cubicBezTo>
                    <a:pt x="3178" y="116"/>
                    <a:pt x="3176" y="116"/>
                    <a:pt x="3174" y="117"/>
                  </a:cubicBezTo>
                  <a:cubicBezTo>
                    <a:pt x="3174" y="129"/>
                    <a:pt x="3190" y="127"/>
                    <a:pt x="3201" y="129"/>
                  </a:cubicBezTo>
                  <a:cubicBezTo>
                    <a:pt x="3206" y="135"/>
                    <a:pt x="3211" y="145"/>
                    <a:pt x="3221" y="145"/>
                  </a:cubicBezTo>
                  <a:cubicBezTo>
                    <a:pt x="3222" y="145"/>
                    <a:pt x="3223" y="145"/>
                    <a:pt x="3224" y="145"/>
                  </a:cubicBezTo>
                  <a:cubicBezTo>
                    <a:pt x="3224" y="139"/>
                    <a:pt x="3218" y="139"/>
                    <a:pt x="3219" y="134"/>
                  </a:cubicBezTo>
                  <a:cubicBezTo>
                    <a:pt x="3222" y="134"/>
                    <a:pt x="3224" y="134"/>
                    <a:pt x="3227" y="134"/>
                  </a:cubicBezTo>
                  <a:cubicBezTo>
                    <a:pt x="3232" y="134"/>
                    <a:pt x="3238" y="134"/>
                    <a:pt x="3244" y="133"/>
                  </a:cubicBezTo>
                  <a:cubicBezTo>
                    <a:pt x="3250" y="133"/>
                    <a:pt x="3256" y="132"/>
                    <a:pt x="3262" y="132"/>
                  </a:cubicBezTo>
                  <a:cubicBezTo>
                    <a:pt x="3267" y="132"/>
                    <a:pt x="3272" y="132"/>
                    <a:pt x="3277" y="134"/>
                  </a:cubicBezTo>
                  <a:cubicBezTo>
                    <a:pt x="3283" y="135"/>
                    <a:pt x="3283" y="140"/>
                    <a:pt x="3288" y="145"/>
                  </a:cubicBezTo>
                  <a:cubicBezTo>
                    <a:pt x="3298" y="154"/>
                    <a:pt x="3317" y="162"/>
                    <a:pt x="3323" y="172"/>
                  </a:cubicBezTo>
                  <a:cubicBezTo>
                    <a:pt x="3323" y="176"/>
                    <a:pt x="3325" y="178"/>
                    <a:pt x="3326" y="181"/>
                  </a:cubicBezTo>
                  <a:cubicBezTo>
                    <a:pt x="3335" y="184"/>
                    <a:pt x="3348" y="196"/>
                    <a:pt x="3330" y="199"/>
                  </a:cubicBezTo>
                  <a:cubicBezTo>
                    <a:pt x="3331" y="204"/>
                    <a:pt x="3330" y="209"/>
                    <a:pt x="3331" y="213"/>
                  </a:cubicBezTo>
                  <a:cubicBezTo>
                    <a:pt x="3333" y="214"/>
                    <a:pt x="3335" y="214"/>
                    <a:pt x="3336" y="214"/>
                  </a:cubicBezTo>
                  <a:cubicBezTo>
                    <a:pt x="3343" y="214"/>
                    <a:pt x="3346" y="207"/>
                    <a:pt x="3353" y="206"/>
                  </a:cubicBezTo>
                  <a:cubicBezTo>
                    <a:pt x="3354" y="206"/>
                    <a:pt x="3355" y="206"/>
                    <a:pt x="3356" y="206"/>
                  </a:cubicBezTo>
                  <a:cubicBezTo>
                    <a:pt x="3370" y="206"/>
                    <a:pt x="3381" y="218"/>
                    <a:pt x="3378" y="229"/>
                  </a:cubicBezTo>
                  <a:cubicBezTo>
                    <a:pt x="3366" y="228"/>
                    <a:pt x="3358" y="218"/>
                    <a:pt x="3347" y="218"/>
                  </a:cubicBezTo>
                  <a:cubicBezTo>
                    <a:pt x="3345" y="218"/>
                    <a:pt x="3343" y="218"/>
                    <a:pt x="3341" y="219"/>
                  </a:cubicBezTo>
                  <a:cubicBezTo>
                    <a:pt x="3348" y="230"/>
                    <a:pt x="3371" y="228"/>
                    <a:pt x="3380" y="239"/>
                  </a:cubicBezTo>
                  <a:cubicBezTo>
                    <a:pt x="3377" y="243"/>
                    <a:pt x="3376" y="249"/>
                    <a:pt x="3372" y="252"/>
                  </a:cubicBezTo>
                  <a:cubicBezTo>
                    <a:pt x="3371" y="252"/>
                    <a:pt x="3369" y="251"/>
                    <a:pt x="3367" y="251"/>
                  </a:cubicBezTo>
                  <a:cubicBezTo>
                    <a:pt x="3364" y="251"/>
                    <a:pt x="3360" y="253"/>
                    <a:pt x="3359" y="254"/>
                  </a:cubicBezTo>
                  <a:cubicBezTo>
                    <a:pt x="3358" y="258"/>
                    <a:pt x="3364" y="257"/>
                    <a:pt x="3364" y="261"/>
                  </a:cubicBezTo>
                  <a:cubicBezTo>
                    <a:pt x="3362" y="264"/>
                    <a:pt x="3353" y="261"/>
                    <a:pt x="3354" y="266"/>
                  </a:cubicBezTo>
                  <a:cubicBezTo>
                    <a:pt x="3354" y="268"/>
                    <a:pt x="3355" y="268"/>
                    <a:pt x="3357" y="268"/>
                  </a:cubicBezTo>
                  <a:cubicBezTo>
                    <a:pt x="3358" y="268"/>
                    <a:pt x="3359" y="268"/>
                    <a:pt x="3360" y="267"/>
                  </a:cubicBezTo>
                  <a:cubicBezTo>
                    <a:pt x="3361" y="267"/>
                    <a:pt x="3362" y="267"/>
                    <a:pt x="3363" y="267"/>
                  </a:cubicBezTo>
                  <a:cubicBezTo>
                    <a:pt x="3365" y="267"/>
                    <a:pt x="3366" y="268"/>
                    <a:pt x="3367" y="269"/>
                  </a:cubicBezTo>
                  <a:cubicBezTo>
                    <a:pt x="3360" y="272"/>
                    <a:pt x="3352" y="274"/>
                    <a:pt x="3352" y="282"/>
                  </a:cubicBezTo>
                  <a:cubicBezTo>
                    <a:pt x="3354" y="285"/>
                    <a:pt x="3358" y="286"/>
                    <a:pt x="3362" y="288"/>
                  </a:cubicBezTo>
                  <a:cubicBezTo>
                    <a:pt x="3365" y="294"/>
                    <a:pt x="3359" y="308"/>
                    <a:pt x="3369" y="311"/>
                  </a:cubicBezTo>
                  <a:cubicBezTo>
                    <a:pt x="3373" y="310"/>
                    <a:pt x="3374" y="305"/>
                    <a:pt x="3379" y="305"/>
                  </a:cubicBezTo>
                  <a:cubicBezTo>
                    <a:pt x="3380" y="305"/>
                    <a:pt x="3380" y="305"/>
                    <a:pt x="3381" y="305"/>
                  </a:cubicBezTo>
                  <a:cubicBezTo>
                    <a:pt x="3381" y="307"/>
                    <a:pt x="3385" y="306"/>
                    <a:pt x="3384" y="308"/>
                  </a:cubicBezTo>
                  <a:cubicBezTo>
                    <a:pt x="3381" y="315"/>
                    <a:pt x="3371" y="316"/>
                    <a:pt x="3371" y="323"/>
                  </a:cubicBezTo>
                  <a:cubicBezTo>
                    <a:pt x="3370" y="335"/>
                    <a:pt x="3395" y="345"/>
                    <a:pt x="3401" y="353"/>
                  </a:cubicBezTo>
                  <a:cubicBezTo>
                    <a:pt x="3401" y="356"/>
                    <a:pt x="3399" y="356"/>
                    <a:pt x="3400" y="359"/>
                  </a:cubicBezTo>
                  <a:cubicBezTo>
                    <a:pt x="3402" y="361"/>
                    <a:pt x="3405" y="362"/>
                    <a:pt x="3408" y="362"/>
                  </a:cubicBezTo>
                  <a:cubicBezTo>
                    <a:pt x="3410" y="362"/>
                    <a:pt x="3412" y="361"/>
                    <a:pt x="3414" y="361"/>
                  </a:cubicBezTo>
                  <a:cubicBezTo>
                    <a:pt x="3417" y="361"/>
                    <a:pt x="3419" y="361"/>
                    <a:pt x="3422" y="361"/>
                  </a:cubicBezTo>
                  <a:cubicBezTo>
                    <a:pt x="3422" y="361"/>
                    <a:pt x="3423" y="361"/>
                    <a:pt x="3424" y="361"/>
                  </a:cubicBezTo>
                  <a:cubicBezTo>
                    <a:pt x="3429" y="367"/>
                    <a:pt x="3435" y="373"/>
                    <a:pt x="3447" y="373"/>
                  </a:cubicBezTo>
                  <a:cubicBezTo>
                    <a:pt x="3448" y="373"/>
                    <a:pt x="3449" y="373"/>
                    <a:pt x="3450" y="373"/>
                  </a:cubicBezTo>
                  <a:cubicBezTo>
                    <a:pt x="3456" y="370"/>
                    <a:pt x="3454" y="361"/>
                    <a:pt x="3462" y="359"/>
                  </a:cubicBezTo>
                  <a:cubicBezTo>
                    <a:pt x="3481" y="361"/>
                    <a:pt x="3512" y="369"/>
                    <a:pt x="3536" y="369"/>
                  </a:cubicBezTo>
                  <a:cubicBezTo>
                    <a:pt x="3546" y="369"/>
                    <a:pt x="3556" y="368"/>
                    <a:pt x="3563" y="364"/>
                  </a:cubicBezTo>
                  <a:cubicBezTo>
                    <a:pt x="3572" y="358"/>
                    <a:pt x="3583" y="341"/>
                    <a:pt x="3583" y="334"/>
                  </a:cubicBezTo>
                  <a:cubicBezTo>
                    <a:pt x="3582" y="330"/>
                    <a:pt x="3579" y="322"/>
                    <a:pt x="3577" y="319"/>
                  </a:cubicBezTo>
                  <a:cubicBezTo>
                    <a:pt x="3569" y="306"/>
                    <a:pt x="3547" y="299"/>
                    <a:pt x="3529" y="293"/>
                  </a:cubicBezTo>
                  <a:cubicBezTo>
                    <a:pt x="3540" y="283"/>
                    <a:pt x="3549" y="272"/>
                    <a:pt x="3564" y="265"/>
                  </a:cubicBezTo>
                  <a:cubicBezTo>
                    <a:pt x="3563" y="262"/>
                    <a:pt x="3561" y="255"/>
                    <a:pt x="3566" y="254"/>
                  </a:cubicBezTo>
                  <a:cubicBezTo>
                    <a:pt x="3570" y="257"/>
                    <a:pt x="3574" y="258"/>
                    <a:pt x="3578" y="258"/>
                  </a:cubicBezTo>
                  <a:cubicBezTo>
                    <a:pt x="3585" y="258"/>
                    <a:pt x="3591" y="255"/>
                    <a:pt x="3600" y="253"/>
                  </a:cubicBezTo>
                  <a:cubicBezTo>
                    <a:pt x="3609" y="251"/>
                    <a:pt x="3618" y="251"/>
                    <a:pt x="3625" y="249"/>
                  </a:cubicBezTo>
                  <a:cubicBezTo>
                    <a:pt x="3630" y="247"/>
                    <a:pt x="3633" y="242"/>
                    <a:pt x="3638" y="240"/>
                  </a:cubicBezTo>
                  <a:cubicBezTo>
                    <a:pt x="3649" y="236"/>
                    <a:pt x="3666" y="237"/>
                    <a:pt x="3667" y="227"/>
                  </a:cubicBezTo>
                  <a:cubicBezTo>
                    <a:pt x="3660" y="228"/>
                    <a:pt x="3652" y="230"/>
                    <a:pt x="3644" y="230"/>
                  </a:cubicBezTo>
                  <a:cubicBezTo>
                    <a:pt x="3639" y="230"/>
                    <a:pt x="3634" y="229"/>
                    <a:pt x="3629" y="226"/>
                  </a:cubicBezTo>
                  <a:cubicBezTo>
                    <a:pt x="3627" y="223"/>
                    <a:pt x="3628" y="219"/>
                    <a:pt x="3626" y="218"/>
                  </a:cubicBezTo>
                  <a:cubicBezTo>
                    <a:pt x="3625" y="218"/>
                    <a:pt x="3625" y="218"/>
                    <a:pt x="3624" y="218"/>
                  </a:cubicBezTo>
                  <a:cubicBezTo>
                    <a:pt x="3624" y="218"/>
                    <a:pt x="3623" y="218"/>
                    <a:pt x="3622" y="218"/>
                  </a:cubicBezTo>
                  <a:cubicBezTo>
                    <a:pt x="3622" y="218"/>
                    <a:pt x="3621" y="218"/>
                    <a:pt x="3620" y="218"/>
                  </a:cubicBezTo>
                  <a:cubicBezTo>
                    <a:pt x="3618" y="218"/>
                    <a:pt x="3617" y="218"/>
                    <a:pt x="3616" y="219"/>
                  </a:cubicBezTo>
                  <a:cubicBezTo>
                    <a:pt x="3613" y="222"/>
                    <a:pt x="3617" y="224"/>
                    <a:pt x="3615" y="227"/>
                  </a:cubicBezTo>
                  <a:cubicBezTo>
                    <a:pt x="3613" y="229"/>
                    <a:pt x="3610" y="229"/>
                    <a:pt x="3608" y="229"/>
                  </a:cubicBezTo>
                  <a:cubicBezTo>
                    <a:pt x="3602" y="229"/>
                    <a:pt x="3596" y="226"/>
                    <a:pt x="3596" y="221"/>
                  </a:cubicBezTo>
                  <a:cubicBezTo>
                    <a:pt x="3599" y="215"/>
                    <a:pt x="3607" y="213"/>
                    <a:pt x="3616" y="213"/>
                  </a:cubicBezTo>
                  <a:cubicBezTo>
                    <a:pt x="3613" y="207"/>
                    <a:pt x="3602" y="208"/>
                    <a:pt x="3601" y="201"/>
                  </a:cubicBezTo>
                  <a:cubicBezTo>
                    <a:pt x="3604" y="200"/>
                    <a:pt x="3602" y="197"/>
                    <a:pt x="3604" y="197"/>
                  </a:cubicBezTo>
                  <a:cubicBezTo>
                    <a:pt x="3604" y="197"/>
                    <a:pt x="3605" y="197"/>
                    <a:pt x="3605" y="197"/>
                  </a:cubicBezTo>
                  <a:cubicBezTo>
                    <a:pt x="3605" y="197"/>
                    <a:pt x="3606" y="197"/>
                    <a:pt x="3606" y="197"/>
                  </a:cubicBezTo>
                  <a:cubicBezTo>
                    <a:pt x="3610" y="197"/>
                    <a:pt x="3612" y="202"/>
                    <a:pt x="3616" y="204"/>
                  </a:cubicBezTo>
                  <a:cubicBezTo>
                    <a:pt x="3617" y="205"/>
                    <a:pt x="3620" y="204"/>
                    <a:pt x="3621" y="205"/>
                  </a:cubicBezTo>
                  <a:cubicBezTo>
                    <a:pt x="3623" y="206"/>
                    <a:pt x="3623" y="209"/>
                    <a:pt x="3623" y="209"/>
                  </a:cubicBezTo>
                  <a:cubicBezTo>
                    <a:pt x="3629" y="211"/>
                    <a:pt x="3635" y="209"/>
                    <a:pt x="3639" y="212"/>
                  </a:cubicBezTo>
                  <a:cubicBezTo>
                    <a:pt x="3645" y="216"/>
                    <a:pt x="3645" y="225"/>
                    <a:pt x="3653" y="226"/>
                  </a:cubicBezTo>
                  <a:cubicBezTo>
                    <a:pt x="3654" y="226"/>
                    <a:pt x="3654" y="226"/>
                    <a:pt x="3654" y="226"/>
                  </a:cubicBezTo>
                  <a:cubicBezTo>
                    <a:pt x="3659" y="226"/>
                    <a:pt x="3664" y="222"/>
                    <a:pt x="3669" y="221"/>
                  </a:cubicBezTo>
                  <a:cubicBezTo>
                    <a:pt x="3666" y="200"/>
                    <a:pt x="3636" y="201"/>
                    <a:pt x="3626" y="187"/>
                  </a:cubicBezTo>
                  <a:cubicBezTo>
                    <a:pt x="3620" y="185"/>
                    <a:pt x="3613" y="185"/>
                    <a:pt x="3612" y="179"/>
                  </a:cubicBezTo>
                  <a:cubicBezTo>
                    <a:pt x="3615" y="178"/>
                    <a:pt x="3618" y="177"/>
                    <a:pt x="3621" y="177"/>
                  </a:cubicBezTo>
                  <a:cubicBezTo>
                    <a:pt x="3632" y="177"/>
                    <a:pt x="3644" y="186"/>
                    <a:pt x="3647" y="194"/>
                  </a:cubicBezTo>
                  <a:cubicBezTo>
                    <a:pt x="3653" y="196"/>
                    <a:pt x="3658" y="202"/>
                    <a:pt x="3664" y="202"/>
                  </a:cubicBezTo>
                  <a:cubicBezTo>
                    <a:pt x="3665" y="202"/>
                    <a:pt x="3666" y="202"/>
                    <a:pt x="3667" y="201"/>
                  </a:cubicBezTo>
                  <a:cubicBezTo>
                    <a:pt x="3668" y="194"/>
                    <a:pt x="3656" y="195"/>
                    <a:pt x="3662" y="188"/>
                  </a:cubicBezTo>
                  <a:cubicBezTo>
                    <a:pt x="3656" y="182"/>
                    <a:pt x="3641" y="182"/>
                    <a:pt x="3635" y="175"/>
                  </a:cubicBezTo>
                  <a:cubicBezTo>
                    <a:pt x="3637" y="172"/>
                    <a:pt x="3640" y="171"/>
                    <a:pt x="3643" y="171"/>
                  </a:cubicBezTo>
                  <a:cubicBezTo>
                    <a:pt x="3650" y="171"/>
                    <a:pt x="3656" y="182"/>
                    <a:pt x="3662" y="183"/>
                  </a:cubicBezTo>
                  <a:cubicBezTo>
                    <a:pt x="3663" y="183"/>
                    <a:pt x="3663" y="183"/>
                    <a:pt x="3664" y="183"/>
                  </a:cubicBezTo>
                  <a:cubicBezTo>
                    <a:pt x="3669" y="183"/>
                    <a:pt x="3676" y="179"/>
                    <a:pt x="3680" y="175"/>
                  </a:cubicBezTo>
                  <a:cubicBezTo>
                    <a:pt x="3677" y="171"/>
                    <a:pt x="3664" y="174"/>
                    <a:pt x="3663" y="167"/>
                  </a:cubicBezTo>
                  <a:cubicBezTo>
                    <a:pt x="3664" y="164"/>
                    <a:pt x="3666" y="163"/>
                    <a:pt x="3669" y="163"/>
                  </a:cubicBezTo>
                  <a:cubicBezTo>
                    <a:pt x="3671" y="163"/>
                    <a:pt x="3672" y="163"/>
                    <a:pt x="3674" y="164"/>
                  </a:cubicBezTo>
                  <a:cubicBezTo>
                    <a:pt x="3677" y="164"/>
                    <a:pt x="3679" y="164"/>
                    <a:pt x="3681" y="164"/>
                  </a:cubicBezTo>
                  <a:cubicBezTo>
                    <a:pt x="3682" y="164"/>
                    <a:pt x="3684" y="164"/>
                    <a:pt x="3686" y="163"/>
                  </a:cubicBezTo>
                  <a:cubicBezTo>
                    <a:pt x="3682" y="155"/>
                    <a:pt x="3667" y="155"/>
                    <a:pt x="3668" y="143"/>
                  </a:cubicBezTo>
                  <a:cubicBezTo>
                    <a:pt x="3671" y="141"/>
                    <a:pt x="3679" y="142"/>
                    <a:pt x="3679" y="137"/>
                  </a:cubicBezTo>
                  <a:cubicBezTo>
                    <a:pt x="3675" y="132"/>
                    <a:pt x="3664" y="133"/>
                    <a:pt x="3662" y="126"/>
                  </a:cubicBezTo>
                  <a:cubicBezTo>
                    <a:pt x="3670" y="120"/>
                    <a:pt x="3694" y="126"/>
                    <a:pt x="3694" y="117"/>
                  </a:cubicBezTo>
                  <a:cubicBezTo>
                    <a:pt x="3695" y="106"/>
                    <a:pt x="3665" y="118"/>
                    <a:pt x="3666" y="103"/>
                  </a:cubicBezTo>
                  <a:cubicBezTo>
                    <a:pt x="3671" y="93"/>
                    <a:pt x="3680" y="86"/>
                    <a:pt x="3680" y="72"/>
                  </a:cubicBezTo>
                  <a:cubicBezTo>
                    <a:pt x="3683" y="66"/>
                    <a:pt x="3693" y="62"/>
                    <a:pt x="3688" y="56"/>
                  </a:cubicBezTo>
                  <a:cubicBezTo>
                    <a:pt x="3688" y="56"/>
                    <a:pt x="3687" y="56"/>
                    <a:pt x="3687" y="56"/>
                  </a:cubicBezTo>
                  <a:cubicBezTo>
                    <a:pt x="3684" y="56"/>
                    <a:pt x="3682" y="57"/>
                    <a:pt x="3680" y="59"/>
                  </a:cubicBezTo>
                  <a:cubicBezTo>
                    <a:pt x="3678" y="61"/>
                    <a:pt x="3676" y="62"/>
                    <a:pt x="3673" y="62"/>
                  </a:cubicBezTo>
                  <a:cubicBezTo>
                    <a:pt x="3672" y="62"/>
                    <a:pt x="3671" y="62"/>
                    <a:pt x="3670" y="61"/>
                  </a:cubicBezTo>
                  <a:cubicBezTo>
                    <a:pt x="3673" y="55"/>
                    <a:pt x="3675" y="51"/>
                    <a:pt x="3673" y="45"/>
                  </a:cubicBezTo>
                  <a:cubicBezTo>
                    <a:pt x="3696" y="45"/>
                    <a:pt x="3716" y="43"/>
                    <a:pt x="3725" y="32"/>
                  </a:cubicBezTo>
                  <a:cubicBezTo>
                    <a:pt x="3726" y="32"/>
                    <a:pt x="3727" y="32"/>
                    <a:pt x="3727" y="32"/>
                  </a:cubicBezTo>
                  <a:cubicBezTo>
                    <a:pt x="3730" y="32"/>
                    <a:pt x="3732" y="31"/>
                    <a:pt x="3734" y="31"/>
                  </a:cubicBezTo>
                  <a:cubicBezTo>
                    <a:pt x="3734" y="29"/>
                    <a:pt x="3735" y="28"/>
                    <a:pt x="3736" y="27"/>
                  </a:cubicBezTo>
                  <a:cubicBezTo>
                    <a:pt x="3736" y="22"/>
                    <a:pt x="3726" y="20"/>
                    <a:pt x="3716" y="20"/>
                  </a:cubicBezTo>
                  <a:cubicBezTo>
                    <a:pt x="3710" y="20"/>
                    <a:pt x="3704" y="21"/>
                    <a:pt x="3700" y="22"/>
                  </a:cubicBezTo>
                  <a:cubicBezTo>
                    <a:pt x="3692" y="23"/>
                    <a:pt x="3678" y="31"/>
                    <a:pt x="3670" y="36"/>
                  </a:cubicBezTo>
                  <a:cubicBezTo>
                    <a:pt x="3660" y="42"/>
                    <a:pt x="3653" y="51"/>
                    <a:pt x="3645" y="53"/>
                  </a:cubicBezTo>
                  <a:cubicBezTo>
                    <a:pt x="3642" y="42"/>
                    <a:pt x="3666" y="34"/>
                    <a:pt x="3654" y="22"/>
                  </a:cubicBezTo>
                  <a:cubicBezTo>
                    <a:pt x="3654" y="22"/>
                    <a:pt x="3654" y="22"/>
                    <a:pt x="3653" y="22"/>
                  </a:cubicBezTo>
                  <a:cubicBezTo>
                    <a:pt x="3646" y="22"/>
                    <a:pt x="3640" y="25"/>
                    <a:pt x="3634" y="29"/>
                  </a:cubicBezTo>
                  <a:cubicBezTo>
                    <a:pt x="3628" y="33"/>
                    <a:pt x="3622" y="37"/>
                    <a:pt x="3616" y="37"/>
                  </a:cubicBezTo>
                  <a:cubicBezTo>
                    <a:pt x="3614" y="37"/>
                    <a:pt x="3611" y="36"/>
                    <a:pt x="3608" y="34"/>
                  </a:cubicBezTo>
                  <a:cubicBezTo>
                    <a:pt x="3611" y="30"/>
                    <a:pt x="3621" y="32"/>
                    <a:pt x="3621" y="25"/>
                  </a:cubicBezTo>
                  <a:cubicBezTo>
                    <a:pt x="3617" y="24"/>
                    <a:pt x="3610" y="23"/>
                    <a:pt x="3604" y="23"/>
                  </a:cubicBezTo>
                  <a:cubicBezTo>
                    <a:pt x="3598" y="23"/>
                    <a:pt x="3591" y="24"/>
                    <a:pt x="3585" y="24"/>
                  </a:cubicBezTo>
                  <a:cubicBezTo>
                    <a:pt x="3575" y="25"/>
                    <a:pt x="3567" y="31"/>
                    <a:pt x="3560" y="31"/>
                  </a:cubicBezTo>
                  <a:cubicBezTo>
                    <a:pt x="3558" y="31"/>
                    <a:pt x="3556" y="31"/>
                    <a:pt x="3554" y="29"/>
                  </a:cubicBezTo>
                  <a:cubicBezTo>
                    <a:pt x="3555" y="27"/>
                    <a:pt x="3558" y="26"/>
                    <a:pt x="3562" y="26"/>
                  </a:cubicBezTo>
                  <a:cubicBezTo>
                    <a:pt x="3563" y="26"/>
                    <a:pt x="3564" y="26"/>
                    <a:pt x="3565" y="26"/>
                  </a:cubicBezTo>
                  <a:cubicBezTo>
                    <a:pt x="3565" y="20"/>
                    <a:pt x="3565" y="20"/>
                    <a:pt x="3565" y="20"/>
                  </a:cubicBezTo>
                  <a:cubicBezTo>
                    <a:pt x="3543" y="14"/>
                    <a:pt x="3516" y="12"/>
                    <a:pt x="3489" y="12"/>
                  </a:cubicBezTo>
                  <a:cubicBezTo>
                    <a:pt x="3482" y="12"/>
                    <a:pt x="3474" y="12"/>
                    <a:pt x="3466" y="12"/>
                  </a:cubicBezTo>
                  <a:cubicBezTo>
                    <a:pt x="3460" y="14"/>
                    <a:pt x="3462" y="22"/>
                    <a:pt x="3456" y="23"/>
                  </a:cubicBezTo>
                  <a:cubicBezTo>
                    <a:pt x="3441" y="20"/>
                    <a:pt x="3431" y="13"/>
                    <a:pt x="3416" y="10"/>
                  </a:cubicBezTo>
                  <a:cubicBezTo>
                    <a:pt x="3416" y="20"/>
                    <a:pt x="3430" y="17"/>
                    <a:pt x="3431" y="25"/>
                  </a:cubicBezTo>
                  <a:cubicBezTo>
                    <a:pt x="3429" y="28"/>
                    <a:pt x="3427" y="28"/>
                    <a:pt x="3425" y="28"/>
                  </a:cubicBezTo>
                  <a:cubicBezTo>
                    <a:pt x="3420" y="28"/>
                    <a:pt x="3417" y="22"/>
                    <a:pt x="3413" y="20"/>
                  </a:cubicBezTo>
                  <a:cubicBezTo>
                    <a:pt x="3405" y="14"/>
                    <a:pt x="3390" y="12"/>
                    <a:pt x="3384" y="8"/>
                  </a:cubicBezTo>
                  <a:cubicBezTo>
                    <a:pt x="3384" y="5"/>
                    <a:pt x="3381" y="4"/>
                    <a:pt x="3380" y="1"/>
                  </a:cubicBezTo>
                  <a:cubicBezTo>
                    <a:pt x="3378" y="1"/>
                    <a:pt x="3377" y="0"/>
                    <a:pt x="337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36" name="Freeform 50"/>
            <p:cNvSpPr>
              <a:spLocks noEditPoints="1"/>
            </p:cNvSpPr>
            <p:nvPr/>
          </p:nvSpPr>
          <p:spPr bwMode="auto">
            <a:xfrm>
              <a:off x="-627" y="1568"/>
              <a:ext cx="8343" cy="2197"/>
            </a:xfrm>
            <a:custGeom>
              <a:avLst/>
              <a:gdLst>
                <a:gd name="T0" fmla="*/ 1802 w 3529"/>
                <a:gd name="T1" fmla="*/ 846 h 928"/>
                <a:gd name="T2" fmla="*/ 1998 w 3529"/>
                <a:gd name="T3" fmla="*/ 895 h 928"/>
                <a:gd name="T4" fmla="*/ 1797 w 3529"/>
                <a:gd name="T5" fmla="*/ 812 h 928"/>
                <a:gd name="T6" fmla="*/ 2083 w 3529"/>
                <a:gd name="T7" fmla="*/ 797 h 928"/>
                <a:gd name="T8" fmla="*/ 1966 w 3529"/>
                <a:gd name="T9" fmla="*/ 639 h 928"/>
                <a:gd name="T10" fmla="*/ 1675 w 3529"/>
                <a:gd name="T11" fmla="*/ 566 h 928"/>
                <a:gd name="T12" fmla="*/ 1539 w 3529"/>
                <a:gd name="T13" fmla="*/ 619 h 928"/>
                <a:gd name="T14" fmla="*/ 1487 w 3529"/>
                <a:gd name="T15" fmla="*/ 772 h 928"/>
                <a:gd name="T16" fmla="*/ 1694 w 3529"/>
                <a:gd name="T17" fmla="*/ 758 h 928"/>
                <a:gd name="T18" fmla="*/ 1852 w 3529"/>
                <a:gd name="T19" fmla="*/ 675 h 928"/>
                <a:gd name="T20" fmla="*/ 1525 w 3529"/>
                <a:gd name="T21" fmla="*/ 555 h 928"/>
                <a:gd name="T22" fmla="*/ 1536 w 3529"/>
                <a:gd name="T23" fmla="*/ 541 h 928"/>
                <a:gd name="T24" fmla="*/ 1437 w 3529"/>
                <a:gd name="T25" fmla="*/ 538 h 928"/>
                <a:gd name="T26" fmla="*/ 1422 w 3529"/>
                <a:gd name="T27" fmla="*/ 518 h 928"/>
                <a:gd name="T28" fmla="*/ 1545 w 3529"/>
                <a:gd name="T29" fmla="*/ 499 h 928"/>
                <a:gd name="T30" fmla="*/ 1704 w 3529"/>
                <a:gd name="T31" fmla="*/ 523 h 928"/>
                <a:gd name="T32" fmla="*/ 1819 w 3529"/>
                <a:gd name="T33" fmla="*/ 552 h 928"/>
                <a:gd name="T34" fmla="*/ 1844 w 3529"/>
                <a:gd name="T35" fmla="*/ 504 h 928"/>
                <a:gd name="T36" fmla="*/ 833 w 3529"/>
                <a:gd name="T37" fmla="*/ 369 h 928"/>
                <a:gd name="T38" fmla="*/ 3244 w 3529"/>
                <a:gd name="T39" fmla="*/ 300 h 928"/>
                <a:gd name="T40" fmla="*/ 3189 w 3529"/>
                <a:gd name="T41" fmla="*/ 313 h 928"/>
                <a:gd name="T42" fmla="*/ 3153 w 3529"/>
                <a:gd name="T43" fmla="*/ 293 h 928"/>
                <a:gd name="T44" fmla="*/ 118 w 3529"/>
                <a:gd name="T45" fmla="*/ 223 h 928"/>
                <a:gd name="T46" fmla="*/ 166 w 3529"/>
                <a:gd name="T47" fmla="*/ 210 h 928"/>
                <a:gd name="T48" fmla="*/ 142 w 3529"/>
                <a:gd name="T49" fmla="*/ 181 h 928"/>
                <a:gd name="T50" fmla="*/ 449 w 3529"/>
                <a:gd name="T51" fmla="*/ 128 h 928"/>
                <a:gd name="T52" fmla="*/ 340 w 3529"/>
                <a:gd name="T53" fmla="*/ 111 h 928"/>
                <a:gd name="T54" fmla="*/ 3276 w 3529"/>
                <a:gd name="T55" fmla="*/ 35 h 928"/>
                <a:gd name="T56" fmla="*/ 330 w 3529"/>
                <a:gd name="T57" fmla="*/ 0 h 928"/>
                <a:gd name="T58" fmla="*/ 246 w 3529"/>
                <a:gd name="T59" fmla="*/ 77 h 928"/>
                <a:gd name="T60" fmla="*/ 250 w 3529"/>
                <a:gd name="T61" fmla="*/ 150 h 928"/>
                <a:gd name="T62" fmla="*/ 345 w 3529"/>
                <a:gd name="T63" fmla="*/ 81 h 928"/>
                <a:gd name="T64" fmla="*/ 484 w 3529"/>
                <a:gd name="T65" fmla="*/ 123 h 928"/>
                <a:gd name="T66" fmla="*/ 501 w 3529"/>
                <a:gd name="T67" fmla="*/ 100 h 928"/>
                <a:gd name="T68" fmla="*/ 623 w 3529"/>
                <a:gd name="T69" fmla="*/ 47 h 928"/>
                <a:gd name="T70" fmla="*/ 684 w 3529"/>
                <a:gd name="T71" fmla="*/ 61 h 928"/>
                <a:gd name="T72" fmla="*/ 588 w 3529"/>
                <a:gd name="T73" fmla="*/ 146 h 928"/>
                <a:gd name="T74" fmla="*/ 603 w 3529"/>
                <a:gd name="T75" fmla="*/ 198 h 928"/>
                <a:gd name="T76" fmla="*/ 399 w 3529"/>
                <a:gd name="T77" fmla="*/ 140 h 928"/>
                <a:gd name="T78" fmla="*/ 263 w 3529"/>
                <a:gd name="T79" fmla="*/ 160 h 928"/>
                <a:gd name="T80" fmla="*/ 176 w 3529"/>
                <a:gd name="T81" fmla="*/ 411 h 928"/>
                <a:gd name="T82" fmla="*/ 316 w 3529"/>
                <a:gd name="T83" fmla="*/ 415 h 928"/>
                <a:gd name="T84" fmla="*/ 750 w 3529"/>
                <a:gd name="T85" fmla="*/ 460 h 928"/>
                <a:gd name="T86" fmla="*/ 681 w 3529"/>
                <a:gd name="T87" fmla="*/ 283 h 928"/>
                <a:gd name="T88" fmla="*/ 716 w 3529"/>
                <a:gd name="T89" fmla="*/ 301 h 928"/>
                <a:gd name="T90" fmla="*/ 815 w 3529"/>
                <a:gd name="T91" fmla="*/ 342 h 928"/>
                <a:gd name="T92" fmla="*/ 830 w 3529"/>
                <a:gd name="T93" fmla="*/ 259 h 928"/>
                <a:gd name="T94" fmla="*/ 1005 w 3529"/>
                <a:gd name="T95" fmla="*/ 278 h 928"/>
                <a:gd name="T96" fmla="*/ 1119 w 3529"/>
                <a:gd name="T97" fmla="*/ 339 h 928"/>
                <a:gd name="T98" fmla="*/ 3257 w 3529"/>
                <a:gd name="T99" fmla="*/ 43 h 928"/>
                <a:gd name="T100" fmla="*/ 2707 w 3529"/>
                <a:gd name="T101" fmla="*/ 160 h 928"/>
                <a:gd name="T102" fmla="*/ 2820 w 3529"/>
                <a:gd name="T103" fmla="*/ 239 h 928"/>
                <a:gd name="T104" fmla="*/ 3036 w 3529"/>
                <a:gd name="T105" fmla="*/ 354 h 928"/>
                <a:gd name="T106" fmla="*/ 3529 w 3529"/>
                <a:gd name="T107" fmla="*/ 499 h 928"/>
                <a:gd name="T108" fmla="*/ 3363 w 3529"/>
                <a:gd name="T109" fmla="*/ 410 h 928"/>
                <a:gd name="T110" fmla="*/ 3197 w 3529"/>
                <a:gd name="T111" fmla="*/ 371 h 928"/>
                <a:gd name="T112" fmla="*/ 3034 w 3529"/>
                <a:gd name="T113" fmla="*/ 329 h 928"/>
                <a:gd name="T114" fmla="*/ 2936 w 3529"/>
                <a:gd name="T115" fmla="*/ 266 h 928"/>
                <a:gd name="T116" fmla="*/ 3039 w 3529"/>
                <a:gd name="T117" fmla="*/ 198 h 928"/>
                <a:gd name="T118" fmla="*/ 3097 w 3529"/>
                <a:gd name="T119" fmla="*/ 191 h 928"/>
                <a:gd name="T120" fmla="*/ 3202 w 3529"/>
                <a:gd name="T121" fmla="*/ 88 h 928"/>
                <a:gd name="T122" fmla="*/ 3272 w 3529"/>
                <a:gd name="T123" fmla="*/ 54 h 928"/>
                <a:gd name="T124" fmla="*/ 3267 w 3529"/>
                <a:gd name="T125" fmla="*/ 7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29" h="928">
                  <a:moveTo>
                    <a:pt x="1978" y="918"/>
                  </a:moveTo>
                  <a:cubicBezTo>
                    <a:pt x="1975" y="918"/>
                    <a:pt x="1971" y="921"/>
                    <a:pt x="1973" y="927"/>
                  </a:cubicBezTo>
                  <a:cubicBezTo>
                    <a:pt x="1974" y="928"/>
                    <a:pt x="1976" y="928"/>
                    <a:pt x="1979" y="928"/>
                  </a:cubicBezTo>
                  <a:cubicBezTo>
                    <a:pt x="1981" y="928"/>
                    <a:pt x="1983" y="928"/>
                    <a:pt x="1984" y="927"/>
                  </a:cubicBezTo>
                  <a:cubicBezTo>
                    <a:pt x="1987" y="922"/>
                    <a:pt x="1983" y="918"/>
                    <a:pt x="1978" y="918"/>
                  </a:cubicBezTo>
                  <a:moveTo>
                    <a:pt x="1798" y="824"/>
                  </a:moveTo>
                  <a:cubicBezTo>
                    <a:pt x="1790" y="824"/>
                    <a:pt x="1787" y="829"/>
                    <a:pt x="1780" y="830"/>
                  </a:cubicBezTo>
                  <a:cubicBezTo>
                    <a:pt x="1776" y="829"/>
                    <a:pt x="1770" y="824"/>
                    <a:pt x="1766" y="824"/>
                  </a:cubicBezTo>
                  <a:cubicBezTo>
                    <a:pt x="1764" y="824"/>
                    <a:pt x="1762" y="825"/>
                    <a:pt x="1761" y="828"/>
                  </a:cubicBezTo>
                  <a:cubicBezTo>
                    <a:pt x="1763" y="833"/>
                    <a:pt x="1769" y="834"/>
                    <a:pt x="1771" y="838"/>
                  </a:cubicBezTo>
                  <a:cubicBezTo>
                    <a:pt x="1766" y="848"/>
                    <a:pt x="1776" y="856"/>
                    <a:pt x="1786" y="859"/>
                  </a:cubicBezTo>
                  <a:cubicBezTo>
                    <a:pt x="1791" y="854"/>
                    <a:pt x="1793" y="848"/>
                    <a:pt x="1802" y="846"/>
                  </a:cubicBezTo>
                  <a:cubicBezTo>
                    <a:pt x="1804" y="841"/>
                    <a:pt x="1806" y="827"/>
                    <a:pt x="1800" y="824"/>
                  </a:cubicBezTo>
                  <a:cubicBezTo>
                    <a:pt x="1800" y="824"/>
                    <a:pt x="1799" y="824"/>
                    <a:pt x="1798" y="824"/>
                  </a:cubicBezTo>
                  <a:moveTo>
                    <a:pt x="2042" y="822"/>
                  </a:moveTo>
                  <a:cubicBezTo>
                    <a:pt x="2038" y="822"/>
                    <a:pt x="2038" y="822"/>
                    <a:pt x="2038" y="822"/>
                  </a:cubicBezTo>
                  <a:cubicBezTo>
                    <a:pt x="2032" y="854"/>
                    <a:pt x="1986" y="851"/>
                    <a:pt x="1979" y="882"/>
                  </a:cubicBezTo>
                  <a:cubicBezTo>
                    <a:pt x="1980" y="883"/>
                    <a:pt x="1983" y="883"/>
                    <a:pt x="1985" y="883"/>
                  </a:cubicBezTo>
                  <a:cubicBezTo>
                    <a:pt x="1986" y="883"/>
                    <a:pt x="1986" y="883"/>
                    <a:pt x="1987" y="883"/>
                  </a:cubicBezTo>
                  <a:cubicBezTo>
                    <a:pt x="1988" y="883"/>
                    <a:pt x="1988" y="883"/>
                    <a:pt x="1989" y="883"/>
                  </a:cubicBezTo>
                  <a:cubicBezTo>
                    <a:pt x="1991" y="883"/>
                    <a:pt x="1994" y="884"/>
                    <a:pt x="1996" y="885"/>
                  </a:cubicBezTo>
                  <a:cubicBezTo>
                    <a:pt x="1995" y="888"/>
                    <a:pt x="1990" y="887"/>
                    <a:pt x="1991" y="891"/>
                  </a:cubicBezTo>
                  <a:cubicBezTo>
                    <a:pt x="1994" y="892"/>
                    <a:pt x="1994" y="895"/>
                    <a:pt x="1997" y="895"/>
                  </a:cubicBezTo>
                  <a:cubicBezTo>
                    <a:pt x="1998" y="895"/>
                    <a:pt x="1998" y="895"/>
                    <a:pt x="1998" y="895"/>
                  </a:cubicBezTo>
                  <a:cubicBezTo>
                    <a:pt x="2001" y="893"/>
                    <a:pt x="2000" y="889"/>
                    <a:pt x="2002" y="887"/>
                  </a:cubicBezTo>
                  <a:cubicBezTo>
                    <a:pt x="2004" y="888"/>
                    <a:pt x="2005" y="888"/>
                    <a:pt x="2007" y="888"/>
                  </a:cubicBezTo>
                  <a:cubicBezTo>
                    <a:pt x="2028" y="888"/>
                    <a:pt x="2025" y="862"/>
                    <a:pt x="2044" y="858"/>
                  </a:cubicBezTo>
                  <a:cubicBezTo>
                    <a:pt x="2045" y="845"/>
                    <a:pt x="2057" y="843"/>
                    <a:pt x="2060" y="833"/>
                  </a:cubicBezTo>
                  <a:cubicBezTo>
                    <a:pt x="2053" y="830"/>
                    <a:pt x="2047" y="827"/>
                    <a:pt x="2042" y="822"/>
                  </a:cubicBezTo>
                  <a:moveTo>
                    <a:pt x="1759" y="814"/>
                  </a:moveTo>
                  <a:cubicBezTo>
                    <a:pt x="1755" y="814"/>
                    <a:pt x="1753" y="816"/>
                    <a:pt x="1753" y="820"/>
                  </a:cubicBezTo>
                  <a:cubicBezTo>
                    <a:pt x="1754" y="821"/>
                    <a:pt x="1756" y="822"/>
                    <a:pt x="1758" y="822"/>
                  </a:cubicBezTo>
                  <a:cubicBezTo>
                    <a:pt x="1759" y="822"/>
                    <a:pt x="1760" y="822"/>
                    <a:pt x="1760" y="821"/>
                  </a:cubicBezTo>
                  <a:cubicBezTo>
                    <a:pt x="1762" y="820"/>
                    <a:pt x="1761" y="816"/>
                    <a:pt x="1760" y="814"/>
                  </a:cubicBezTo>
                  <a:cubicBezTo>
                    <a:pt x="1760" y="814"/>
                    <a:pt x="1760" y="814"/>
                    <a:pt x="1759" y="814"/>
                  </a:cubicBezTo>
                  <a:moveTo>
                    <a:pt x="1797" y="812"/>
                  </a:moveTo>
                  <a:cubicBezTo>
                    <a:pt x="1793" y="812"/>
                    <a:pt x="1790" y="818"/>
                    <a:pt x="1797" y="820"/>
                  </a:cubicBezTo>
                  <a:cubicBezTo>
                    <a:pt x="1799" y="818"/>
                    <a:pt x="1801" y="817"/>
                    <a:pt x="1801" y="814"/>
                  </a:cubicBezTo>
                  <a:cubicBezTo>
                    <a:pt x="1800" y="813"/>
                    <a:pt x="1798" y="812"/>
                    <a:pt x="1797" y="812"/>
                  </a:cubicBezTo>
                  <a:moveTo>
                    <a:pt x="2043" y="759"/>
                  </a:moveTo>
                  <a:cubicBezTo>
                    <a:pt x="2040" y="759"/>
                    <a:pt x="2039" y="761"/>
                    <a:pt x="2038" y="763"/>
                  </a:cubicBezTo>
                  <a:cubicBezTo>
                    <a:pt x="2035" y="775"/>
                    <a:pt x="2070" y="782"/>
                    <a:pt x="2064" y="800"/>
                  </a:cubicBezTo>
                  <a:cubicBezTo>
                    <a:pt x="2063" y="804"/>
                    <a:pt x="2057" y="804"/>
                    <a:pt x="2057" y="809"/>
                  </a:cubicBezTo>
                  <a:cubicBezTo>
                    <a:pt x="2064" y="814"/>
                    <a:pt x="2068" y="822"/>
                    <a:pt x="2073" y="828"/>
                  </a:cubicBezTo>
                  <a:cubicBezTo>
                    <a:pt x="2082" y="828"/>
                    <a:pt x="2082" y="819"/>
                    <a:pt x="2087" y="814"/>
                  </a:cubicBezTo>
                  <a:cubicBezTo>
                    <a:pt x="2093" y="809"/>
                    <a:pt x="2105" y="806"/>
                    <a:pt x="2103" y="795"/>
                  </a:cubicBezTo>
                  <a:cubicBezTo>
                    <a:pt x="2101" y="793"/>
                    <a:pt x="2099" y="792"/>
                    <a:pt x="2097" y="792"/>
                  </a:cubicBezTo>
                  <a:cubicBezTo>
                    <a:pt x="2092" y="792"/>
                    <a:pt x="2088" y="797"/>
                    <a:pt x="2083" y="797"/>
                  </a:cubicBezTo>
                  <a:cubicBezTo>
                    <a:pt x="2078" y="796"/>
                    <a:pt x="2079" y="791"/>
                    <a:pt x="2079" y="786"/>
                  </a:cubicBezTo>
                  <a:cubicBezTo>
                    <a:pt x="2078" y="785"/>
                    <a:pt x="2077" y="785"/>
                    <a:pt x="2075" y="785"/>
                  </a:cubicBezTo>
                  <a:cubicBezTo>
                    <a:pt x="2074" y="785"/>
                    <a:pt x="2074" y="785"/>
                    <a:pt x="2073" y="785"/>
                  </a:cubicBezTo>
                  <a:cubicBezTo>
                    <a:pt x="2072" y="785"/>
                    <a:pt x="2072" y="785"/>
                    <a:pt x="2071" y="785"/>
                  </a:cubicBezTo>
                  <a:cubicBezTo>
                    <a:pt x="2071" y="785"/>
                    <a:pt x="2071" y="785"/>
                    <a:pt x="2070" y="785"/>
                  </a:cubicBezTo>
                  <a:cubicBezTo>
                    <a:pt x="2064" y="775"/>
                    <a:pt x="2053" y="768"/>
                    <a:pt x="2045" y="759"/>
                  </a:cubicBezTo>
                  <a:cubicBezTo>
                    <a:pt x="2044" y="759"/>
                    <a:pt x="2044" y="759"/>
                    <a:pt x="2043" y="759"/>
                  </a:cubicBezTo>
                  <a:moveTo>
                    <a:pt x="1966" y="639"/>
                  </a:moveTo>
                  <a:cubicBezTo>
                    <a:pt x="1963" y="639"/>
                    <a:pt x="1961" y="641"/>
                    <a:pt x="1962" y="645"/>
                  </a:cubicBezTo>
                  <a:cubicBezTo>
                    <a:pt x="1962" y="649"/>
                    <a:pt x="1972" y="655"/>
                    <a:pt x="1980" y="655"/>
                  </a:cubicBezTo>
                  <a:cubicBezTo>
                    <a:pt x="1983" y="655"/>
                    <a:pt x="1987" y="654"/>
                    <a:pt x="1988" y="650"/>
                  </a:cubicBezTo>
                  <a:cubicBezTo>
                    <a:pt x="1985" y="647"/>
                    <a:pt x="1973" y="639"/>
                    <a:pt x="1966" y="639"/>
                  </a:cubicBezTo>
                  <a:moveTo>
                    <a:pt x="1745" y="556"/>
                  </a:moveTo>
                  <a:cubicBezTo>
                    <a:pt x="1720" y="564"/>
                    <a:pt x="1746" y="613"/>
                    <a:pt x="1717" y="613"/>
                  </a:cubicBezTo>
                  <a:cubicBezTo>
                    <a:pt x="1716" y="613"/>
                    <a:pt x="1716" y="613"/>
                    <a:pt x="1715" y="613"/>
                  </a:cubicBezTo>
                  <a:cubicBezTo>
                    <a:pt x="1709" y="612"/>
                    <a:pt x="1706" y="607"/>
                    <a:pt x="1702" y="605"/>
                  </a:cubicBezTo>
                  <a:cubicBezTo>
                    <a:pt x="1701" y="604"/>
                    <a:pt x="1700" y="604"/>
                    <a:pt x="1698" y="604"/>
                  </a:cubicBezTo>
                  <a:cubicBezTo>
                    <a:pt x="1698" y="604"/>
                    <a:pt x="1698" y="604"/>
                    <a:pt x="1698" y="604"/>
                  </a:cubicBezTo>
                  <a:cubicBezTo>
                    <a:pt x="1697" y="604"/>
                    <a:pt x="1697" y="604"/>
                    <a:pt x="1697" y="604"/>
                  </a:cubicBezTo>
                  <a:cubicBezTo>
                    <a:pt x="1696" y="604"/>
                    <a:pt x="1695" y="604"/>
                    <a:pt x="1694" y="604"/>
                  </a:cubicBezTo>
                  <a:cubicBezTo>
                    <a:pt x="1685" y="600"/>
                    <a:pt x="1678" y="592"/>
                    <a:pt x="1673" y="587"/>
                  </a:cubicBezTo>
                  <a:cubicBezTo>
                    <a:pt x="1677" y="580"/>
                    <a:pt x="1686" y="577"/>
                    <a:pt x="1688" y="568"/>
                  </a:cubicBezTo>
                  <a:cubicBezTo>
                    <a:pt x="1686" y="566"/>
                    <a:pt x="1684" y="565"/>
                    <a:pt x="1682" y="565"/>
                  </a:cubicBezTo>
                  <a:cubicBezTo>
                    <a:pt x="1680" y="565"/>
                    <a:pt x="1677" y="566"/>
                    <a:pt x="1675" y="566"/>
                  </a:cubicBezTo>
                  <a:cubicBezTo>
                    <a:pt x="1672" y="567"/>
                    <a:pt x="1670" y="568"/>
                    <a:pt x="1667" y="568"/>
                  </a:cubicBezTo>
                  <a:cubicBezTo>
                    <a:pt x="1666" y="568"/>
                    <a:pt x="1666" y="568"/>
                    <a:pt x="1665" y="567"/>
                  </a:cubicBezTo>
                  <a:cubicBezTo>
                    <a:pt x="1658" y="566"/>
                    <a:pt x="1651" y="556"/>
                    <a:pt x="1643" y="556"/>
                  </a:cubicBezTo>
                  <a:cubicBezTo>
                    <a:pt x="1641" y="556"/>
                    <a:pt x="1638" y="558"/>
                    <a:pt x="1635" y="561"/>
                  </a:cubicBezTo>
                  <a:cubicBezTo>
                    <a:pt x="1637" y="564"/>
                    <a:pt x="1645" y="564"/>
                    <a:pt x="1642" y="568"/>
                  </a:cubicBezTo>
                  <a:cubicBezTo>
                    <a:pt x="1639" y="568"/>
                    <a:pt x="1637" y="568"/>
                    <a:pt x="1635" y="568"/>
                  </a:cubicBezTo>
                  <a:cubicBezTo>
                    <a:pt x="1619" y="568"/>
                    <a:pt x="1618" y="585"/>
                    <a:pt x="1607" y="592"/>
                  </a:cubicBezTo>
                  <a:cubicBezTo>
                    <a:pt x="1596" y="589"/>
                    <a:pt x="1595" y="580"/>
                    <a:pt x="1585" y="580"/>
                  </a:cubicBezTo>
                  <a:cubicBezTo>
                    <a:pt x="1584" y="580"/>
                    <a:pt x="1583" y="580"/>
                    <a:pt x="1582" y="580"/>
                  </a:cubicBezTo>
                  <a:cubicBezTo>
                    <a:pt x="1569" y="582"/>
                    <a:pt x="1566" y="599"/>
                    <a:pt x="1555" y="605"/>
                  </a:cubicBezTo>
                  <a:cubicBezTo>
                    <a:pt x="1546" y="605"/>
                    <a:pt x="1546" y="605"/>
                    <a:pt x="1546" y="605"/>
                  </a:cubicBezTo>
                  <a:cubicBezTo>
                    <a:pt x="1539" y="608"/>
                    <a:pt x="1541" y="615"/>
                    <a:pt x="1539" y="619"/>
                  </a:cubicBezTo>
                  <a:cubicBezTo>
                    <a:pt x="1534" y="629"/>
                    <a:pt x="1513" y="638"/>
                    <a:pt x="1497" y="640"/>
                  </a:cubicBezTo>
                  <a:cubicBezTo>
                    <a:pt x="1496" y="640"/>
                    <a:pt x="1496" y="640"/>
                    <a:pt x="1495" y="640"/>
                  </a:cubicBezTo>
                  <a:cubicBezTo>
                    <a:pt x="1494" y="640"/>
                    <a:pt x="1493" y="640"/>
                    <a:pt x="1491" y="640"/>
                  </a:cubicBezTo>
                  <a:cubicBezTo>
                    <a:pt x="1490" y="639"/>
                    <a:pt x="1488" y="639"/>
                    <a:pt x="1487" y="639"/>
                  </a:cubicBezTo>
                  <a:cubicBezTo>
                    <a:pt x="1486" y="639"/>
                    <a:pt x="1485" y="639"/>
                    <a:pt x="1483" y="640"/>
                  </a:cubicBezTo>
                  <a:cubicBezTo>
                    <a:pt x="1474" y="642"/>
                    <a:pt x="1468" y="653"/>
                    <a:pt x="1457" y="653"/>
                  </a:cubicBezTo>
                  <a:cubicBezTo>
                    <a:pt x="1456" y="653"/>
                    <a:pt x="1455" y="653"/>
                    <a:pt x="1453" y="653"/>
                  </a:cubicBezTo>
                  <a:cubicBezTo>
                    <a:pt x="1449" y="664"/>
                    <a:pt x="1446" y="676"/>
                    <a:pt x="1457" y="686"/>
                  </a:cubicBezTo>
                  <a:cubicBezTo>
                    <a:pt x="1447" y="694"/>
                    <a:pt x="1456" y="700"/>
                    <a:pt x="1459" y="707"/>
                  </a:cubicBezTo>
                  <a:cubicBezTo>
                    <a:pt x="1464" y="719"/>
                    <a:pt x="1473" y="738"/>
                    <a:pt x="1470" y="750"/>
                  </a:cubicBezTo>
                  <a:cubicBezTo>
                    <a:pt x="1469" y="756"/>
                    <a:pt x="1462" y="759"/>
                    <a:pt x="1465" y="767"/>
                  </a:cubicBezTo>
                  <a:cubicBezTo>
                    <a:pt x="1470" y="771"/>
                    <a:pt x="1478" y="772"/>
                    <a:pt x="1487" y="772"/>
                  </a:cubicBezTo>
                  <a:cubicBezTo>
                    <a:pt x="1489" y="772"/>
                    <a:pt x="1491" y="772"/>
                    <a:pt x="1492" y="772"/>
                  </a:cubicBezTo>
                  <a:cubicBezTo>
                    <a:pt x="1505" y="765"/>
                    <a:pt x="1514" y="756"/>
                    <a:pt x="1530" y="756"/>
                  </a:cubicBezTo>
                  <a:cubicBezTo>
                    <a:pt x="1531" y="756"/>
                    <a:pt x="1532" y="756"/>
                    <a:pt x="1533" y="757"/>
                  </a:cubicBezTo>
                  <a:cubicBezTo>
                    <a:pt x="1537" y="757"/>
                    <a:pt x="1541" y="759"/>
                    <a:pt x="1545" y="759"/>
                  </a:cubicBezTo>
                  <a:cubicBezTo>
                    <a:pt x="1545" y="759"/>
                    <a:pt x="1546" y="759"/>
                    <a:pt x="1546" y="759"/>
                  </a:cubicBezTo>
                  <a:cubicBezTo>
                    <a:pt x="1557" y="759"/>
                    <a:pt x="1560" y="751"/>
                    <a:pt x="1570" y="748"/>
                  </a:cubicBezTo>
                  <a:cubicBezTo>
                    <a:pt x="1575" y="747"/>
                    <a:pt x="1583" y="747"/>
                    <a:pt x="1589" y="745"/>
                  </a:cubicBezTo>
                  <a:cubicBezTo>
                    <a:pt x="1599" y="742"/>
                    <a:pt x="1611" y="739"/>
                    <a:pt x="1625" y="737"/>
                  </a:cubicBezTo>
                  <a:cubicBezTo>
                    <a:pt x="1634" y="742"/>
                    <a:pt x="1644" y="741"/>
                    <a:pt x="1652" y="745"/>
                  </a:cubicBezTo>
                  <a:cubicBezTo>
                    <a:pt x="1662" y="752"/>
                    <a:pt x="1663" y="764"/>
                    <a:pt x="1674" y="770"/>
                  </a:cubicBezTo>
                  <a:cubicBezTo>
                    <a:pt x="1682" y="768"/>
                    <a:pt x="1682" y="758"/>
                    <a:pt x="1690" y="758"/>
                  </a:cubicBezTo>
                  <a:cubicBezTo>
                    <a:pt x="1691" y="758"/>
                    <a:pt x="1692" y="758"/>
                    <a:pt x="1694" y="758"/>
                  </a:cubicBezTo>
                  <a:cubicBezTo>
                    <a:pt x="1697" y="764"/>
                    <a:pt x="1686" y="765"/>
                    <a:pt x="1686" y="771"/>
                  </a:cubicBezTo>
                  <a:cubicBezTo>
                    <a:pt x="1695" y="773"/>
                    <a:pt x="1698" y="779"/>
                    <a:pt x="1707" y="780"/>
                  </a:cubicBezTo>
                  <a:cubicBezTo>
                    <a:pt x="1712" y="785"/>
                    <a:pt x="1717" y="798"/>
                    <a:pt x="1727" y="803"/>
                  </a:cubicBezTo>
                  <a:cubicBezTo>
                    <a:pt x="1729" y="804"/>
                    <a:pt x="1734" y="803"/>
                    <a:pt x="1737" y="805"/>
                  </a:cubicBezTo>
                  <a:cubicBezTo>
                    <a:pt x="1742" y="807"/>
                    <a:pt x="1741" y="810"/>
                    <a:pt x="1746" y="810"/>
                  </a:cubicBezTo>
                  <a:cubicBezTo>
                    <a:pt x="1746" y="810"/>
                    <a:pt x="1746" y="810"/>
                    <a:pt x="1747" y="810"/>
                  </a:cubicBezTo>
                  <a:cubicBezTo>
                    <a:pt x="1754" y="810"/>
                    <a:pt x="1757" y="805"/>
                    <a:pt x="1764" y="802"/>
                  </a:cubicBezTo>
                  <a:cubicBezTo>
                    <a:pt x="1768" y="805"/>
                    <a:pt x="1772" y="809"/>
                    <a:pt x="1779" y="809"/>
                  </a:cubicBezTo>
                  <a:cubicBezTo>
                    <a:pt x="1787" y="801"/>
                    <a:pt x="1793" y="801"/>
                    <a:pt x="1806" y="798"/>
                  </a:cubicBezTo>
                  <a:cubicBezTo>
                    <a:pt x="1819" y="795"/>
                    <a:pt x="1817" y="785"/>
                    <a:pt x="1820" y="775"/>
                  </a:cubicBezTo>
                  <a:cubicBezTo>
                    <a:pt x="1824" y="760"/>
                    <a:pt x="1841" y="751"/>
                    <a:pt x="1846" y="739"/>
                  </a:cubicBezTo>
                  <a:cubicBezTo>
                    <a:pt x="1853" y="718"/>
                    <a:pt x="1844" y="693"/>
                    <a:pt x="1852" y="675"/>
                  </a:cubicBezTo>
                  <a:cubicBezTo>
                    <a:pt x="1851" y="674"/>
                    <a:pt x="1851" y="674"/>
                    <a:pt x="1850" y="674"/>
                  </a:cubicBezTo>
                  <a:cubicBezTo>
                    <a:pt x="1849" y="674"/>
                    <a:pt x="1848" y="675"/>
                    <a:pt x="1847" y="676"/>
                  </a:cubicBezTo>
                  <a:cubicBezTo>
                    <a:pt x="1846" y="678"/>
                    <a:pt x="1845" y="679"/>
                    <a:pt x="1843" y="679"/>
                  </a:cubicBezTo>
                  <a:cubicBezTo>
                    <a:pt x="1843" y="679"/>
                    <a:pt x="1843" y="679"/>
                    <a:pt x="1842" y="679"/>
                  </a:cubicBezTo>
                  <a:cubicBezTo>
                    <a:pt x="1836" y="672"/>
                    <a:pt x="1822" y="669"/>
                    <a:pt x="1825" y="657"/>
                  </a:cubicBezTo>
                  <a:cubicBezTo>
                    <a:pt x="1817" y="655"/>
                    <a:pt x="1811" y="651"/>
                    <a:pt x="1813" y="641"/>
                  </a:cubicBezTo>
                  <a:cubicBezTo>
                    <a:pt x="1794" y="631"/>
                    <a:pt x="1772" y="620"/>
                    <a:pt x="1775" y="595"/>
                  </a:cubicBezTo>
                  <a:cubicBezTo>
                    <a:pt x="1772" y="588"/>
                    <a:pt x="1761" y="588"/>
                    <a:pt x="1755" y="583"/>
                  </a:cubicBezTo>
                  <a:cubicBezTo>
                    <a:pt x="1759" y="571"/>
                    <a:pt x="1752" y="562"/>
                    <a:pt x="1745" y="556"/>
                  </a:cubicBezTo>
                  <a:moveTo>
                    <a:pt x="1512" y="541"/>
                  </a:moveTo>
                  <a:cubicBezTo>
                    <a:pt x="1508" y="541"/>
                    <a:pt x="1505" y="543"/>
                    <a:pt x="1506" y="549"/>
                  </a:cubicBezTo>
                  <a:cubicBezTo>
                    <a:pt x="1513" y="550"/>
                    <a:pt x="1517" y="555"/>
                    <a:pt x="1525" y="555"/>
                  </a:cubicBezTo>
                  <a:cubicBezTo>
                    <a:pt x="1526" y="555"/>
                    <a:pt x="1526" y="554"/>
                    <a:pt x="1527" y="554"/>
                  </a:cubicBezTo>
                  <a:cubicBezTo>
                    <a:pt x="1527" y="554"/>
                    <a:pt x="1527" y="554"/>
                    <a:pt x="1528" y="554"/>
                  </a:cubicBezTo>
                  <a:cubicBezTo>
                    <a:pt x="1529" y="553"/>
                    <a:pt x="1529" y="550"/>
                    <a:pt x="1529" y="547"/>
                  </a:cubicBezTo>
                  <a:cubicBezTo>
                    <a:pt x="1525" y="545"/>
                    <a:pt x="1518" y="541"/>
                    <a:pt x="1512" y="541"/>
                  </a:cubicBezTo>
                  <a:moveTo>
                    <a:pt x="1577" y="534"/>
                  </a:moveTo>
                  <a:cubicBezTo>
                    <a:pt x="1566" y="534"/>
                    <a:pt x="1553" y="541"/>
                    <a:pt x="1553" y="550"/>
                  </a:cubicBezTo>
                  <a:cubicBezTo>
                    <a:pt x="1555" y="550"/>
                    <a:pt x="1556" y="551"/>
                    <a:pt x="1556" y="553"/>
                  </a:cubicBezTo>
                  <a:cubicBezTo>
                    <a:pt x="1571" y="551"/>
                    <a:pt x="1581" y="547"/>
                    <a:pt x="1590" y="541"/>
                  </a:cubicBezTo>
                  <a:cubicBezTo>
                    <a:pt x="1588" y="536"/>
                    <a:pt x="1583" y="534"/>
                    <a:pt x="1577" y="534"/>
                  </a:cubicBezTo>
                  <a:moveTo>
                    <a:pt x="1529" y="531"/>
                  </a:moveTo>
                  <a:cubicBezTo>
                    <a:pt x="1523" y="531"/>
                    <a:pt x="1519" y="532"/>
                    <a:pt x="1517" y="535"/>
                  </a:cubicBezTo>
                  <a:cubicBezTo>
                    <a:pt x="1520" y="539"/>
                    <a:pt x="1528" y="541"/>
                    <a:pt x="1536" y="541"/>
                  </a:cubicBezTo>
                  <a:cubicBezTo>
                    <a:pt x="1542" y="541"/>
                    <a:pt x="1548" y="539"/>
                    <a:pt x="1550" y="534"/>
                  </a:cubicBezTo>
                  <a:cubicBezTo>
                    <a:pt x="1545" y="533"/>
                    <a:pt x="1536" y="531"/>
                    <a:pt x="1529" y="531"/>
                  </a:cubicBezTo>
                  <a:moveTo>
                    <a:pt x="1390" y="516"/>
                  </a:moveTo>
                  <a:cubicBezTo>
                    <a:pt x="1381" y="516"/>
                    <a:pt x="1371" y="518"/>
                    <a:pt x="1366" y="521"/>
                  </a:cubicBezTo>
                  <a:cubicBezTo>
                    <a:pt x="1366" y="527"/>
                    <a:pt x="1374" y="526"/>
                    <a:pt x="1379" y="528"/>
                  </a:cubicBezTo>
                  <a:cubicBezTo>
                    <a:pt x="1384" y="529"/>
                    <a:pt x="1389" y="532"/>
                    <a:pt x="1394" y="533"/>
                  </a:cubicBezTo>
                  <a:cubicBezTo>
                    <a:pt x="1395" y="533"/>
                    <a:pt x="1396" y="533"/>
                    <a:pt x="1397" y="533"/>
                  </a:cubicBezTo>
                  <a:cubicBezTo>
                    <a:pt x="1399" y="533"/>
                    <a:pt x="1401" y="533"/>
                    <a:pt x="1403" y="533"/>
                  </a:cubicBezTo>
                  <a:cubicBezTo>
                    <a:pt x="1405" y="533"/>
                    <a:pt x="1407" y="533"/>
                    <a:pt x="1409" y="533"/>
                  </a:cubicBezTo>
                  <a:cubicBezTo>
                    <a:pt x="1410" y="533"/>
                    <a:pt x="1411" y="533"/>
                    <a:pt x="1412" y="533"/>
                  </a:cubicBezTo>
                  <a:cubicBezTo>
                    <a:pt x="1418" y="534"/>
                    <a:pt x="1424" y="537"/>
                    <a:pt x="1429" y="538"/>
                  </a:cubicBezTo>
                  <a:cubicBezTo>
                    <a:pt x="1432" y="538"/>
                    <a:pt x="1434" y="538"/>
                    <a:pt x="1437" y="538"/>
                  </a:cubicBezTo>
                  <a:cubicBezTo>
                    <a:pt x="1440" y="538"/>
                    <a:pt x="1443" y="538"/>
                    <a:pt x="1446" y="538"/>
                  </a:cubicBezTo>
                  <a:cubicBezTo>
                    <a:pt x="1449" y="538"/>
                    <a:pt x="1452" y="537"/>
                    <a:pt x="1454" y="537"/>
                  </a:cubicBezTo>
                  <a:cubicBezTo>
                    <a:pt x="1459" y="537"/>
                    <a:pt x="1464" y="538"/>
                    <a:pt x="1468" y="541"/>
                  </a:cubicBezTo>
                  <a:cubicBezTo>
                    <a:pt x="1470" y="540"/>
                    <a:pt x="1471" y="538"/>
                    <a:pt x="1474" y="538"/>
                  </a:cubicBezTo>
                  <a:cubicBezTo>
                    <a:pt x="1474" y="538"/>
                    <a:pt x="1474" y="538"/>
                    <a:pt x="1475" y="538"/>
                  </a:cubicBezTo>
                  <a:cubicBezTo>
                    <a:pt x="1477" y="540"/>
                    <a:pt x="1483" y="542"/>
                    <a:pt x="1490" y="542"/>
                  </a:cubicBezTo>
                  <a:cubicBezTo>
                    <a:pt x="1500" y="542"/>
                    <a:pt x="1510" y="539"/>
                    <a:pt x="1512" y="534"/>
                  </a:cubicBezTo>
                  <a:cubicBezTo>
                    <a:pt x="1509" y="532"/>
                    <a:pt x="1503" y="531"/>
                    <a:pt x="1497" y="531"/>
                  </a:cubicBezTo>
                  <a:cubicBezTo>
                    <a:pt x="1489" y="531"/>
                    <a:pt x="1480" y="533"/>
                    <a:pt x="1476" y="537"/>
                  </a:cubicBezTo>
                  <a:cubicBezTo>
                    <a:pt x="1477" y="531"/>
                    <a:pt x="1468" y="534"/>
                    <a:pt x="1466" y="532"/>
                  </a:cubicBezTo>
                  <a:cubicBezTo>
                    <a:pt x="1462" y="530"/>
                    <a:pt x="1463" y="524"/>
                    <a:pt x="1458" y="523"/>
                  </a:cubicBezTo>
                  <a:cubicBezTo>
                    <a:pt x="1447" y="521"/>
                    <a:pt x="1435" y="518"/>
                    <a:pt x="1422" y="518"/>
                  </a:cubicBezTo>
                  <a:cubicBezTo>
                    <a:pt x="1418" y="518"/>
                    <a:pt x="1413" y="518"/>
                    <a:pt x="1409" y="519"/>
                  </a:cubicBezTo>
                  <a:cubicBezTo>
                    <a:pt x="1405" y="517"/>
                    <a:pt x="1398" y="516"/>
                    <a:pt x="1390" y="516"/>
                  </a:cubicBezTo>
                  <a:moveTo>
                    <a:pt x="1375" y="499"/>
                  </a:moveTo>
                  <a:cubicBezTo>
                    <a:pt x="1336" y="499"/>
                    <a:pt x="1336" y="499"/>
                    <a:pt x="1336" y="499"/>
                  </a:cubicBezTo>
                  <a:cubicBezTo>
                    <a:pt x="1346" y="507"/>
                    <a:pt x="1359" y="514"/>
                    <a:pt x="1367" y="514"/>
                  </a:cubicBezTo>
                  <a:cubicBezTo>
                    <a:pt x="1374" y="514"/>
                    <a:pt x="1377" y="510"/>
                    <a:pt x="1375" y="499"/>
                  </a:cubicBezTo>
                  <a:moveTo>
                    <a:pt x="1522" y="499"/>
                  </a:moveTo>
                  <a:cubicBezTo>
                    <a:pt x="1511" y="499"/>
                    <a:pt x="1511" y="499"/>
                    <a:pt x="1511" y="499"/>
                  </a:cubicBezTo>
                  <a:cubicBezTo>
                    <a:pt x="1512" y="500"/>
                    <a:pt x="1512" y="501"/>
                    <a:pt x="1512" y="502"/>
                  </a:cubicBezTo>
                  <a:cubicBezTo>
                    <a:pt x="1509" y="507"/>
                    <a:pt x="1505" y="516"/>
                    <a:pt x="1513" y="519"/>
                  </a:cubicBezTo>
                  <a:cubicBezTo>
                    <a:pt x="1529" y="518"/>
                    <a:pt x="1523" y="507"/>
                    <a:pt x="1522" y="499"/>
                  </a:cubicBezTo>
                  <a:moveTo>
                    <a:pt x="1545" y="499"/>
                  </a:moveTo>
                  <a:cubicBezTo>
                    <a:pt x="1530" y="499"/>
                    <a:pt x="1530" y="499"/>
                    <a:pt x="1530" y="499"/>
                  </a:cubicBezTo>
                  <a:cubicBezTo>
                    <a:pt x="1531" y="502"/>
                    <a:pt x="1532" y="505"/>
                    <a:pt x="1537" y="506"/>
                  </a:cubicBezTo>
                  <a:cubicBezTo>
                    <a:pt x="1542" y="505"/>
                    <a:pt x="1544" y="502"/>
                    <a:pt x="1545" y="499"/>
                  </a:cubicBezTo>
                  <a:moveTo>
                    <a:pt x="1652" y="499"/>
                  </a:moveTo>
                  <a:cubicBezTo>
                    <a:pt x="1642" y="499"/>
                    <a:pt x="1642" y="499"/>
                    <a:pt x="1642" y="499"/>
                  </a:cubicBezTo>
                  <a:cubicBezTo>
                    <a:pt x="1644" y="501"/>
                    <a:pt x="1645" y="502"/>
                    <a:pt x="1647" y="503"/>
                  </a:cubicBezTo>
                  <a:cubicBezTo>
                    <a:pt x="1650" y="502"/>
                    <a:pt x="1651" y="500"/>
                    <a:pt x="1652" y="499"/>
                  </a:cubicBezTo>
                  <a:moveTo>
                    <a:pt x="1767" y="499"/>
                  </a:moveTo>
                  <a:cubicBezTo>
                    <a:pt x="1657" y="499"/>
                    <a:pt x="1657" y="499"/>
                    <a:pt x="1657" y="499"/>
                  </a:cubicBezTo>
                  <a:cubicBezTo>
                    <a:pt x="1663" y="503"/>
                    <a:pt x="1671" y="506"/>
                    <a:pt x="1681" y="506"/>
                  </a:cubicBezTo>
                  <a:cubicBezTo>
                    <a:pt x="1683" y="506"/>
                    <a:pt x="1685" y="506"/>
                    <a:pt x="1687" y="505"/>
                  </a:cubicBezTo>
                  <a:cubicBezTo>
                    <a:pt x="1693" y="511"/>
                    <a:pt x="1700" y="516"/>
                    <a:pt x="1704" y="523"/>
                  </a:cubicBezTo>
                  <a:cubicBezTo>
                    <a:pt x="1701" y="529"/>
                    <a:pt x="1693" y="530"/>
                    <a:pt x="1693" y="539"/>
                  </a:cubicBezTo>
                  <a:cubicBezTo>
                    <a:pt x="1694" y="539"/>
                    <a:pt x="1695" y="539"/>
                    <a:pt x="1697" y="539"/>
                  </a:cubicBezTo>
                  <a:cubicBezTo>
                    <a:pt x="1702" y="539"/>
                    <a:pt x="1703" y="535"/>
                    <a:pt x="1709" y="535"/>
                  </a:cubicBezTo>
                  <a:cubicBezTo>
                    <a:pt x="1710" y="535"/>
                    <a:pt x="1710" y="535"/>
                    <a:pt x="1710" y="535"/>
                  </a:cubicBezTo>
                  <a:cubicBezTo>
                    <a:pt x="1716" y="535"/>
                    <a:pt x="1721" y="538"/>
                    <a:pt x="1725" y="540"/>
                  </a:cubicBezTo>
                  <a:cubicBezTo>
                    <a:pt x="1730" y="543"/>
                    <a:pt x="1734" y="546"/>
                    <a:pt x="1740" y="546"/>
                  </a:cubicBezTo>
                  <a:cubicBezTo>
                    <a:pt x="1742" y="546"/>
                    <a:pt x="1744" y="545"/>
                    <a:pt x="1747" y="544"/>
                  </a:cubicBezTo>
                  <a:cubicBezTo>
                    <a:pt x="1750" y="542"/>
                    <a:pt x="1750" y="537"/>
                    <a:pt x="1751" y="533"/>
                  </a:cubicBezTo>
                  <a:cubicBezTo>
                    <a:pt x="1755" y="531"/>
                    <a:pt x="1759" y="531"/>
                    <a:pt x="1762" y="531"/>
                  </a:cubicBezTo>
                  <a:cubicBezTo>
                    <a:pt x="1772" y="531"/>
                    <a:pt x="1778" y="537"/>
                    <a:pt x="1785" y="542"/>
                  </a:cubicBezTo>
                  <a:cubicBezTo>
                    <a:pt x="1792" y="548"/>
                    <a:pt x="1799" y="554"/>
                    <a:pt x="1808" y="554"/>
                  </a:cubicBezTo>
                  <a:cubicBezTo>
                    <a:pt x="1811" y="554"/>
                    <a:pt x="1815" y="553"/>
                    <a:pt x="1819" y="552"/>
                  </a:cubicBezTo>
                  <a:cubicBezTo>
                    <a:pt x="1819" y="545"/>
                    <a:pt x="1814" y="543"/>
                    <a:pt x="1811" y="539"/>
                  </a:cubicBezTo>
                  <a:cubicBezTo>
                    <a:pt x="1797" y="536"/>
                    <a:pt x="1796" y="525"/>
                    <a:pt x="1790" y="516"/>
                  </a:cubicBezTo>
                  <a:cubicBezTo>
                    <a:pt x="1785" y="508"/>
                    <a:pt x="1776" y="504"/>
                    <a:pt x="1767" y="499"/>
                  </a:cubicBezTo>
                  <a:moveTo>
                    <a:pt x="1850" y="499"/>
                  </a:moveTo>
                  <a:cubicBezTo>
                    <a:pt x="1839" y="499"/>
                    <a:pt x="1839" y="499"/>
                    <a:pt x="1839" y="499"/>
                  </a:cubicBezTo>
                  <a:cubicBezTo>
                    <a:pt x="1840" y="500"/>
                    <a:pt x="1840" y="500"/>
                    <a:pt x="1840" y="501"/>
                  </a:cubicBezTo>
                  <a:cubicBezTo>
                    <a:pt x="1833" y="502"/>
                    <a:pt x="1824" y="508"/>
                    <a:pt x="1814" y="508"/>
                  </a:cubicBezTo>
                  <a:cubicBezTo>
                    <a:pt x="1811" y="508"/>
                    <a:pt x="1808" y="508"/>
                    <a:pt x="1805" y="506"/>
                  </a:cubicBezTo>
                  <a:cubicBezTo>
                    <a:pt x="1803" y="507"/>
                    <a:pt x="1803" y="510"/>
                    <a:pt x="1803" y="513"/>
                  </a:cubicBezTo>
                  <a:cubicBezTo>
                    <a:pt x="1808" y="516"/>
                    <a:pt x="1814" y="518"/>
                    <a:pt x="1819" y="518"/>
                  </a:cubicBezTo>
                  <a:cubicBezTo>
                    <a:pt x="1830" y="518"/>
                    <a:pt x="1840" y="512"/>
                    <a:pt x="1843" y="504"/>
                  </a:cubicBezTo>
                  <a:cubicBezTo>
                    <a:pt x="1844" y="504"/>
                    <a:pt x="1844" y="504"/>
                    <a:pt x="1844" y="504"/>
                  </a:cubicBezTo>
                  <a:cubicBezTo>
                    <a:pt x="1845" y="504"/>
                    <a:pt x="1846" y="505"/>
                    <a:pt x="1847" y="505"/>
                  </a:cubicBezTo>
                  <a:cubicBezTo>
                    <a:pt x="1847" y="505"/>
                    <a:pt x="1848" y="505"/>
                    <a:pt x="1849" y="505"/>
                  </a:cubicBezTo>
                  <a:cubicBezTo>
                    <a:pt x="1850" y="505"/>
                    <a:pt x="1850" y="505"/>
                    <a:pt x="1851" y="504"/>
                  </a:cubicBezTo>
                  <a:cubicBezTo>
                    <a:pt x="1852" y="503"/>
                    <a:pt x="1851" y="501"/>
                    <a:pt x="1850" y="499"/>
                  </a:cubicBezTo>
                  <a:moveTo>
                    <a:pt x="1122" y="382"/>
                  </a:moveTo>
                  <a:cubicBezTo>
                    <a:pt x="1115" y="382"/>
                    <a:pt x="1109" y="391"/>
                    <a:pt x="1108" y="398"/>
                  </a:cubicBezTo>
                  <a:cubicBezTo>
                    <a:pt x="1106" y="407"/>
                    <a:pt x="1112" y="421"/>
                    <a:pt x="1120" y="421"/>
                  </a:cubicBezTo>
                  <a:cubicBezTo>
                    <a:pt x="1120" y="421"/>
                    <a:pt x="1120" y="421"/>
                    <a:pt x="1120" y="421"/>
                  </a:cubicBezTo>
                  <a:cubicBezTo>
                    <a:pt x="1127" y="421"/>
                    <a:pt x="1134" y="412"/>
                    <a:pt x="1134" y="406"/>
                  </a:cubicBezTo>
                  <a:cubicBezTo>
                    <a:pt x="1135" y="397"/>
                    <a:pt x="1122" y="390"/>
                    <a:pt x="1122" y="382"/>
                  </a:cubicBezTo>
                  <a:moveTo>
                    <a:pt x="836" y="361"/>
                  </a:moveTo>
                  <a:cubicBezTo>
                    <a:pt x="833" y="361"/>
                    <a:pt x="830" y="364"/>
                    <a:pt x="833" y="369"/>
                  </a:cubicBezTo>
                  <a:cubicBezTo>
                    <a:pt x="834" y="369"/>
                    <a:pt x="835" y="370"/>
                    <a:pt x="836" y="370"/>
                  </a:cubicBezTo>
                  <a:cubicBezTo>
                    <a:pt x="839" y="370"/>
                    <a:pt x="842" y="368"/>
                    <a:pt x="842" y="365"/>
                  </a:cubicBezTo>
                  <a:cubicBezTo>
                    <a:pt x="841" y="363"/>
                    <a:pt x="839" y="361"/>
                    <a:pt x="836" y="361"/>
                  </a:cubicBezTo>
                  <a:moveTo>
                    <a:pt x="853" y="357"/>
                  </a:moveTo>
                  <a:cubicBezTo>
                    <a:pt x="849" y="357"/>
                    <a:pt x="844" y="359"/>
                    <a:pt x="843" y="363"/>
                  </a:cubicBezTo>
                  <a:cubicBezTo>
                    <a:pt x="845" y="364"/>
                    <a:pt x="849" y="365"/>
                    <a:pt x="853" y="365"/>
                  </a:cubicBezTo>
                  <a:cubicBezTo>
                    <a:pt x="857" y="365"/>
                    <a:pt x="860" y="364"/>
                    <a:pt x="861" y="361"/>
                  </a:cubicBezTo>
                  <a:cubicBezTo>
                    <a:pt x="860" y="358"/>
                    <a:pt x="857" y="357"/>
                    <a:pt x="853" y="357"/>
                  </a:cubicBezTo>
                  <a:moveTo>
                    <a:pt x="1258" y="322"/>
                  </a:moveTo>
                  <a:cubicBezTo>
                    <a:pt x="1258" y="325"/>
                    <a:pt x="1258" y="328"/>
                    <a:pt x="1258" y="330"/>
                  </a:cubicBezTo>
                  <a:cubicBezTo>
                    <a:pt x="1258" y="322"/>
                    <a:pt x="1258" y="322"/>
                    <a:pt x="1258" y="322"/>
                  </a:cubicBezTo>
                  <a:moveTo>
                    <a:pt x="3244" y="300"/>
                  </a:moveTo>
                  <a:cubicBezTo>
                    <a:pt x="3238" y="300"/>
                    <a:pt x="3232" y="302"/>
                    <a:pt x="3230" y="304"/>
                  </a:cubicBezTo>
                  <a:cubicBezTo>
                    <a:pt x="3230" y="311"/>
                    <a:pt x="3237" y="315"/>
                    <a:pt x="3243" y="315"/>
                  </a:cubicBezTo>
                  <a:cubicBezTo>
                    <a:pt x="3249" y="315"/>
                    <a:pt x="3255" y="311"/>
                    <a:pt x="3255" y="303"/>
                  </a:cubicBezTo>
                  <a:cubicBezTo>
                    <a:pt x="3253" y="301"/>
                    <a:pt x="3248" y="300"/>
                    <a:pt x="3244" y="300"/>
                  </a:cubicBezTo>
                  <a:moveTo>
                    <a:pt x="3191" y="290"/>
                  </a:moveTo>
                  <a:cubicBezTo>
                    <a:pt x="3179" y="290"/>
                    <a:pt x="3168" y="294"/>
                    <a:pt x="3166" y="304"/>
                  </a:cubicBezTo>
                  <a:cubicBezTo>
                    <a:pt x="3167" y="306"/>
                    <a:pt x="3168" y="306"/>
                    <a:pt x="3169" y="306"/>
                  </a:cubicBezTo>
                  <a:cubicBezTo>
                    <a:pt x="3170" y="306"/>
                    <a:pt x="3171" y="306"/>
                    <a:pt x="3172" y="306"/>
                  </a:cubicBezTo>
                  <a:cubicBezTo>
                    <a:pt x="3173" y="306"/>
                    <a:pt x="3174" y="306"/>
                    <a:pt x="3175" y="306"/>
                  </a:cubicBezTo>
                  <a:cubicBezTo>
                    <a:pt x="3176" y="306"/>
                    <a:pt x="3177" y="306"/>
                    <a:pt x="3178" y="306"/>
                  </a:cubicBezTo>
                  <a:cubicBezTo>
                    <a:pt x="3184" y="308"/>
                    <a:pt x="3183" y="313"/>
                    <a:pt x="3189" y="313"/>
                  </a:cubicBezTo>
                  <a:cubicBezTo>
                    <a:pt x="3189" y="313"/>
                    <a:pt x="3189" y="313"/>
                    <a:pt x="3189" y="313"/>
                  </a:cubicBezTo>
                  <a:cubicBezTo>
                    <a:pt x="3196" y="312"/>
                    <a:pt x="3196" y="306"/>
                    <a:pt x="3204" y="305"/>
                  </a:cubicBezTo>
                  <a:cubicBezTo>
                    <a:pt x="3207" y="306"/>
                    <a:pt x="3213" y="308"/>
                    <a:pt x="3218" y="308"/>
                  </a:cubicBezTo>
                  <a:cubicBezTo>
                    <a:pt x="3222" y="308"/>
                    <a:pt x="3225" y="307"/>
                    <a:pt x="3226" y="302"/>
                  </a:cubicBezTo>
                  <a:cubicBezTo>
                    <a:pt x="3220" y="296"/>
                    <a:pt x="3205" y="290"/>
                    <a:pt x="3191" y="290"/>
                  </a:cubicBezTo>
                  <a:moveTo>
                    <a:pt x="3091" y="260"/>
                  </a:moveTo>
                  <a:cubicBezTo>
                    <a:pt x="3088" y="260"/>
                    <a:pt x="3085" y="260"/>
                    <a:pt x="3082" y="262"/>
                  </a:cubicBezTo>
                  <a:cubicBezTo>
                    <a:pt x="3082" y="263"/>
                    <a:pt x="3080" y="263"/>
                    <a:pt x="3081" y="264"/>
                  </a:cubicBezTo>
                  <a:cubicBezTo>
                    <a:pt x="3089" y="272"/>
                    <a:pt x="3105" y="273"/>
                    <a:pt x="3116" y="278"/>
                  </a:cubicBezTo>
                  <a:cubicBezTo>
                    <a:pt x="3121" y="283"/>
                    <a:pt x="3131" y="285"/>
                    <a:pt x="3133" y="293"/>
                  </a:cubicBezTo>
                  <a:cubicBezTo>
                    <a:pt x="3134" y="293"/>
                    <a:pt x="3136" y="293"/>
                    <a:pt x="3138" y="293"/>
                  </a:cubicBezTo>
                  <a:cubicBezTo>
                    <a:pt x="3140" y="293"/>
                    <a:pt x="3143" y="293"/>
                    <a:pt x="3145" y="293"/>
                  </a:cubicBezTo>
                  <a:cubicBezTo>
                    <a:pt x="3148" y="293"/>
                    <a:pt x="3151" y="293"/>
                    <a:pt x="3153" y="293"/>
                  </a:cubicBezTo>
                  <a:cubicBezTo>
                    <a:pt x="3160" y="293"/>
                    <a:pt x="3165" y="292"/>
                    <a:pt x="3165" y="287"/>
                  </a:cubicBezTo>
                  <a:cubicBezTo>
                    <a:pt x="3157" y="281"/>
                    <a:pt x="3148" y="277"/>
                    <a:pt x="3138" y="274"/>
                  </a:cubicBezTo>
                  <a:cubicBezTo>
                    <a:pt x="3134" y="272"/>
                    <a:pt x="3131" y="268"/>
                    <a:pt x="3128" y="267"/>
                  </a:cubicBezTo>
                  <a:cubicBezTo>
                    <a:pt x="3128" y="267"/>
                    <a:pt x="3127" y="267"/>
                    <a:pt x="3126" y="267"/>
                  </a:cubicBezTo>
                  <a:cubicBezTo>
                    <a:pt x="3125" y="267"/>
                    <a:pt x="3124" y="267"/>
                    <a:pt x="3123" y="267"/>
                  </a:cubicBezTo>
                  <a:cubicBezTo>
                    <a:pt x="3122" y="267"/>
                    <a:pt x="3120" y="267"/>
                    <a:pt x="3119" y="267"/>
                  </a:cubicBezTo>
                  <a:cubicBezTo>
                    <a:pt x="3119" y="267"/>
                    <a:pt x="3118" y="267"/>
                    <a:pt x="3117" y="267"/>
                  </a:cubicBezTo>
                  <a:cubicBezTo>
                    <a:pt x="3109" y="266"/>
                    <a:pt x="3101" y="260"/>
                    <a:pt x="3091" y="260"/>
                  </a:cubicBezTo>
                  <a:moveTo>
                    <a:pt x="135" y="221"/>
                  </a:moveTo>
                  <a:cubicBezTo>
                    <a:pt x="133" y="221"/>
                    <a:pt x="131" y="222"/>
                    <a:pt x="129" y="225"/>
                  </a:cubicBezTo>
                  <a:cubicBezTo>
                    <a:pt x="128" y="223"/>
                    <a:pt x="125" y="221"/>
                    <a:pt x="122" y="221"/>
                  </a:cubicBezTo>
                  <a:cubicBezTo>
                    <a:pt x="120" y="221"/>
                    <a:pt x="119" y="221"/>
                    <a:pt x="118" y="223"/>
                  </a:cubicBezTo>
                  <a:cubicBezTo>
                    <a:pt x="120" y="227"/>
                    <a:pt x="118" y="231"/>
                    <a:pt x="119" y="234"/>
                  </a:cubicBezTo>
                  <a:cubicBezTo>
                    <a:pt x="120" y="234"/>
                    <a:pt x="120" y="234"/>
                    <a:pt x="121" y="234"/>
                  </a:cubicBezTo>
                  <a:cubicBezTo>
                    <a:pt x="124" y="234"/>
                    <a:pt x="127" y="232"/>
                    <a:pt x="130" y="230"/>
                  </a:cubicBezTo>
                  <a:cubicBezTo>
                    <a:pt x="133" y="228"/>
                    <a:pt x="136" y="226"/>
                    <a:pt x="141" y="226"/>
                  </a:cubicBezTo>
                  <a:cubicBezTo>
                    <a:pt x="141" y="226"/>
                    <a:pt x="141" y="226"/>
                    <a:pt x="141" y="226"/>
                  </a:cubicBezTo>
                  <a:cubicBezTo>
                    <a:pt x="142" y="228"/>
                    <a:pt x="143" y="231"/>
                    <a:pt x="146" y="231"/>
                  </a:cubicBezTo>
                  <a:cubicBezTo>
                    <a:pt x="146" y="231"/>
                    <a:pt x="146" y="231"/>
                    <a:pt x="146" y="231"/>
                  </a:cubicBezTo>
                  <a:cubicBezTo>
                    <a:pt x="147" y="231"/>
                    <a:pt x="147" y="231"/>
                    <a:pt x="147" y="231"/>
                  </a:cubicBezTo>
                  <a:cubicBezTo>
                    <a:pt x="151" y="231"/>
                    <a:pt x="152" y="229"/>
                    <a:pt x="152" y="226"/>
                  </a:cubicBezTo>
                  <a:cubicBezTo>
                    <a:pt x="146" y="225"/>
                    <a:pt x="140" y="221"/>
                    <a:pt x="135" y="221"/>
                  </a:cubicBezTo>
                  <a:moveTo>
                    <a:pt x="167" y="209"/>
                  </a:moveTo>
                  <a:cubicBezTo>
                    <a:pt x="167" y="209"/>
                    <a:pt x="167" y="210"/>
                    <a:pt x="166" y="210"/>
                  </a:cubicBezTo>
                  <a:cubicBezTo>
                    <a:pt x="164" y="213"/>
                    <a:pt x="161" y="215"/>
                    <a:pt x="163" y="219"/>
                  </a:cubicBezTo>
                  <a:cubicBezTo>
                    <a:pt x="160" y="220"/>
                    <a:pt x="157" y="221"/>
                    <a:pt x="156" y="224"/>
                  </a:cubicBezTo>
                  <a:cubicBezTo>
                    <a:pt x="158" y="225"/>
                    <a:pt x="160" y="227"/>
                    <a:pt x="162" y="227"/>
                  </a:cubicBezTo>
                  <a:cubicBezTo>
                    <a:pt x="165" y="224"/>
                    <a:pt x="165" y="223"/>
                    <a:pt x="164" y="219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69" y="219"/>
                    <a:pt x="171" y="216"/>
                    <a:pt x="171" y="211"/>
                  </a:cubicBezTo>
                  <a:cubicBezTo>
                    <a:pt x="169" y="211"/>
                    <a:pt x="169" y="209"/>
                    <a:pt x="167" y="209"/>
                  </a:cubicBezTo>
                  <a:moveTo>
                    <a:pt x="142" y="181"/>
                  </a:moveTo>
                  <a:cubicBezTo>
                    <a:pt x="138" y="181"/>
                    <a:pt x="135" y="185"/>
                    <a:pt x="139" y="189"/>
                  </a:cubicBezTo>
                  <a:cubicBezTo>
                    <a:pt x="139" y="189"/>
                    <a:pt x="140" y="189"/>
                    <a:pt x="141" y="189"/>
                  </a:cubicBezTo>
                  <a:cubicBezTo>
                    <a:pt x="145" y="189"/>
                    <a:pt x="147" y="187"/>
                    <a:pt x="146" y="183"/>
                  </a:cubicBezTo>
                  <a:cubicBezTo>
                    <a:pt x="145" y="181"/>
                    <a:pt x="144" y="181"/>
                    <a:pt x="142" y="181"/>
                  </a:cubicBezTo>
                  <a:moveTo>
                    <a:pt x="15" y="155"/>
                  </a:moveTo>
                  <a:cubicBezTo>
                    <a:pt x="10" y="155"/>
                    <a:pt x="6" y="160"/>
                    <a:pt x="0" y="160"/>
                  </a:cubicBezTo>
                  <a:cubicBezTo>
                    <a:pt x="0" y="165"/>
                    <a:pt x="3" y="167"/>
                    <a:pt x="7" y="167"/>
                  </a:cubicBezTo>
                  <a:cubicBezTo>
                    <a:pt x="12" y="167"/>
                    <a:pt x="20" y="162"/>
                    <a:pt x="18" y="156"/>
                  </a:cubicBezTo>
                  <a:cubicBezTo>
                    <a:pt x="17" y="156"/>
                    <a:pt x="16" y="155"/>
                    <a:pt x="15" y="155"/>
                  </a:cubicBezTo>
                  <a:moveTo>
                    <a:pt x="560" y="154"/>
                  </a:moveTo>
                  <a:cubicBezTo>
                    <a:pt x="553" y="154"/>
                    <a:pt x="547" y="155"/>
                    <a:pt x="543" y="155"/>
                  </a:cubicBezTo>
                  <a:cubicBezTo>
                    <a:pt x="543" y="156"/>
                    <a:pt x="541" y="157"/>
                    <a:pt x="542" y="159"/>
                  </a:cubicBezTo>
                  <a:cubicBezTo>
                    <a:pt x="545" y="162"/>
                    <a:pt x="553" y="165"/>
                    <a:pt x="560" y="165"/>
                  </a:cubicBezTo>
                  <a:cubicBezTo>
                    <a:pt x="566" y="165"/>
                    <a:pt x="573" y="163"/>
                    <a:pt x="576" y="159"/>
                  </a:cubicBezTo>
                  <a:cubicBezTo>
                    <a:pt x="574" y="155"/>
                    <a:pt x="567" y="154"/>
                    <a:pt x="560" y="154"/>
                  </a:cubicBezTo>
                  <a:moveTo>
                    <a:pt x="449" y="128"/>
                  </a:moveTo>
                  <a:cubicBezTo>
                    <a:pt x="442" y="128"/>
                    <a:pt x="434" y="129"/>
                    <a:pt x="429" y="130"/>
                  </a:cubicBezTo>
                  <a:cubicBezTo>
                    <a:pt x="429" y="135"/>
                    <a:pt x="429" y="135"/>
                    <a:pt x="429" y="135"/>
                  </a:cubicBezTo>
                  <a:cubicBezTo>
                    <a:pt x="440" y="139"/>
                    <a:pt x="450" y="149"/>
                    <a:pt x="461" y="150"/>
                  </a:cubicBezTo>
                  <a:cubicBezTo>
                    <a:pt x="467" y="145"/>
                    <a:pt x="459" y="138"/>
                    <a:pt x="461" y="130"/>
                  </a:cubicBezTo>
                  <a:cubicBezTo>
                    <a:pt x="458" y="128"/>
                    <a:pt x="454" y="128"/>
                    <a:pt x="449" y="128"/>
                  </a:cubicBezTo>
                  <a:moveTo>
                    <a:pt x="320" y="122"/>
                  </a:moveTo>
                  <a:cubicBezTo>
                    <a:pt x="319" y="122"/>
                    <a:pt x="319" y="122"/>
                    <a:pt x="318" y="122"/>
                  </a:cubicBezTo>
                  <a:cubicBezTo>
                    <a:pt x="316" y="125"/>
                    <a:pt x="317" y="130"/>
                    <a:pt x="322" y="130"/>
                  </a:cubicBezTo>
                  <a:cubicBezTo>
                    <a:pt x="322" y="130"/>
                    <a:pt x="323" y="130"/>
                    <a:pt x="324" y="130"/>
                  </a:cubicBezTo>
                  <a:cubicBezTo>
                    <a:pt x="326" y="127"/>
                    <a:pt x="325" y="122"/>
                    <a:pt x="320" y="122"/>
                  </a:cubicBezTo>
                  <a:moveTo>
                    <a:pt x="345" y="109"/>
                  </a:moveTo>
                  <a:cubicBezTo>
                    <a:pt x="344" y="109"/>
                    <a:pt x="342" y="110"/>
                    <a:pt x="340" y="111"/>
                  </a:cubicBezTo>
                  <a:cubicBezTo>
                    <a:pt x="341" y="116"/>
                    <a:pt x="344" y="118"/>
                    <a:pt x="348" y="120"/>
                  </a:cubicBezTo>
                  <a:cubicBezTo>
                    <a:pt x="356" y="117"/>
                    <a:pt x="351" y="109"/>
                    <a:pt x="345" y="109"/>
                  </a:cubicBezTo>
                  <a:moveTo>
                    <a:pt x="399" y="102"/>
                  </a:moveTo>
                  <a:cubicBezTo>
                    <a:pt x="394" y="102"/>
                    <a:pt x="388" y="104"/>
                    <a:pt x="386" y="108"/>
                  </a:cubicBezTo>
                  <a:cubicBezTo>
                    <a:pt x="393" y="113"/>
                    <a:pt x="385" y="126"/>
                    <a:pt x="396" y="127"/>
                  </a:cubicBezTo>
                  <a:cubicBezTo>
                    <a:pt x="396" y="127"/>
                    <a:pt x="396" y="127"/>
                    <a:pt x="396" y="127"/>
                  </a:cubicBezTo>
                  <a:cubicBezTo>
                    <a:pt x="404" y="127"/>
                    <a:pt x="409" y="117"/>
                    <a:pt x="408" y="106"/>
                  </a:cubicBezTo>
                  <a:cubicBezTo>
                    <a:pt x="406" y="103"/>
                    <a:pt x="402" y="102"/>
                    <a:pt x="399" y="102"/>
                  </a:cubicBezTo>
                  <a:moveTo>
                    <a:pt x="3270" y="26"/>
                  </a:moveTo>
                  <a:cubicBezTo>
                    <a:pt x="3266" y="28"/>
                    <a:pt x="3269" y="33"/>
                    <a:pt x="3271" y="35"/>
                  </a:cubicBezTo>
                  <a:cubicBezTo>
                    <a:pt x="3272" y="35"/>
                    <a:pt x="3273" y="35"/>
                    <a:pt x="3273" y="35"/>
                  </a:cubicBezTo>
                  <a:cubicBezTo>
                    <a:pt x="3274" y="35"/>
                    <a:pt x="3275" y="35"/>
                    <a:pt x="3276" y="35"/>
                  </a:cubicBezTo>
                  <a:cubicBezTo>
                    <a:pt x="3277" y="35"/>
                    <a:pt x="3278" y="35"/>
                    <a:pt x="3279" y="35"/>
                  </a:cubicBezTo>
                  <a:cubicBezTo>
                    <a:pt x="3283" y="35"/>
                    <a:pt x="3286" y="35"/>
                    <a:pt x="3287" y="32"/>
                  </a:cubicBezTo>
                  <a:cubicBezTo>
                    <a:pt x="3280" y="30"/>
                    <a:pt x="3274" y="29"/>
                    <a:pt x="3270" y="26"/>
                  </a:cubicBezTo>
                  <a:moveTo>
                    <a:pt x="314" y="0"/>
                  </a:moveTo>
                  <a:cubicBezTo>
                    <a:pt x="259" y="0"/>
                    <a:pt x="259" y="0"/>
                    <a:pt x="259" y="0"/>
                  </a:cubicBezTo>
                  <a:cubicBezTo>
                    <a:pt x="256" y="2"/>
                    <a:pt x="250" y="3"/>
                    <a:pt x="246" y="5"/>
                  </a:cubicBezTo>
                  <a:cubicBezTo>
                    <a:pt x="246" y="8"/>
                    <a:pt x="249" y="7"/>
                    <a:pt x="251" y="9"/>
                  </a:cubicBezTo>
                  <a:cubicBezTo>
                    <a:pt x="255" y="9"/>
                    <a:pt x="259" y="8"/>
                    <a:pt x="262" y="8"/>
                  </a:cubicBezTo>
                  <a:cubicBezTo>
                    <a:pt x="265" y="8"/>
                    <a:pt x="267" y="8"/>
                    <a:pt x="269" y="9"/>
                  </a:cubicBezTo>
                  <a:cubicBezTo>
                    <a:pt x="281" y="3"/>
                    <a:pt x="302" y="6"/>
                    <a:pt x="314" y="0"/>
                  </a:cubicBezTo>
                  <a:moveTo>
                    <a:pt x="1258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21" y="7"/>
                    <a:pt x="311" y="13"/>
                    <a:pt x="300" y="19"/>
                  </a:cubicBezTo>
                  <a:cubicBezTo>
                    <a:pt x="296" y="18"/>
                    <a:pt x="296" y="14"/>
                    <a:pt x="291" y="14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88" y="17"/>
                    <a:pt x="293" y="24"/>
                    <a:pt x="287" y="25"/>
                  </a:cubicBezTo>
                  <a:cubicBezTo>
                    <a:pt x="284" y="24"/>
                    <a:pt x="277" y="23"/>
                    <a:pt x="270" y="23"/>
                  </a:cubicBezTo>
                  <a:cubicBezTo>
                    <a:pt x="264" y="23"/>
                    <a:pt x="259" y="24"/>
                    <a:pt x="257" y="29"/>
                  </a:cubicBezTo>
                  <a:cubicBezTo>
                    <a:pt x="259" y="34"/>
                    <a:pt x="263" y="37"/>
                    <a:pt x="268" y="39"/>
                  </a:cubicBezTo>
                  <a:cubicBezTo>
                    <a:pt x="270" y="38"/>
                    <a:pt x="272" y="38"/>
                    <a:pt x="274" y="38"/>
                  </a:cubicBezTo>
                  <a:cubicBezTo>
                    <a:pt x="288" y="38"/>
                    <a:pt x="298" y="52"/>
                    <a:pt x="297" y="62"/>
                  </a:cubicBezTo>
                  <a:cubicBezTo>
                    <a:pt x="297" y="67"/>
                    <a:pt x="290" y="78"/>
                    <a:pt x="286" y="80"/>
                  </a:cubicBezTo>
                  <a:cubicBezTo>
                    <a:pt x="283" y="81"/>
                    <a:pt x="280" y="81"/>
                    <a:pt x="276" y="81"/>
                  </a:cubicBezTo>
                  <a:cubicBezTo>
                    <a:pt x="265" y="81"/>
                    <a:pt x="250" y="78"/>
                    <a:pt x="246" y="77"/>
                  </a:cubicBezTo>
                  <a:cubicBezTo>
                    <a:pt x="245" y="77"/>
                    <a:pt x="244" y="77"/>
                    <a:pt x="242" y="77"/>
                  </a:cubicBezTo>
                  <a:cubicBezTo>
                    <a:pt x="241" y="77"/>
                    <a:pt x="239" y="77"/>
                    <a:pt x="238" y="77"/>
                  </a:cubicBezTo>
                  <a:cubicBezTo>
                    <a:pt x="237" y="77"/>
                    <a:pt x="235" y="77"/>
                    <a:pt x="234" y="77"/>
                  </a:cubicBezTo>
                  <a:cubicBezTo>
                    <a:pt x="230" y="77"/>
                    <a:pt x="227" y="77"/>
                    <a:pt x="225" y="74"/>
                  </a:cubicBezTo>
                  <a:cubicBezTo>
                    <a:pt x="221" y="80"/>
                    <a:pt x="211" y="78"/>
                    <a:pt x="209" y="84"/>
                  </a:cubicBezTo>
                  <a:cubicBezTo>
                    <a:pt x="208" y="89"/>
                    <a:pt x="218" y="96"/>
                    <a:pt x="218" y="103"/>
                  </a:cubicBezTo>
                  <a:cubicBezTo>
                    <a:pt x="219" y="113"/>
                    <a:pt x="214" y="114"/>
                    <a:pt x="209" y="123"/>
                  </a:cubicBezTo>
                  <a:cubicBezTo>
                    <a:pt x="217" y="128"/>
                    <a:pt x="211" y="141"/>
                    <a:pt x="218" y="147"/>
                  </a:cubicBezTo>
                  <a:cubicBezTo>
                    <a:pt x="219" y="148"/>
                    <a:pt x="220" y="148"/>
                    <a:pt x="220" y="148"/>
                  </a:cubicBezTo>
                  <a:cubicBezTo>
                    <a:pt x="228" y="148"/>
                    <a:pt x="230" y="143"/>
                    <a:pt x="236" y="141"/>
                  </a:cubicBezTo>
                  <a:cubicBezTo>
                    <a:pt x="241" y="143"/>
                    <a:pt x="244" y="150"/>
                    <a:pt x="249" y="150"/>
                  </a:cubicBezTo>
                  <a:cubicBezTo>
                    <a:pt x="250" y="150"/>
                    <a:pt x="250" y="150"/>
                    <a:pt x="250" y="150"/>
                  </a:cubicBezTo>
                  <a:cubicBezTo>
                    <a:pt x="253" y="150"/>
                    <a:pt x="256" y="149"/>
                    <a:pt x="258" y="148"/>
                  </a:cubicBezTo>
                  <a:cubicBezTo>
                    <a:pt x="261" y="147"/>
                    <a:pt x="264" y="146"/>
                    <a:pt x="268" y="146"/>
                  </a:cubicBezTo>
                  <a:cubicBezTo>
                    <a:pt x="268" y="146"/>
                    <a:pt x="268" y="146"/>
                    <a:pt x="268" y="146"/>
                  </a:cubicBezTo>
                  <a:cubicBezTo>
                    <a:pt x="273" y="146"/>
                    <a:pt x="279" y="150"/>
                    <a:pt x="283" y="150"/>
                  </a:cubicBezTo>
                  <a:cubicBezTo>
                    <a:pt x="284" y="150"/>
                    <a:pt x="284" y="150"/>
                    <a:pt x="285" y="149"/>
                  </a:cubicBezTo>
                  <a:cubicBezTo>
                    <a:pt x="291" y="148"/>
                    <a:pt x="287" y="143"/>
                    <a:pt x="291" y="138"/>
                  </a:cubicBezTo>
                  <a:cubicBezTo>
                    <a:pt x="295" y="134"/>
                    <a:pt x="302" y="134"/>
                    <a:pt x="306" y="131"/>
                  </a:cubicBezTo>
                  <a:cubicBezTo>
                    <a:pt x="307" y="126"/>
                    <a:pt x="305" y="124"/>
                    <a:pt x="304" y="122"/>
                  </a:cubicBezTo>
                  <a:cubicBezTo>
                    <a:pt x="310" y="116"/>
                    <a:pt x="313" y="109"/>
                    <a:pt x="321" y="105"/>
                  </a:cubicBezTo>
                  <a:cubicBezTo>
                    <a:pt x="328" y="102"/>
                    <a:pt x="339" y="102"/>
                    <a:pt x="340" y="94"/>
                  </a:cubicBezTo>
                  <a:cubicBezTo>
                    <a:pt x="341" y="89"/>
                    <a:pt x="336" y="89"/>
                    <a:pt x="337" y="84"/>
                  </a:cubicBezTo>
                  <a:cubicBezTo>
                    <a:pt x="340" y="82"/>
                    <a:pt x="342" y="81"/>
                    <a:pt x="345" y="81"/>
                  </a:cubicBezTo>
                  <a:cubicBezTo>
                    <a:pt x="348" y="81"/>
                    <a:pt x="351" y="82"/>
                    <a:pt x="354" y="83"/>
                  </a:cubicBezTo>
                  <a:cubicBezTo>
                    <a:pt x="357" y="84"/>
                    <a:pt x="361" y="85"/>
                    <a:pt x="364" y="85"/>
                  </a:cubicBezTo>
                  <a:cubicBezTo>
                    <a:pt x="365" y="85"/>
                    <a:pt x="366" y="85"/>
                    <a:pt x="367" y="84"/>
                  </a:cubicBezTo>
                  <a:cubicBezTo>
                    <a:pt x="375" y="83"/>
                    <a:pt x="388" y="73"/>
                    <a:pt x="399" y="73"/>
                  </a:cubicBezTo>
                  <a:cubicBezTo>
                    <a:pt x="404" y="73"/>
                    <a:pt x="409" y="75"/>
                    <a:pt x="412" y="83"/>
                  </a:cubicBezTo>
                  <a:cubicBezTo>
                    <a:pt x="406" y="87"/>
                    <a:pt x="392" y="85"/>
                    <a:pt x="393" y="96"/>
                  </a:cubicBezTo>
                  <a:cubicBezTo>
                    <a:pt x="396" y="96"/>
                    <a:pt x="397" y="98"/>
                    <a:pt x="400" y="98"/>
                  </a:cubicBezTo>
                  <a:cubicBezTo>
                    <a:pt x="400" y="98"/>
                    <a:pt x="400" y="98"/>
                    <a:pt x="400" y="98"/>
                  </a:cubicBezTo>
                  <a:cubicBezTo>
                    <a:pt x="405" y="97"/>
                    <a:pt x="404" y="90"/>
                    <a:pt x="410" y="89"/>
                  </a:cubicBezTo>
                  <a:cubicBezTo>
                    <a:pt x="433" y="97"/>
                    <a:pt x="454" y="107"/>
                    <a:pt x="468" y="123"/>
                  </a:cubicBezTo>
                  <a:cubicBezTo>
                    <a:pt x="465" y="127"/>
                    <a:pt x="465" y="132"/>
                    <a:pt x="469" y="135"/>
                  </a:cubicBezTo>
                  <a:cubicBezTo>
                    <a:pt x="474" y="129"/>
                    <a:pt x="484" y="129"/>
                    <a:pt x="484" y="123"/>
                  </a:cubicBezTo>
                  <a:cubicBezTo>
                    <a:pt x="485" y="118"/>
                    <a:pt x="474" y="118"/>
                    <a:pt x="475" y="110"/>
                  </a:cubicBezTo>
                  <a:cubicBezTo>
                    <a:pt x="476" y="110"/>
                    <a:pt x="477" y="110"/>
                    <a:pt x="478" y="110"/>
                  </a:cubicBezTo>
                  <a:cubicBezTo>
                    <a:pt x="480" y="110"/>
                    <a:pt x="482" y="111"/>
                    <a:pt x="483" y="111"/>
                  </a:cubicBezTo>
                  <a:cubicBezTo>
                    <a:pt x="485" y="112"/>
                    <a:pt x="487" y="113"/>
                    <a:pt x="488" y="113"/>
                  </a:cubicBezTo>
                  <a:cubicBezTo>
                    <a:pt x="490" y="113"/>
                    <a:pt x="491" y="113"/>
                    <a:pt x="492" y="112"/>
                  </a:cubicBezTo>
                  <a:cubicBezTo>
                    <a:pt x="489" y="103"/>
                    <a:pt x="473" y="97"/>
                    <a:pt x="459" y="94"/>
                  </a:cubicBezTo>
                  <a:cubicBezTo>
                    <a:pt x="453" y="87"/>
                    <a:pt x="432" y="76"/>
                    <a:pt x="432" y="65"/>
                  </a:cubicBezTo>
                  <a:cubicBezTo>
                    <a:pt x="432" y="59"/>
                    <a:pt x="437" y="55"/>
                    <a:pt x="443" y="55"/>
                  </a:cubicBezTo>
                  <a:cubicBezTo>
                    <a:pt x="443" y="55"/>
                    <a:pt x="444" y="55"/>
                    <a:pt x="444" y="55"/>
                  </a:cubicBezTo>
                  <a:cubicBezTo>
                    <a:pt x="455" y="55"/>
                    <a:pt x="457" y="66"/>
                    <a:pt x="463" y="72"/>
                  </a:cubicBezTo>
                  <a:cubicBezTo>
                    <a:pt x="471" y="73"/>
                    <a:pt x="474" y="81"/>
                    <a:pt x="481" y="85"/>
                  </a:cubicBezTo>
                  <a:cubicBezTo>
                    <a:pt x="488" y="90"/>
                    <a:pt x="499" y="92"/>
                    <a:pt x="501" y="100"/>
                  </a:cubicBezTo>
                  <a:cubicBezTo>
                    <a:pt x="504" y="122"/>
                    <a:pt x="531" y="124"/>
                    <a:pt x="525" y="145"/>
                  </a:cubicBezTo>
                  <a:cubicBezTo>
                    <a:pt x="530" y="147"/>
                    <a:pt x="534" y="149"/>
                    <a:pt x="540" y="150"/>
                  </a:cubicBezTo>
                  <a:cubicBezTo>
                    <a:pt x="552" y="146"/>
                    <a:pt x="546" y="125"/>
                    <a:pt x="544" y="114"/>
                  </a:cubicBezTo>
                  <a:cubicBezTo>
                    <a:pt x="550" y="109"/>
                    <a:pt x="556" y="105"/>
                    <a:pt x="564" y="102"/>
                  </a:cubicBezTo>
                  <a:cubicBezTo>
                    <a:pt x="567" y="104"/>
                    <a:pt x="569" y="106"/>
                    <a:pt x="573" y="108"/>
                  </a:cubicBezTo>
                  <a:cubicBezTo>
                    <a:pt x="581" y="105"/>
                    <a:pt x="587" y="100"/>
                    <a:pt x="594" y="96"/>
                  </a:cubicBezTo>
                  <a:cubicBezTo>
                    <a:pt x="594" y="90"/>
                    <a:pt x="587" y="91"/>
                    <a:pt x="587" y="85"/>
                  </a:cubicBezTo>
                  <a:cubicBezTo>
                    <a:pt x="588" y="80"/>
                    <a:pt x="596" y="81"/>
                    <a:pt x="596" y="76"/>
                  </a:cubicBezTo>
                  <a:cubicBezTo>
                    <a:pt x="592" y="72"/>
                    <a:pt x="578" y="65"/>
                    <a:pt x="587" y="58"/>
                  </a:cubicBezTo>
                  <a:cubicBezTo>
                    <a:pt x="594" y="60"/>
                    <a:pt x="597" y="64"/>
                    <a:pt x="606" y="64"/>
                  </a:cubicBezTo>
                  <a:cubicBezTo>
                    <a:pt x="606" y="64"/>
                    <a:pt x="607" y="64"/>
                    <a:pt x="607" y="64"/>
                  </a:cubicBezTo>
                  <a:cubicBezTo>
                    <a:pt x="609" y="56"/>
                    <a:pt x="614" y="48"/>
                    <a:pt x="623" y="47"/>
                  </a:cubicBezTo>
                  <a:cubicBezTo>
                    <a:pt x="623" y="47"/>
                    <a:pt x="624" y="47"/>
                    <a:pt x="624" y="47"/>
                  </a:cubicBezTo>
                  <a:cubicBezTo>
                    <a:pt x="627" y="47"/>
                    <a:pt x="629" y="48"/>
                    <a:pt x="632" y="49"/>
                  </a:cubicBezTo>
                  <a:cubicBezTo>
                    <a:pt x="635" y="50"/>
                    <a:pt x="637" y="50"/>
                    <a:pt x="640" y="50"/>
                  </a:cubicBezTo>
                  <a:cubicBezTo>
                    <a:pt x="640" y="50"/>
                    <a:pt x="641" y="50"/>
                    <a:pt x="642" y="50"/>
                  </a:cubicBezTo>
                  <a:cubicBezTo>
                    <a:pt x="635" y="57"/>
                    <a:pt x="644" y="63"/>
                    <a:pt x="647" y="70"/>
                  </a:cubicBezTo>
                  <a:cubicBezTo>
                    <a:pt x="657" y="67"/>
                    <a:pt x="665" y="63"/>
                    <a:pt x="675" y="60"/>
                  </a:cubicBezTo>
                  <a:cubicBezTo>
                    <a:pt x="673" y="52"/>
                    <a:pt x="654" y="57"/>
                    <a:pt x="654" y="47"/>
                  </a:cubicBezTo>
                  <a:cubicBezTo>
                    <a:pt x="655" y="48"/>
                    <a:pt x="656" y="48"/>
                    <a:pt x="657" y="48"/>
                  </a:cubicBezTo>
                  <a:cubicBezTo>
                    <a:pt x="664" y="48"/>
                    <a:pt x="670" y="46"/>
                    <a:pt x="676" y="44"/>
                  </a:cubicBezTo>
                  <a:cubicBezTo>
                    <a:pt x="682" y="42"/>
                    <a:pt x="688" y="40"/>
                    <a:pt x="695" y="40"/>
                  </a:cubicBezTo>
                  <a:cubicBezTo>
                    <a:pt x="696" y="40"/>
                    <a:pt x="697" y="40"/>
                    <a:pt x="698" y="40"/>
                  </a:cubicBezTo>
                  <a:cubicBezTo>
                    <a:pt x="700" y="54"/>
                    <a:pt x="681" y="50"/>
                    <a:pt x="684" y="61"/>
                  </a:cubicBezTo>
                  <a:cubicBezTo>
                    <a:pt x="685" y="67"/>
                    <a:pt x="701" y="72"/>
                    <a:pt x="709" y="76"/>
                  </a:cubicBezTo>
                  <a:cubicBezTo>
                    <a:pt x="719" y="81"/>
                    <a:pt x="729" y="87"/>
                    <a:pt x="732" y="93"/>
                  </a:cubicBezTo>
                  <a:cubicBezTo>
                    <a:pt x="727" y="102"/>
                    <a:pt x="716" y="99"/>
                    <a:pt x="705" y="100"/>
                  </a:cubicBezTo>
                  <a:cubicBezTo>
                    <a:pt x="702" y="100"/>
                    <a:pt x="700" y="101"/>
                    <a:pt x="699" y="101"/>
                  </a:cubicBezTo>
                  <a:cubicBezTo>
                    <a:pt x="689" y="101"/>
                    <a:pt x="687" y="97"/>
                    <a:pt x="676" y="94"/>
                  </a:cubicBezTo>
                  <a:cubicBezTo>
                    <a:pt x="669" y="91"/>
                    <a:pt x="661" y="91"/>
                    <a:pt x="654" y="91"/>
                  </a:cubicBezTo>
                  <a:cubicBezTo>
                    <a:pt x="646" y="91"/>
                    <a:pt x="638" y="92"/>
                    <a:pt x="630" y="93"/>
                  </a:cubicBezTo>
                  <a:cubicBezTo>
                    <a:pt x="626" y="97"/>
                    <a:pt x="619" y="100"/>
                    <a:pt x="609" y="100"/>
                  </a:cubicBezTo>
                  <a:cubicBezTo>
                    <a:pt x="608" y="100"/>
                    <a:pt x="607" y="100"/>
                    <a:pt x="606" y="100"/>
                  </a:cubicBezTo>
                  <a:cubicBezTo>
                    <a:pt x="605" y="112"/>
                    <a:pt x="584" y="108"/>
                    <a:pt x="574" y="113"/>
                  </a:cubicBezTo>
                  <a:cubicBezTo>
                    <a:pt x="571" y="118"/>
                    <a:pt x="576" y="124"/>
                    <a:pt x="573" y="130"/>
                  </a:cubicBezTo>
                  <a:cubicBezTo>
                    <a:pt x="578" y="135"/>
                    <a:pt x="582" y="141"/>
                    <a:pt x="588" y="146"/>
                  </a:cubicBezTo>
                  <a:cubicBezTo>
                    <a:pt x="589" y="146"/>
                    <a:pt x="589" y="146"/>
                    <a:pt x="589" y="146"/>
                  </a:cubicBezTo>
                  <a:cubicBezTo>
                    <a:pt x="598" y="146"/>
                    <a:pt x="602" y="150"/>
                    <a:pt x="608" y="152"/>
                  </a:cubicBezTo>
                  <a:cubicBezTo>
                    <a:pt x="615" y="151"/>
                    <a:pt x="619" y="147"/>
                    <a:pt x="625" y="147"/>
                  </a:cubicBezTo>
                  <a:cubicBezTo>
                    <a:pt x="625" y="147"/>
                    <a:pt x="626" y="147"/>
                    <a:pt x="626" y="147"/>
                  </a:cubicBezTo>
                  <a:cubicBezTo>
                    <a:pt x="631" y="147"/>
                    <a:pt x="635" y="152"/>
                    <a:pt x="640" y="152"/>
                  </a:cubicBezTo>
                  <a:cubicBezTo>
                    <a:pt x="641" y="152"/>
                    <a:pt x="642" y="152"/>
                    <a:pt x="643" y="152"/>
                  </a:cubicBezTo>
                  <a:cubicBezTo>
                    <a:pt x="653" y="152"/>
                    <a:pt x="656" y="147"/>
                    <a:pt x="667" y="146"/>
                  </a:cubicBezTo>
                  <a:cubicBezTo>
                    <a:pt x="677" y="153"/>
                    <a:pt x="667" y="169"/>
                    <a:pt x="663" y="176"/>
                  </a:cubicBezTo>
                  <a:cubicBezTo>
                    <a:pt x="663" y="180"/>
                    <a:pt x="668" y="180"/>
                    <a:pt x="668" y="185"/>
                  </a:cubicBezTo>
                  <a:cubicBezTo>
                    <a:pt x="656" y="185"/>
                    <a:pt x="646" y="195"/>
                    <a:pt x="633" y="195"/>
                  </a:cubicBezTo>
                  <a:cubicBezTo>
                    <a:pt x="629" y="195"/>
                    <a:pt x="625" y="194"/>
                    <a:pt x="620" y="192"/>
                  </a:cubicBezTo>
                  <a:cubicBezTo>
                    <a:pt x="615" y="197"/>
                    <a:pt x="610" y="198"/>
                    <a:pt x="603" y="198"/>
                  </a:cubicBezTo>
                  <a:cubicBezTo>
                    <a:pt x="598" y="198"/>
                    <a:pt x="592" y="197"/>
                    <a:pt x="586" y="196"/>
                  </a:cubicBezTo>
                  <a:cubicBezTo>
                    <a:pt x="580" y="195"/>
                    <a:pt x="574" y="194"/>
                    <a:pt x="569" y="194"/>
                  </a:cubicBezTo>
                  <a:cubicBezTo>
                    <a:pt x="567" y="194"/>
                    <a:pt x="565" y="194"/>
                    <a:pt x="564" y="194"/>
                  </a:cubicBezTo>
                  <a:cubicBezTo>
                    <a:pt x="553" y="190"/>
                    <a:pt x="538" y="182"/>
                    <a:pt x="525" y="182"/>
                  </a:cubicBezTo>
                  <a:cubicBezTo>
                    <a:pt x="517" y="182"/>
                    <a:pt x="511" y="185"/>
                    <a:pt x="506" y="192"/>
                  </a:cubicBezTo>
                  <a:cubicBezTo>
                    <a:pt x="509" y="201"/>
                    <a:pt x="503" y="205"/>
                    <a:pt x="497" y="205"/>
                  </a:cubicBezTo>
                  <a:cubicBezTo>
                    <a:pt x="492" y="205"/>
                    <a:pt x="486" y="203"/>
                    <a:pt x="484" y="198"/>
                  </a:cubicBezTo>
                  <a:cubicBezTo>
                    <a:pt x="483" y="199"/>
                    <a:pt x="482" y="199"/>
                    <a:pt x="481" y="199"/>
                  </a:cubicBezTo>
                  <a:cubicBezTo>
                    <a:pt x="475" y="199"/>
                    <a:pt x="472" y="196"/>
                    <a:pt x="465" y="196"/>
                  </a:cubicBezTo>
                  <a:cubicBezTo>
                    <a:pt x="460" y="176"/>
                    <a:pt x="418" y="186"/>
                    <a:pt x="408" y="171"/>
                  </a:cubicBezTo>
                  <a:cubicBezTo>
                    <a:pt x="415" y="163"/>
                    <a:pt x="422" y="156"/>
                    <a:pt x="414" y="143"/>
                  </a:cubicBezTo>
                  <a:cubicBezTo>
                    <a:pt x="409" y="141"/>
                    <a:pt x="404" y="140"/>
                    <a:pt x="399" y="140"/>
                  </a:cubicBezTo>
                  <a:cubicBezTo>
                    <a:pt x="391" y="140"/>
                    <a:pt x="384" y="141"/>
                    <a:pt x="377" y="143"/>
                  </a:cubicBezTo>
                  <a:cubicBezTo>
                    <a:pt x="370" y="145"/>
                    <a:pt x="363" y="147"/>
                    <a:pt x="356" y="147"/>
                  </a:cubicBezTo>
                  <a:cubicBezTo>
                    <a:pt x="355" y="147"/>
                    <a:pt x="354" y="147"/>
                    <a:pt x="352" y="147"/>
                  </a:cubicBezTo>
                  <a:cubicBezTo>
                    <a:pt x="348" y="146"/>
                    <a:pt x="344" y="143"/>
                    <a:pt x="339" y="143"/>
                  </a:cubicBezTo>
                  <a:cubicBezTo>
                    <a:pt x="339" y="143"/>
                    <a:pt x="339" y="143"/>
                    <a:pt x="339" y="143"/>
                  </a:cubicBezTo>
                  <a:cubicBezTo>
                    <a:pt x="330" y="143"/>
                    <a:pt x="318" y="152"/>
                    <a:pt x="306" y="155"/>
                  </a:cubicBezTo>
                  <a:cubicBezTo>
                    <a:pt x="303" y="156"/>
                    <a:pt x="298" y="155"/>
                    <a:pt x="296" y="156"/>
                  </a:cubicBezTo>
                  <a:cubicBezTo>
                    <a:pt x="292" y="157"/>
                    <a:pt x="291" y="161"/>
                    <a:pt x="287" y="161"/>
                  </a:cubicBezTo>
                  <a:cubicBezTo>
                    <a:pt x="287" y="161"/>
                    <a:pt x="286" y="162"/>
                    <a:pt x="285" y="162"/>
                  </a:cubicBezTo>
                  <a:cubicBezTo>
                    <a:pt x="281" y="162"/>
                    <a:pt x="277" y="160"/>
                    <a:pt x="270" y="160"/>
                  </a:cubicBezTo>
                  <a:cubicBezTo>
                    <a:pt x="270" y="160"/>
                    <a:pt x="269" y="160"/>
                    <a:pt x="269" y="160"/>
                  </a:cubicBezTo>
                  <a:cubicBezTo>
                    <a:pt x="267" y="160"/>
                    <a:pt x="265" y="160"/>
                    <a:pt x="263" y="160"/>
                  </a:cubicBezTo>
                  <a:cubicBezTo>
                    <a:pt x="262" y="160"/>
                    <a:pt x="260" y="160"/>
                    <a:pt x="259" y="160"/>
                  </a:cubicBezTo>
                  <a:cubicBezTo>
                    <a:pt x="255" y="160"/>
                    <a:pt x="251" y="159"/>
                    <a:pt x="248" y="157"/>
                  </a:cubicBezTo>
                  <a:cubicBezTo>
                    <a:pt x="238" y="167"/>
                    <a:pt x="227" y="177"/>
                    <a:pt x="212" y="183"/>
                  </a:cubicBezTo>
                  <a:cubicBezTo>
                    <a:pt x="210" y="189"/>
                    <a:pt x="209" y="195"/>
                    <a:pt x="208" y="201"/>
                  </a:cubicBezTo>
                  <a:cubicBezTo>
                    <a:pt x="200" y="206"/>
                    <a:pt x="198" y="215"/>
                    <a:pt x="190" y="221"/>
                  </a:cubicBezTo>
                  <a:cubicBezTo>
                    <a:pt x="185" y="224"/>
                    <a:pt x="177" y="225"/>
                    <a:pt x="173" y="228"/>
                  </a:cubicBezTo>
                  <a:cubicBezTo>
                    <a:pt x="165" y="234"/>
                    <a:pt x="160" y="245"/>
                    <a:pt x="153" y="254"/>
                  </a:cubicBezTo>
                  <a:cubicBezTo>
                    <a:pt x="146" y="263"/>
                    <a:pt x="135" y="270"/>
                    <a:pt x="131" y="278"/>
                  </a:cubicBezTo>
                  <a:cubicBezTo>
                    <a:pt x="127" y="286"/>
                    <a:pt x="133" y="290"/>
                    <a:pt x="134" y="296"/>
                  </a:cubicBezTo>
                  <a:cubicBezTo>
                    <a:pt x="140" y="318"/>
                    <a:pt x="131" y="332"/>
                    <a:pt x="128" y="351"/>
                  </a:cubicBezTo>
                  <a:cubicBezTo>
                    <a:pt x="131" y="368"/>
                    <a:pt x="146" y="375"/>
                    <a:pt x="156" y="385"/>
                  </a:cubicBezTo>
                  <a:cubicBezTo>
                    <a:pt x="165" y="393"/>
                    <a:pt x="170" y="403"/>
                    <a:pt x="176" y="411"/>
                  </a:cubicBezTo>
                  <a:cubicBezTo>
                    <a:pt x="183" y="416"/>
                    <a:pt x="194" y="415"/>
                    <a:pt x="204" y="421"/>
                  </a:cubicBezTo>
                  <a:cubicBezTo>
                    <a:pt x="209" y="424"/>
                    <a:pt x="211" y="432"/>
                    <a:pt x="219" y="433"/>
                  </a:cubicBezTo>
                  <a:cubicBezTo>
                    <a:pt x="220" y="433"/>
                    <a:pt x="220" y="433"/>
                    <a:pt x="220" y="433"/>
                  </a:cubicBezTo>
                  <a:cubicBezTo>
                    <a:pt x="227" y="433"/>
                    <a:pt x="239" y="428"/>
                    <a:pt x="247" y="427"/>
                  </a:cubicBezTo>
                  <a:cubicBezTo>
                    <a:pt x="250" y="426"/>
                    <a:pt x="254" y="426"/>
                    <a:pt x="257" y="426"/>
                  </a:cubicBezTo>
                  <a:cubicBezTo>
                    <a:pt x="263" y="426"/>
                    <a:pt x="269" y="426"/>
                    <a:pt x="275" y="427"/>
                  </a:cubicBezTo>
                  <a:cubicBezTo>
                    <a:pt x="281" y="428"/>
                    <a:pt x="287" y="428"/>
                    <a:pt x="293" y="428"/>
                  </a:cubicBezTo>
                  <a:cubicBezTo>
                    <a:pt x="303" y="428"/>
                    <a:pt x="311" y="426"/>
                    <a:pt x="314" y="418"/>
                  </a:cubicBezTo>
                  <a:cubicBezTo>
                    <a:pt x="309" y="416"/>
                    <a:pt x="304" y="415"/>
                    <a:pt x="301" y="411"/>
                  </a:cubicBezTo>
                  <a:cubicBezTo>
                    <a:pt x="306" y="402"/>
                    <a:pt x="293" y="402"/>
                    <a:pt x="291" y="395"/>
                  </a:cubicBezTo>
                  <a:cubicBezTo>
                    <a:pt x="294" y="393"/>
                    <a:pt x="296" y="393"/>
                    <a:pt x="298" y="393"/>
                  </a:cubicBezTo>
                  <a:cubicBezTo>
                    <a:pt x="308" y="393"/>
                    <a:pt x="311" y="409"/>
                    <a:pt x="316" y="415"/>
                  </a:cubicBezTo>
                  <a:cubicBezTo>
                    <a:pt x="319" y="417"/>
                    <a:pt x="323" y="417"/>
                    <a:pt x="326" y="417"/>
                  </a:cubicBezTo>
                  <a:cubicBezTo>
                    <a:pt x="328" y="417"/>
                    <a:pt x="330" y="417"/>
                    <a:pt x="332" y="417"/>
                  </a:cubicBezTo>
                  <a:cubicBezTo>
                    <a:pt x="334" y="416"/>
                    <a:pt x="336" y="416"/>
                    <a:pt x="338" y="416"/>
                  </a:cubicBezTo>
                  <a:cubicBezTo>
                    <a:pt x="341" y="416"/>
                    <a:pt x="343" y="417"/>
                    <a:pt x="346" y="417"/>
                  </a:cubicBezTo>
                  <a:cubicBezTo>
                    <a:pt x="356" y="420"/>
                    <a:pt x="357" y="430"/>
                    <a:pt x="366" y="433"/>
                  </a:cubicBezTo>
                  <a:cubicBezTo>
                    <a:pt x="370" y="432"/>
                    <a:pt x="369" y="426"/>
                    <a:pt x="373" y="425"/>
                  </a:cubicBezTo>
                  <a:cubicBezTo>
                    <a:pt x="380" y="432"/>
                    <a:pt x="392" y="428"/>
                    <a:pt x="398" y="437"/>
                  </a:cubicBezTo>
                  <a:cubicBezTo>
                    <a:pt x="407" y="450"/>
                    <a:pt x="401" y="470"/>
                    <a:pt x="393" y="482"/>
                  </a:cubicBezTo>
                  <a:cubicBezTo>
                    <a:pt x="397" y="491"/>
                    <a:pt x="406" y="495"/>
                    <a:pt x="414" y="499"/>
                  </a:cubicBezTo>
                  <a:cubicBezTo>
                    <a:pt x="708" y="499"/>
                    <a:pt x="708" y="499"/>
                    <a:pt x="708" y="499"/>
                  </a:cubicBezTo>
                  <a:cubicBezTo>
                    <a:pt x="716" y="490"/>
                    <a:pt x="727" y="482"/>
                    <a:pt x="732" y="477"/>
                  </a:cubicBezTo>
                  <a:cubicBezTo>
                    <a:pt x="738" y="471"/>
                    <a:pt x="744" y="465"/>
                    <a:pt x="750" y="460"/>
                  </a:cubicBezTo>
                  <a:cubicBezTo>
                    <a:pt x="756" y="456"/>
                    <a:pt x="763" y="454"/>
                    <a:pt x="769" y="451"/>
                  </a:cubicBezTo>
                  <a:cubicBezTo>
                    <a:pt x="791" y="437"/>
                    <a:pt x="804" y="417"/>
                    <a:pt x="814" y="396"/>
                  </a:cubicBezTo>
                  <a:cubicBezTo>
                    <a:pt x="818" y="387"/>
                    <a:pt x="824" y="379"/>
                    <a:pt x="826" y="370"/>
                  </a:cubicBezTo>
                  <a:cubicBezTo>
                    <a:pt x="823" y="369"/>
                    <a:pt x="819" y="369"/>
                    <a:pt x="815" y="369"/>
                  </a:cubicBezTo>
                  <a:cubicBezTo>
                    <a:pt x="806" y="369"/>
                    <a:pt x="796" y="371"/>
                    <a:pt x="787" y="373"/>
                  </a:cubicBezTo>
                  <a:cubicBezTo>
                    <a:pt x="777" y="375"/>
                    <a:pt x="767" y="377"/>
                    <a:pt x="756" y="377"/>
                  </a:cubicBezTo>
                  <a:cubicBezTo>
                    <a:pt x="755" y="377"/>
                    <a:pt x="754" y="377"/>
                    <a:pt x="752" y="376"/>
                  </a:cubicBezTo>
                  <a:cubicBezTo>
                    <a:pt x="749" y="374"/>
                    <a:pt x="745" y="372"/>
                    <a:pt x="742" y="369"/>
                  </a:cubicBezTo>
                  <a:cubicBezTo>
                    <a:pt x="742" y="360"/>
                    <a:pt x="737" y="355"/>
                    <a:pt x="728" y="353"/>
                  </a:cubicBezTo>
                  <a:cubicBezTo>
                    <a:pt x="721" y="342"/>
                    <a:pt x="706" y="337"/>
                    <a:pt x="700" y="325"/>
                  </a:cubicBezTo>
                  <a:cubicBezTo>
                    <a:pt x="697" y="317"/>
                    <a:pt x="691" y="314"/>
                    <a:pt x="688" y="309"/>
                  </a:cubicBezTo>
                  <a:cubicBezTo>
                    <a:pt x="683" y="301"/>
                    <a:pt x="686" y="292"/>
                    <a:pt x="681" y="283"/>
                  </a:cubicBezTo>
                  <a:cubicBezTo>
                    <a:pt x="679" y="277"/>
                    <a:pt x="669" y="274"/>
                    <a:pt x="667" y="268"/>
                  </a:cubicBezTo>
                  <a:cubicBezTo>
                    <a:pt x="665" y="267"/>
                    <a:pt x="666" y="264"/>
                    <a:pt x="666" y="262"/>
                  </a:cubicBezTo>
                  <a:cubicBezTo>
                    <a:pt x="663" y="259"/>
                    <a:pt x="660" y="256"/>
                    <a:pt x="658" y="253"/>
                  </a:cubicBezTo>
                  <a:cubicBezTo>
                    <a:pt x="654" y="236"/>
                    <a:pt x="640" y="227"/>
                    <a:pt x="634" y="211"/>
                  </a:cubicBezTo>
                  <a:cubicBezTo>
                    <a:pt x="635" y="211"/>
                    <a:pt x="636" y="211"/>
                    <a:pt x="637" y="211"/>
                  </a:cubicBezTo>
                  <a:cubicBezTo>
                    <a:pt x="645" y="211"/>
                    <a:pt x="645" y="222"/>
                    <a:pt x="653" y="223"/>
                  </a:cubicBezTo>
                  <a:cubicBezTo>
                    <a:pt x="655" y="221"/>
                    <a:pt x="652" y="213"/>
                    <a:pt x="657" y="213"/>
                  </a:cubicBezTo>
                  <a:cubicBezTo>
                    <a:pt x="658" y="213"/>
                    <a:pt x="658" y="213"/>
                    <a:pt x="658" y="213"/>
                  </a:cubicBezTo>
                  <a:cubicBezTo>
                    <a:pt x="665" y="213"/>
                    <a:pt x="662" y="223"/>
                    <a:pt x="663" y="228"/>
                  </a:cubicBezTo>
                  <a:cubicBezTo>
                    <a:pt x="669" y="239"/>
                    <a:pt x="686" y="244"/>
                    <a:pt x="684" y="260"/>
                  </a:cubicBezTo>
                  <a:cubicBezTo>
                    <a:pt x="694" y="265"/>
                    <a:pt x="701" y="271"/>
                    <a:pt x="698" y="287"/>
                  </a:cubicBezTo>
                  <a:cubicBezTo>
                    <a:pt x="703" y="292"/>
                    <a:pt x="710" y="295"/>
                    <a:pt x="716" y="301"/>
                  </a:cubicBezTo>
                  <a:cubicBezTo>
                    <a:pt x="719" y="305"/>
                    <a:pt x="719" y="309"/>
                    <a:pt x="722" y="313"/>
                  </a:cubicBezTo>
                  <a:cubicBezTo>
                    <a:pt x="726" y="319"/>
                    <a:pt x="733" y="321"/>
                    <a:pt x="735" y="326"/>
                  </a:cubicBezTo>
                  <a:cubicBezTo>
                    <a:pt x="735" y="329"/>
                    <a:pt x="733" y="332"/>
                    <a:pt x="733" y="335"/>
                  </a:cubicBezTo>
                  <a:cubicBezTo>
                    <a:pt x="734" y="336"/>
                    <a:pt x="737" y="339"/>
                    <a:pt x="738" y="342"/>
                  </a:cubicBezTo>
                  <a:cubicBezTo>
                    <a:pt x="741" y="351"/>
                    <a:pt x="745" y="358"/>
                    <a:pt x="753" y="359"/>
                  </a:cubicBezTo>
                  <a:cubicBezTo>
                    <a:pt x="754" y="359"/>
                    <a:pt x="754" y="359"/>
                    <a:pt x="754" y="359"/>
                  </a:cubicBezTo>
                  <a:cubicBezTo>
                    <a:pt x="762" y="359"/>
                    <a:pt x="768" y="351"/>
                    <a:pt x="778" y="351"/>
                  </a:cubicBezTo>
                  <a:cubicBezTo>
                    <a:pt x="778" y="351"/>
                    <a:pt x="778" y="351"/>
                    <a:pt x="778" y="351"/>
                  </a:cubicBezTo>
                  <a:cubicBezTo>
                    <a:pt x="782" y="351"/>
                    <a:pt x="785" y="351"/>
                    <a:pt x="787" y="352"/>
                  </a:cubicBezTo>
                  <a:cubicBezTo>
                    <a:pt x="790" y="353"/>
                    <a:pt x="792" y="354"/>
                    <a:pt x="794" y="354"/>
                  </a:cubicBezTo>
                  <a:cubicBezTo>
                    <a:pt x="795" y="354"/>
                    <a:pt x="795" y="354"/>
                    <a:pt x="795" y="354"/>
                  </a:cubicBezTo>
                  <a:cubicBezTo>
                    <a:pt x="801" y="353"/>
                    <a:pt x="808" y="345"/>
                    <a:pt x="815" y="342"/>
                  </a:cubicBezTo>
                  <a:cubicBezTo>
                    <a:pt x="821" y="340"/>
                    <a:pt x="828" y="340"/>
                    <a:pt x="834" y="338"/>
                  </a:cubicBezTo>
                  <a:cubicBezTo>
                    <a:pt x="839" y="336"/>
                    <a:pt x="843" y="331"/>
                    <a:pt x="848" y="329"/>
                  </a:cubicBezTo>
                  <a:cubicBezTo>
                    <a:pt x="870" y="319"/>
                    <a:pt x="884" y="317"/>
                    <a:pt x="896" y="303"/>
                  </a:cubicBezTo>
                  <a:cubicBezTo>
                    <a:pt x="897" y="299"/>
                    <a:pt x="896" y="296"/>
                    <a:pt x="895" y="293"/>
                  </a:cubicBezTo>
                  <a:cubicBezTo>
                    <a:pt x="903" y="287"/>
                    <a:pt x="911" y="282"/>
                    <a:pt x="913" y="271"/>
                  </a:cubicBezTo>
                  <a:cubicBezTo>
                    <a:pt x="907" y="264"/>
                    <a:pt x="895" y="265"/>
                    <a:pt x="887" y="261"/>
                  </a:cubicBezTo>
                  <a:cubicBezTo>
                    <a:pt x="880" y="256"/>
                    <a:pt x="883" y="250"/>
                    <a:pt x="876" y="245"/>
                  </a:cubicBezTo>
                  <a:cubicBezTo>
                    <a:pt x="865" y="247"/>
                    <a:pt x="862" y="258"/>
                    <a:pt x="851" y="260"/>
                  </a:cubicBezTo>
                  <a:cubicBezTo>
                    <a:pt x="850" y="260"/>
                    <a:pt x="849" y="260"/>
                    <a:pt x="847" y="260"/>
                  </a:cubicBezTo>
                  <a:cubicBezTo>
                    <a:pt x="845" y="260"/>
                    <a:pt x="843" y="260"/>
                    <a:pt x="840" y="259"/>
                  </a:cubicBezTo>
                  <a:cubicBezTo>
                    <a:pt x="837" y="259"/>
                    <a:pt x="835" y="259"/>
                    <a:pt x="832" y="259"/>
                  </a:cubicBezTo>
                  <a:cubicBezTo>
                    <a:pt x="831" y="259"/>
                    <a:pt x="831" y="259"/>
                    <a:pt x="830" y="259"/>
                  </a:cubicBezTo>
                  <a:cubicBezTo>
                    <a:pt x="828" y="245"/>
                    <a:pt x="789" y="227"/>
                    <a:pt x="795" y="210"/>
                  </a:cubicBezTo>
                  <a:cubicBezTo>
                    <a:pt x="797" y="205"/>
                    <a:pt x="799" y="204"/>
                    <a:pt x="802" y="204"/>
                  </a:cubicBezTo>
                  <a:cubicBezTo>
                    <a:pt x="809" y="204"/>
                    <a:pt x="817" y="215"/>
                    <a:pt x="821" y="219"/>
                  </a:cubicBezTo>
                  <a:cubicBezTo>
                    <a:pt x="832" y="231"/>
                    <a:pt x="839" y="238"/>
                    <a:pt x="858" y="242"/>
                  </a:cubicBezTo>
                  <a:cubicBezTo>
                    <a:pt x="868" y="242"/>
                    <a:pt x="872" y="236"/>
                    <a:pt x="881" y="235"/>
                  </a:cubicBezTo>
                  <a:cubicBezTo>
                    <a:pt x="882" y="237"/>
                    <a:pt x="883" y="239"/>
                    <a:pt x="883" y="242"/>
                  </a:cubicBezTo>
                  <a:cubicBezTo>
                    <a:pt x="901" y="249"/>
                    <a:pt x="928" y="250"/>
                    <a:pt x="951" y="253"/>
                  </a:cubicBezTo>
                  <a:cubicBezTo>
                    <a:pt x="955" y="249"/>
                    <a:pt x="963" y="247"/>
                    <a:pt x="973" y="247"/>
                  </a:cubicBezTo>
                  <a:cubicBezTo>
                    <a:pt x="976" y="247"/>
                    <a:pt x="978" y="247"/>
                    <a:pt x="980" y="248"/>
                  </a:cubicBezTo>
                  <a:cubicBezTo>
                    <a:pt x="984" y="252"/>
                    <a:pt x="984" y="259"/>
                    <a:pt x="988" y="262"/>
                  </a:cubicBezTo>
                  <a:cubicBezTo>
                    <a:pt x="996" y="263"/>
                    <a:pt x="1005" y="267"/>
                    <a:pt x="1013" y="268"/>
                  </a:cubicBezTo>
                  <a:cubicBezTo>
                    <a:pt x="1013" y="274"/>
                    <a:pt x="1006" y="273"/>
                    <a:pt x="1005" y="278"/>
                  </a:cubicBezTo>
                  <a:cubicBezTo>
                    <a:pt x="1012" y="281"/>
                    <a:pt x="1016" y="289"/>
                    <a:pt x="1024" y="289"/>
                  </a:cubicBezTo>
                  <a:cubicBezTo>
                    <a:pt x="1025" y="289"/>
                    <a:pt x="1025" y="289"/>
                    <a:pt x="1026" y="289"/>
                  </a:cubicBezTo>
                  <a:cubicBezTo>
                    <a:pt x="1034" y="288"/>
                    <a:pt x="1031" y="281"/>
                    <a:pt x="1037" y="276"/>
                  </a:cubicBezTo>
                  <a:cubicBezTo>
                    <a:pt x="1047" y="281"/>
                    <a:pt x="1040" y="299"/>
                    <a:pt x="1041" y="309"/>
                  </a:cubicBezTo>
                  <a:cubicBezTo>
                    <a:pt x="1047" y="314"/>
                    <a:pt x="1045" y="323"/>
                    <a:pt x="1047" y="330"/>
                  </a:cubicBezTo>
                  <a:cubicBezTo>
                    <a:pt x="1051" y="346"/>
                    <a:pt x="1069" y="365"/>
                    <a:pt x="1076" y="380"/>
                  </a:cubicBezTo>
                  <a:cubicBezTo>
                    <a:pt x="1079" y="388"/>
                    <a:pt x="1082" y="400"/>
                    <a:pt x="1091" y="400"/>
                  </a:cubicBezTo>
                  <a:cubicBezTo>
                    <a:pt x="1091" y="400"/>
                    <a:pt x="1091" y="400"/>
                    <a:pt x="1091" y="400"/>
                  </a:cubicBezTo>
                  <a:cubicBezTo>
                    <a:pt x="1097" y="400"/>
                    <a:pt x="1105" y="392"/>
                    <a:pt x="1107" y="388"/>
                  </a:cubicBezTo>
                  <a:cubicBezTo>
                    <a:pt x="1107" y="386"/>
                    <a:pt x="1106" y="383"/>
                    <a:pt x="1107" y="381"/>
                  </a:cubicBezTo>
                  <a:cubicBezTo>
                    <a:pt x="1109" y="373"/>
                    <a:pt x="1118" y="366"/>
                    <a:pt x="1119" y="359"/>
                  </a:cubicBezTo>
                  <a:cubicBezTo>
                    <a:pt x="1120" y="353"/>
                    <a:pt x="1117" y="346"/>
                    <a:pt x="1119" y="339"/>
                  </a:cubicBezTo>
                  <a:cubicBezTo>
                    <a:pt x="1142" y="320"/>
                    <a:pt x="1170" y="304"/>
                    <a:pt x="1193" y="285"/>
                  </a:cubicBezTo>
                  <a:cubicBezTo>
                    <a:pt x="1208" y="283"/>
                    <a:pt x="1219" y="278"/>
                    <a:pt x="1229" y="272"/>
                  </a:cubicBezTo>
                  <a:cubicBezTo>
                    <a:pt x="1234" y="276"/>
                    <a:pt x="1231" y="280"/>
                    <a:pt x="1235" y="285"/>
                  </a:cubicBezTo>
                  <a:cubicBezTo>
                    <a:pt x="1241" y="292"/>
                    <a:pt x="1254" y="296"/>
                    <a:pt x="1258" y="302"/>
                  </a:cubicBezTo>
                  <a:cubicBezTo>
                    <a:pt x="1258" y="0"/>
                    <a:pt x="1258" y="0"/>
                    <a:pt x="1258" y="0"/>
                  </a:cubicBezTo>
                  <a:moveTo>
                    <a:pt x="3407" y="480"/>
                  </a:moveTo>
                  <a:cubicBezTo>
                    <a:pt x="3404" y="480"/>
                    <a:pt x="3402" y="480"/>
                    <a:pt x="3400" y="478"/>
                  </a:cubicBezTo>
                  <a:cubicBezTo>
                    <a:pt x="3398" y="469"/>
                    <a:pt x="3418" y="477"/>
                    <a:pt x="3423" y="470"/>
                  </a:cubicBezTo>
                  <a:cubicBezTo>
                    <a:pt x="3425" y="475"/>
                    <a:pt x="3415" y="480"/>
                    <a:pt x="3407" y="480"/>
                  </a:cubicBezTo>
                  <a:moveTo>
                    <a:pt x="3254" y="48"/>
                  </a:moveTo>
                  <a:cubicBezTo>
                    <a:pt x="3253" y="48"/>
                    <a:pt x="3251" y="48"/>
                    <a:pt x="3250" y="48"/>
                  </a:cubicBezTo>
                  <a:cubicBezTo>
                    <a:pt x="3249" y="45"/>
                    <a:pt x="3254" y="43"/>
                    <a:pt x="3257" y="43"/>
                  </a:cubicBezTo>
                  <a:cubicBezTo>
                    <a:pt x="3260" y="43"/>
                    <a:pt x="3263" y="44"/>
                    <a:pt x="3262" y="47"/>
                  </a:cubicBezTo>
                  <a:cubicBezTo>
                    <a:pt x="3260" y="48"/>
                    <a:pt x="3257" y="48"/>
                    <a:pt x="3254" y="48"/>
                  </a:cubicBezTo>
                  <a:moveTo>
                    <a:pt x="3233" y="0"/>
                  </a:moveTo>
                  <a:cubicBezTo>
                    <a:pt x="2674" y="0"/>
                    <a:pt x="2674" y="0"/>
                    <a:pt x="2674" y="0"/>
                  </a:cubicBezTo>
                  <a:cubicBezTo>
                    <a:pt x="2682" y="5"/>
                    <a:pt x="2688" y="10"/>
                    <a:pt x="2691" y="16"/>
                  </a:cubicBezTo>
                  <a:cubicBezTo>
                    <a:pt x="2692" y="19"/>
                    <a:pt x="2695" y="28"/>
                    <a:pt x="2687" y="30"/>
                  </a:cubicBezTo>
                  <a:cubicBezTo>
                    <a:pt x="2681" y="19"/>
                    <a:pt x="2673" y="7"/>
                    <a:pt x="2661" y="0"/>
                  </a:cubicBezTo>
                  <a:cubicBezTo>
                    <a:pt x="2635" y="0"/>
                    <a:pt x="2635" y="0"/>
                    <a:pt x="2635" y="0"/>
                  </a:cubicBezTo>
                  <a:cubicBezTo>
                    <a:pt x="2639" y="3"/>
                    <a:pt x="2646" y="3"/>
                    <a:pt x="2649" y="5"/>
                  </a:cubicBezTo>
                  <a:cubicBezTo>
                    <a:pt x="2661" y="11"/>
                    <a:pt x="2670" y="20"/>
                    <a:pt x="2674" y="33"/>
                  </a:cubicBezTo>
                  <a:cubicBezTo>
                    <a:pt x="2680" y="53"/>
                    <a:pt x="2664" y="74"/>
                    <a:pt x="2669" y="97"/>
                  </a:cubicBezTo>
                  <a:cubicBezTo>
                    <a:pt x="2674" y="124"/>
                    <a:pt x="2703" y="135"/>
                    <a:pt x="2707" y="160"/>
                  </a:cubicBezTo>
                  <a:cubicBezTo>
                    <a:pt x="2720" y="163"/>
                    <a:pt x="2734" y="165"/>
                    <a:pt x="2737" y="173"/>
                  </a:cubicBezTo>
                  <a:cubicBezTo>
                    <a:pt x="2743" y="190"/>
                    <a:pt x="2757" y="205"/>
                    <a:pt x="2767" y="219"/>
                  </a:cubicBezTo>
                  <a:cubicBezTo>
                    <a:pt x="2766" y="221"/>
                    <a:pt x="2763" y="222"/>
                    <a:pt x="2763" y="224"/>
                  </a:cubicBezTo>
                  <a:cubicBezTo>
                    <a:pt x="2768" y="234"/>
                    <a:pt x="2788" y="233"/>
                    <a:pt x="2785" y="250"/>
                  </a:cubicBezTo>
                  <a:cubicBezTo>
                    <a:pt x="2797" y="256"/>
                    <a:pt x="2805" y="265"/>
                    <a:pt x="2816" y="272"/>
                  </a:cubicBezTo>
                  <a:cubicBezTo>
                    <a:pt x="2827" y="264"/>
                    <a:pt x="2811" y="256"/>
                    <a:pt x="2807" y="249"/>
                  </a:cubicBezTo>
                  <a:cubicBezTo>
                    <a:pt x="2805" y="245"/>
                    <a:pt x="2805" y="241"/>
                    <a:pt x="2804" y="238"/>
                  </a:cubicBezTo>
                  <a:cubicBezTo>
                    <a:pt x="2799" y="231"/>
                    <a:pt x="2787" y="222"/>
                    <a:pt x="2779" y="213"/>
                  </a:cubicBezTo>
                  <a:cubicBezTo>
                    <a:pt x="2772" y="205"/>
                    <a:pt x="2759" y="195"/>
                    <a:pt x="2767" y="183"/>
                  </a:cubicBezTo>
                  <a:cubicBezTo>
                    <a:pt x="2787" y="190"/>
                    <a:pt x="2780" y="207"/>
                    <a:pt x="2793" y="216"/>
                  </a:cubicBezTo>
                  <a:cubicBezTo>
                    <a:pt x="2796" y="219"/>
                    <a:pt x="2801" y="218"/>
                    <a:pt x="2804" y="221"/>
                  </a:cubicBezTo>
                  <a:cubicBezTo>
                    <a:pt x="2810" y="225"/>
                    <a:pt x="2814" y="234"/>
                    <a:pt x="2820" y="239"/>
                  </a:cubicBezTo>
                  <a:cubicBezTo>
                    <a:pt x="2832" y="250"/>
                    <a:pt x="2846" y="258"/>
                    <a:pt x="2855" y="268"/>
                  </a:cubicBezTo>
                  <a:cubicBezTo>
                    <a:pt x="2857" y="271"/>
                    <a:pt x="2861" y="278"/>
                    <a:pt x="2861" y="280"/>
                  </a:cubicBezTo>
                  <a:cubicBezTo>
                    <a:pt x="2861" y="285"/>
                    <a:pt x="2854" y="290"/>
                    <a:pt x="2855" y="294"/>
                  </a:cubicBezTo>
                  <a:cubicBezTo>
                    <a:pt x="2855" y="305"/>
                    <a:pt x="2877" y="306"/>
                    <a:pt x="2889" y="311"/>
                  </a:cubicBezTo>
                  <a:cubicBezTo>
                    <a:pt x="2900" y="315"/>
                    <a:pt x="2905" y="322"/>
                    <a:pt x="2913" y="324"/>
                  </a:cubicBezTo>
                  <a:cubicBezTo>
                    <a:pt x="2927" y="326"/>
                    <a:pt x="2944" y="329"/>
                    <a:pt x="2960" y="329"/>
                  </a:cubicBezTo>
                  <a:cubicBezTo>
                    <a:pt x="2967" y="329"/>
                    <a:pt x="2973" y="328"/>
                    <a:pt x="2980" y="327"/>
                  </a:cubicBezTo>
                  <a:cubicBezTo>
                    <a:pt x="2981" y="329"/>
                    <a:pt x="2984" y="329"/>
                    <a:pt x="2984" y="331"/>
                  </a:cubicBezTo>
                  <a:cubicBezTo>
                    <a:pt x="2984" y="339"/>
                    <a:pt x="2984" y="339"/>
                    <a:pt x="2984" y="339"/>
                  </a:cubicBezTo>
                  <a:cubicBezTo>
                    <a:pt x="2994" y="349"/>
                    <a:pt x="3014" y="350"/>
                    <a:pt x="3026" y="357"/>
                  </a:cubicBezTo>
                  <a:cubicBezTo>
                    <a:pt x="3030" y="357"/>
                    <a:pt x="3031" y="354"/>
                    <a:pt x="3036" y="354"/>
                  </a:cubicBezTo>
                  <a:cubicBezTo>
                    <a:pt x="3036" y="354"/>
                    <a:pt x="3036" y="354"/>
                    <a:pt x="3036" y="354"/>
                  </a:cubicBezTo>
                  <a:cubicBezTo>
                    <a:pt x="3043" y="359"/>
                    <a:pt x="3052" y="363"/>
                    <a:pt x="3057" y="369"/>
                  </a:cubicBezTo>
                  <a:cubicBezTo>
                    <a:pt x="3056" y="374"/>
                    <a:pt x="3052" y="377"/>
                    <a:pt x="3053" y="384"/>
                  </a:cubicBezTo>
                  <a:cubicBezTo>
                    <a:pt x="3058" y="388"/>
                    <a:pt x="3063" y="386"/>
                    <a:pt x="3070" y="388"/>
                  </a:cubicBezTo>
                  <a:cubicBezTo>
                    <a:pt x="3080" y="391"/>
                    <a:pt x="3088" y="402"/>
                    <a:pt x="3099" y="402"/>
                  </a:cubicBezTo>
                  <a:cubicBezTo>
                    <a:pt x="3101" y="402"/>
                    <a:pt x="3104" y="401"/>
                    <a:pt x="3107" y="400"/>
                  </a:cubicBezTo>
                  <a:cubicBezTo>
                    <a:pt x="3110" y="397"/>
                    <a:pt x="3110" y="392"/>
                    <a:pt x="3115" y="391"/>
                  </a:cubicBezTo>
                  <a:cubicBezTo>
                    <a:pt x="3130" y="398"/>
                    <a:pt x="3138" y="411"/>
                    <a:pt x="3135" y="432"/>
                  </a:cubicBezTo>
                  <a:cubicBezTo>
                    <a:pt x="3130" y="437"/>
                    <a:pt x="3129" y="441"/>
                    <a:pt x="3124" y="447"/>
                  </a:cubicBezTo>
                  <a:cubicBezTo>
                    <a:pt x="3117" y="455"/>
                    <a:pt x="3101" y="459"/>
                    <a:pt x="3100" y="469"/>
                  </a:cubicBezTo>
                  <a:cubicBezTo>
                    <a:pt x="3099" y="475"/>
                    <a:pt x="3105" y="482"/>
                    <a:pt x="3104" y="491"/>
                  </a:cubicBezTo>
                  <a:cubicBezTo>
                    <a:pt x="3104" y="494"/>
                    <a:pt x="3103" y="497"/>
                    <a:pt x="3102" y="499"/>
                  </a:cubicBezTo>
                  <a:cubicBezTo>
                    <a:pt x="3529" y="499"/>
                    <a:pt x="3529" y="499"/>
                    <a:pt x="3529" y="499"/>
                  </a:cubicBezTo>
                  <a:cubicBezTo>
                    <a:pt x="3514" y="491"/>
                    <a:pt x="3499" y="482"/>
                    <a:pt x="3480" y="482"/>
                  </a:cubicBezTo>
                  <a:cubicBezTo>
                    <a:pt x="3476" y="482"/>
                    <a:pt x="3472" y="482"/>
                    <a:pt x="3467" y="483"/>
                  </a:cubicBezTo>
                  <a:cubicBezTo>
                    <a:pt x="3462" y="474"/>
                    <a:pt x="3450" y="468"/>
                    <a:pt x="3436" y="468"/>
                  </a:cubicBezTo>
                  <a:cubicBezTo>
                    <a:pt x="3432" y="468"/>
                    <a:pt x="3429" y="468"/>
                    <a:pt x="3425" y="469"/>
                  </a:cubicBezTo>
                  <a:cubicBezTo>
                    <a:pt x="3425" y="466"/>
                    <a:pt x="3423" y="464"/>
                    <a:pt x="3422" y="462"/>
                  </a:cubicBezTo>
                  <a:cubicBezTo>
                    <a:pt x="3421" y="462"/>
                    <a:pt x="3420" y="462"/>
                    <a:pt x="3418" y="462"/>
                  </a:cubicBezTo>
                  <a:cubicBezTo>
                    <a:pt x="3406" y="462"/>
                    <a:pt x="3401" y="469"/>
                    <a:pt x="3391" y="471"/>
                  </a:cubicBezTo>
                  <a:cubicBezTo>
                    <a:pt x="3391" y="469"/>
                    <a:pt x="3387" y="470"/>
                    <a:pt x="3388" y="468"/>
                  </a:cubicBezTo>
                  <a:cubicBezTo>
                    <a:pt x="3389" y="458"/>
                    <a:pt x="3406" y="456"/>
                    <a:pt x="3407" y="447"/>
                  </a:cubicBezTo>
                  <a:cubicBezTo>
                    <a:pt x="3408" y="441"/>
                    <a:pt x="3401" y="438"/>
                    <a:pt x="3402" y="429"/>
                  </a:cubicBezTo>
                  <a:cubicBezTo>
                    <a:pt x="3391" y="424"/>
                    <a:pt x="3383" y="411"/>
                    <a:pt x="3366" y="410"/>
                  </a:cubicBezTo>
                  <a:cubicBezTo>
                    <a:pt x="3365" y="410"/>
                    <a:pt x="3364" y="410"/>
                    <a:pt x="3363" y="410"/>
                  </a:cubicBezTo>
                  <a:cubicBezTo>
                    <a:pt x="3360" y="410"/>
                    <a:pt x="3357" y="410"/>
                    <a:pt x="3354" y="410"/>
                  </a:cubicBezTo>
                  <a:cubicBezTo>
                    <a:pt x="3351" y="411"/>
                    <a:pt x="3348" y="411"/>
                    <a:pt x="3345" y="411"/>
                  </a:cubicBezTo>
                  <a:cubicBezTo>
                    <a:pt x="3343" y="411"/>
                    <a:pt x="3342" y="411"/>
                    <a:pt x="3340" y="411"/>
                  </a:cubicBezTo>
                  <a:cubicBezTo>
                    <a:pt x="3332" y="409"/>
                    <a:pt x="3330" y="403"/>
                    <a:pt x="3322" y="402"/>
                  </a:cubicBezTo>
                  <a:cubicBezTo>
                    <a:pt x="3323" y="391"/>
                    <a:pt x="3306" y="394"/>
                    <a:pt x="3300" y="388"/>
                  </a:cubicBezTo>
                  <a:cubicBezTo>
                    <a:pt x="3300" y="378"/>
                    <a:pt x="3300" y="378"/>
                    <a:pt x="3300" y="378"/>
                  </a:cubicBezTo>
                  <a:cubicBezTo>
                    <a:pt x="3291" y="375"/>
                    <a:pt x="3283" y="370"/>
                    <a:pt x="3272" y="367"/>
                  </a:cubicBezTo>
                  <a:cubicBezTo>
                    <a:pt x="3268" y="368"/>
                    <a:pt x="3269" y="373"/>
                    <a:pt x="3265" y="374"/>
                  </a:cubicBezTo>
                  <a:cubicBezTo>
                    <a:pt x="3261" y="374"/>
                    <a:pt x="3258" y="375"/>
                    <a:pt x="3255" y="375"/>
                  </a:cubicBezTo>
                  <a:cubicBezTo>
                    <a:pt x="3247" y="375"/>
                    <a:pt x="3238" y="372"/>
                    <a:pt x="3230" y="369"/>
                  </a:cubicBezTo>
                  <a:cubicBezTo>
                    <a:pt x="3222" y="366"/>
                    <a:pt x="3215" y="364"/>
                    <a:pt x="3209" y="364"/>
                  </a:cubicBezTo>
                  <a:cubicBezTo>
                    <a:pt x="3205" y="364"/>
                    <a:pt x="3200" y="365"/>
                    <a:pt x="3197" y="371"/>
                  </a:cubicBezTo>
                  <a:cubicBezTo>
                    <a:pt x="3200" y="374"/>
                    <a:pt x="3203" y="384"/>
                    <a:pt x="3196" y="386"/>
                  </a:cubicBezTo>
                  <a:cubicBezTo>
                    <a:pt x="3180" y="378"/>
                    <a:pt x="3205" y="366"/>
                    <a:pt x="3194" y="355"/>
                  </a:cubicBezTo>
                  <a:cubicBezTo>
                    <a:pt x="3179" y="359"/>
                    <a:pt x="3169" y="366"/>
                    <a:pt x="3155" y="370"/>
                  </a:cubicBezTo>
                  <a:cubicBezTo>
                    <a:pt x="3158" y="385"/>
                    <a:pt x="3145" y="386"/>
                    <a:pt x="3135" y="390"/>
                  </a:cubicBezTo>
                  <a:cubicBezTo>
                    <a:pt x="3130" y="384"/>
                    <a:pt x="3122" y="381"/>
                    <a:pt x="3114" y="381"/>
                  </a:cubicBezTo>
                  <a:cubicBezTo>
                    <a:pt x="3108" y="381"/>
                    <a:pt x="3102" y="382"/>
                    <a:pt x="3096" y="386"/>
                  </a:cubicBezTo>
                  <a:cubicBezTo>
                    <a:pt x="3091" y="379"/>
                    <a:pt x="3078" y="374"/>
                    <a:pt x="3076" y="365"/>
                  </a:cubicBezTo>
                  <a:cubicBezTo>
                    <a:pt x="3074" y="355"/>
                    <a:pt x="3084" y="343"/>
                    <a:pt x="3081" y="334"/>
                  </a:cubicBezTo>
                  <a:cubicBezTo>
                    <a:pt x="3080" y="332"/>
                    <a:pt x="3077" y="329"/>
                    <a:pt x="3075" y="327"/>
                  </a:cubicBezTo>
                  <a:cubicBezTo>
                    <a:pt x="3071" y="325"/>
                    <a:pt x="3067" y="324"/>
                    <a:pt x="3063" y="324"/>
                  </a:cubicBezTo>
                  <a:cubicBezTo>
                    <a:pt x="3058" y="324"/>
                    <a:pt x="3054" y="325"/>
                    <a:pt x="3049" y="327"/>
                  </a:cubicBezTo>
                  <a:cubicBezTo>
                    <a:pt x="3044" y="328"/>
                    <a:pt x="3039" y="329"/>
                    <a:pt x="3034" y="329"/>
                  </a:cubicBezTo>
                  <a:cubicBezTo>
                    <a:pt x="3029" y="329"/>
                    <a:pt x="3025" y="328"/>
                    <a:pt x="3020" y="325"/>
                  </a:cubicBezTo>
                  <a:cubicBezTo>
                    <a:pt x="3021" y="321"/>
                    <a:pt x="3026" y="320"/>
                    <a:pt x="3030" y="318"/>
                  </a:cubicBezTo>
                  <a:cubicBezTo>
                    <a:pt x="3024" y="310"/>
                    <a:pt x="3037" y="307"/>
                    <a:pt x="3041" y="300"/>
                  </a:cubicBezTo>
                  <a:cubicBezTo>
                    <a:pt x="3042" y="298"/>
                    <a:pt x="3040" y="295"/>
                    <a:pt x="3041" y="293"/>
                  </a:cubicBezTo>
                  <a:cubicBezTo>
                    <a:pt x="3042" y="287"/>
                    <a:pt x="3053" y="280"/>
                    <a:pt x="3044" y="274"/>
                  </a:cubicBezTo>
                  <a:cubicBezTo>
                    <a:pt x="3025" y="275"/>
                    <a:pt x="3012" y="277"/>
                    <a:pt x="3004" y="287"/>
                  </a:cubicBezTo>
                  <a:cubicBezTo>
                    <a:pt x="3000" y="293"/>
                    <a:pt x="3001" y="299"/>
                    <a:pt x="2994" y="302"/>
                  </a:cubicBezTo>
                  <a:cubicBezTo>
                    <a:pt x="2990" y="304"/>
                    <a:pt x="2985" y="305"/>
                    <a:pt x="2980" y="305"/>
                  </a:cubicBezTo>
                  <a:cubicBezTo>
                    <a:pt x="2978" y="305"/>
                    <a:pt x="2977" y="305"/>
                    <a:pt x="2975" y="305"/>
                  </a:cubicBezTo>
                  <a:cubicBezTo>
                    <a:pt x="2974" y="305"/>
                    <a:pt x="2972" y="305"/>
                    <a:pt x="2971" y="305"/>
                  </a:cubicBezTo>
                  <a:cubicBezTo>
                    <a:pt x="2967" y="305"/>
                    <a:pt x="2964" y="305"/>
                    <a:pt x="2960" y="305"/>
                  </a:cubicBezTo>
                  <a:cubicBezTo>
                    <a:pt x="2949" y="299"/>
                    <a:pt x="2938" y="280"/>
                    <a:pt x="2936" y="266"/>
                  </a:cubicBezTo>
                  <a:cubicBezTo>
                    <a:pt x="2934" y="253"/>
                    <a:pt x="2942" y="250"/>
                    <a:pt x="2942" y="242"/>
                  </a:cubicBezTo>
                  <a:cubicBezTo>
                    <a:pt x="2943" y="234"/>
                    <a:pt x="2933" y="227"/>
                    <a:pt x="2933" y="220"/>
                  </a:cubicBezTo>
                  <a:cubicBezTo>
                    <a:pt x="2938" y="214"/>
                    <a:pt x="2947" y="217"/>
                    <a:pt x="2954" y="213"/>
                  </a:cubicBezTo>
                  <a:cubicBezTo>
                    <a:pt x="2960" y="211"/>
                    <a:pt x="2962" y="206"/>
                    <a:pt x="2968" y="205"/>
                  </a:cubicBezTo>
                  <a:cubicBezTo>
                    <a:pt x="2971" y="204"/>
                    <a:pt x="2974" y="204"/>
                    <a:pt x="2977" y="204"/>
                  </a:cubicBezTo>
                  <a:cubicBezTo>
                    <a:pt x="2983" y="204"/>
                    <a:pt x="2989" y="205"/>
                    <a:pt x="2995" y="206"/>
                  </a:cubicBezTo>
                  <a:cubicBezTo>
                    <a:pt x="3001" y="207"/>
                    <a:pt x="3007" y="208"/>
                    <a:pt x="3013" y="208"/>
                  </a:cubicBezTo>
                  <a:cubicBezTo>
                    <a:pt x="3016" y="208"/>
                    <a:pt x="3018" y="208"/>
                    <a:pt x="3021" y="208"/>
                  </a:cubicBezTo>
                  <a:cubicBezTo>
                    <a:pt x="3023" y="202"/>
                    <a:pt x="3013" y="200"/>
                    <a:pt x="3010" y="197"/>
                  </a:cubicBezTo>
                  <a:cubicBezTo>
                    <a:pt x="3013" y="196"/>
                    <a:pt x="3016" y="195"/>
                    <a:pt x="3018" y="195"/>
                  </a:cubicBezTo>
                  <a:cubicBezTo>
                    <a:pt x="3022" y="195"/>
                    <a:pt x="3025" y="196"/>
                    <a:pt x="3029" y="197"/>
                  </a:cubicBezTo>
                  <a:cubicBezTo>
                    <a:pt x="3032" y="197"/>
                    <a:pt x="3035" y="198"/>
                    <a:pt x="3039" y="198"/>
                  </a:cubicBezTo>
                  <a:cubicBezTo>
                    <a:pt x="3042" y="198"/>
                    <a:pt x="3045" y="197"/>
                    <a:pt x="3049" y="196"/>
                  </a:cubicBezTo>
                  <a:cubicBezTo>
                    <a:pt x="3054" y="198"/>
                    <a:pt x="3056" y="203"/>
                    <a:pt x="3063" y="204"/>
                  </a:cubicBezTo>
                  <a:cubicBezTo>
                    <a:pt x="3063" y="204"/>
                    <a:pt x="3063" y="204"/>
                    <a:pt x="3063" y="204"/>
                  </a:cubicBezTo>
                  <a:cubicBezTo>
                    <a:pt x="3065" y="204"/>
                    <a:pt x="3067" y="203"/>
                    <a:pt x="3068" y="202"/>
                  </a:cubicBezTo>
                  <a:cubicBezTo>
                    <a:pt x="3069" y="201"/>
                    <a:pt x="3070" y="200"/>
                    <a:pt x="3073" y="200"/>
                  </a:cubicBezTo>
                  <a:cubicBezTo>
                    <a:pt x="3073" y="200"/>
                    <a:pt x="3073" y="200"/>
                    <a:pt x="3074" y="200"/>
                  </a:cubicBezTo>
                  <a:cubicBezTo>
                    <a:pt x="3085" y="204"/>
                    <a:pt x="3080" y="212"/>
                    <a:pt x="3082" y="221"/>
                  </a:cubicBezTo>
                  <a:cubicBezTo>
                    <a:pt x="3082" y="223"/>
                    <a:pt x="3086" y="227"/>
                    <a:pt x="3088" y="230"/>
                  </a:cubicBezTo>
                  <a:cubicBezTo>
                    <a:pt x="3090" y="233"/>
                    <a:pt x="3092" y="238"/>
                    <a:pt x="3094" y="240"/>
                  </a:cubicBezTo>
                  <a:cubicBezTo>
                    <a:pt x="3097" y="243"/>
                    <a:pt x="3100" y="245"/>
                    <a:pt x="3103" y="245"/>
                  </a:cubicBezTo>
                  <a:cubicBezTo>
                    <a:pt x="3108" y="245"/>
                    <a:pt x="3112" y="239"/>
                    <a:pt x="3111" y="229"/>
                  </a:cubicBezTo>
                  <a:cubicBezTo>
                    <a:pt x="3109" y="220"/>
                    <a:pt x="3096" y="199"/>
                    <a:pt x="3097" y="191"/>
                  </a:cubicBezTo>
                  <a:cubicBezTo>
                    <a:pt x="3099" y="180"/>
                    <a:pt x="3115" y="172"/>
                    <a:pt x="3123" y="167"/>
                  </a:cubicBezTo>
                  <a:cubicBezTo>
                    <a:pt x="3130" y="163"/>
                    <a:pt x="3134" y="156"/>
                    <a:pt x="3145" y="153"/>
                  </a:cubicBezTo>
                  <a:cubicBezTo>
                    <a:pt x="3144" y="143"/>
                    <a:pt x="3149" y="139"/>
                    <a:pt x="3150" y="131"/>
                  </a:cubicBezTo>
                  <a:cubicBezTo>
                    <a:pt x="3142" y="125"/>
                    <a:pt x="3147" y="114"/>
                    <a:pt x="3152" y="107"/>
                  </a:cubicBezTo>
                  <a:cubicBezTo>
                    <a:pt x="3152" y="107"/>
                    <a:pt x="3152" y="107"/>
                    <a:pt x="3152" y="107"/>
                  </a:cubicBezTo>
                  <a:cubicBezTo>
                    <a:pt x="3153" y="107"/>
                    <a:pt x="3154" y="106"/>
                    <a:pt x="3155" y="106"/>
                  </a:cubicBezTo>
                  <a:cubicBezTo>
                    <a:pt x="3156" y="106"/>
                    <a:pt x="3157" y="106"/>
                    <a:pt x="3159" y="106"/>
                  </a:cubicBezTo>
                  <a:cubicBezTo>
                    <a:pt x="3159" y="106"/>
                    <a:pt x="3160" y="106"/>
                    <a:pt x="3160" y="106"/>
                  </a:cubicBezTo>
                  <a:cubicBezTo>
                    <a:pt x="3166" y="97"/>
                    <a:pt x="3177" y="90"/>
                    <a:pt x="3190" y="88"/>
                  </a:cubicBezTo>
                  <a:cubicBezTo>
                    <a:pt x="3191" y="88"/>
                    <a:pt x="3192" y="88"/>
                    <a:pt x="3193" y="88"/>
                  </a:cubicBezTo>
                  <a:cubicBezTo>
                    <a:pt x="3195" y="88"/>
                    <a:pt x="3196" y="88"/>
                    <a:pt x="3198" y="88"/>
                  </a:cubicBezTo>
                  <a:cubicBezTo>
                    <a:pt x="3199" y="88"/>
                    <a:pt x="3200" y="88"/>
                    <a:pt x="3202" y="88"/>
                  </a:cubicBezTo>
                  <a:cubicBezTo>
                    <a:pt x="3206" y="88"/>
                    <a:pt x="3209" y="88"/>
                    <a:pt x="3211" y="84"/>
                  </a:cubicBezTo>
                  <a:cubicBezTo>
                    <a:pt x="3211" y="78"/>
                    <a:pt x="3202" y="79"/>
                    <a:pt x="3201" y="74"/>
                  </a:cubicBezTo>
                  <a:cubicBezTo>
                    <a:pt x="3205" y="67"/>
                    <a:pt x="3211" y="59"/>
                    <a:pt x="3221" y="57"/>
                  </a:cubicBezTo>
                  <a:cubicBezTo>
                    <a:pt x="3223" y="56"/>
                    <a:pt x="3224" y="56"/>
                    <a:pt x="3226" y="56"/>
                  </a:cubicBezTo>
                  <a:cubicBezTo>
                    <a:pt x="3226" y="56"/>
                    <a:pt x="3227" y="56"/>
                    <a:pt x="3227" y="56"/>
                  </a:cubicBezTo>
                  <a:cubicBezTo>
                    <a:pt x="3227" y="56"/>
                    <a:pt x="3227" y="56"/>
                    <a:pt x="3227" y="56"/>
                  </a:cubicBezTo>
                  <a:cubicBezTo>
                    <a:pt x="3229" y="56"/>
                    <a:pt x="3231" y="56"/>
                    <a:pt x="3232" y="56"/>
                  </a:cubicBezTo>
                  <a:cubicBezTo>
                    <a:pt x="3238" y="54"/>
                    <a:pt x="3241" y="50"/>
                    <a:pt x="3246" y="50"/>
                  </a:cubicBezTo>
                  <a:cubicBezTo>
                    <a:pt x="3246" y="50"/>
                    <a:pt x="3247" y="50"/>
                    <a:pt x="3248" y="50"/>
                  </a:cubicBezTo>
                  <a:cubicBezTo>
                    <a:pt x="3246" y="54"/>
                    <a:pt x="3245" y="57"/>
                    <a:pt x="3244" y="60"/>
                  </a:cubicBezTo>
                  <a:cubicBezTo>
                    <a:pt x="3248" y="64"/>
                    <a:pt x="3249" y="70"/>
                    <a:pt x="3257" y="71"/>
                  </a:cubicBezTo>
                  <a:cubicBezTo>
                    <a:pt x="3264" y="67"/>
                    <a:pt x="3264" y="57"/>
                    <a:pt x="3272" y="54"/>
                  </a:cubicBezTo>
                  <a:cubicBezTo>
                    <a:pt x="3273" y="54"/>
                    <a:pt x="3274" y="54"/>
                    <a:pt x="3275" y="54"/>
                  </a:cubicBezTo>
                  <a:cubicBezTo>
                    <a:pt x="3287" y="54"/>
                    <a:pt x="3294" y="50"/>
                    <a:pt x="3299" y="45"/>
                  </a:cubicBezTo>
                  <a:cubicBezTo>
                    <a:pt x="3308" y="45"/>
                    <a:pt x="3318" y="41"/>
                    <a:pt x="3316" y="34"/>
                  </a:cubicBezTo>
                  <a:cubicBezTo>
                    <a:pt x="3310" y="33"/>
                    <a:pt x="3302" y="30"/>
                    <a:pt x="3297" y="30"/>
                  </a:cubicBezTo>
                  <a:cubicBezTo>
                    <a:pt x="3293" y="32"/>
                    <a:pt x="3294" y="38"/>
                    <a:pt x="3291" y="41"/>
                  </a:cubicBezTo>
                  <a:cubicBezTo>
                    <a:pt x="3290" y="41"/>
                    <a:pt x="3289" y="41"/>
                    <a:pt x="3288" y="41"/>
                  </a:cubicBezTo>
                  <a:cubicBezTo>
                    <a:pt x="3273" y="41"/>
                    <a:pt x="3259" y="34"/>
                    <a:pt x="3257" y="21"/>
                  </a:cubicBezTo>
                  <a:cubicBezTo>
                    <a:pt x="3256" y="21"/>
                    <a:pt x="3255" y="21"/>
                    <a:pt x="3254" y="21"/>
                  </a:cubicBezTo>
                  <a:cubicBezTo>
                    <a:pt x="3254" y="21"/>
                    <a:pt x="3253" y="21"/>
                    <a:pt x="3252" y="21"/>
                  </a:cubicBezTo>
                  <a:cubicBezTo>
                    <a:pt x="3252" y="21"/>
                    <a:pt x="3251" y="21"/>
                    <a:pt x="3250" y="21"/>
                  </a:cubicBezTo>
                  <a:cubicBezTo>
                    <a:pt x="3249" y="21"/>
                    <a:pt x="3248" y="21"/>
                    <a:pt x="3248" y="19"/>
                  </a:cubicBezTo>
                  <a:cubicBezTo>
                    <a:pt x="3250" y="11"/>
                    <a:pt x="3267" y="18"/>
                    <a:pt x="3267" y="7"/>
                  </a:cubicBezTo>
                  <a:cubicBezTo>
                    <a:pt x="3263" y="4"/>
                    <a:pt x="3258" y="4"/>
                    <a:pt x="3254" y="4"/>
                  </a:cubicBezTo>
                  <a:cubicBezTo>
                    <a:pt x="3243" y="4"/>
                    <a:pt x="3231" y="11"/>
                    <a:pt x="3224" y="16"/>
                  </a:cubicBezTo>
                  <a:cubicBezTo>
                    <a:pt x="3212" y="24"/>
                    <a:pt x="3202" y="36"/>
                    <a:pt x="3188" y="36"/>
                  </a:cubicBezTo>
                  <a:cubicBezTo>
                    <a:pt x="3187" y="36"/>
                    <a:pt x="3187" y="36"/>
                    <a:pt x="3186" y="36"/>
                  </a:cubicBezTo>
                  <a:cubicBezTo>
                    <a:pt x="3186" y="28"/>
                    <a:pt x="3196" y="28"/>
                    <a:pt x="3203" y="25"/>
                  </a:cubicBezTo>
                  <a:cubicBezTo>
                    <a:pt x="3212" y="16"/>
                    <a:pt x="3223" y="8"/>
                    <a:pt x="323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304338" y="1354306"/>
            <a:ext cx="269922" cy="269922"/>
            <a:chOff x="2387600" y="2311381"/>
            <a:chExt cx="1219603" cy="1219603"/>
          </a:xfrm>
        </p:grpSpPr>
        <p:sp>
          <p:nvSpPr>
            <p:cNvPr id="38" name="泪滴形 37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77800" dist="889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椭圆 38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2700000" scaled="1"/>
            </a:gra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581113" y="1322903"/>
            <a:ext cx="2285774" cy="75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 smtClean="0">
                <a:solidFill>
                  <a:srgbClr val="EA61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诚信铸就品质</a:t>
            </a:r>
          </a:p>
          <a:p>
            <a:r>
              <a:rPr lang="zh-CN" altLang="en-US" sz="2100" b="1" dirty="0" smtClean="0">
                <a:solidFill>
                  <a:srgbClr val="EA61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创新引领未来。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3899169" y="2232982"/>
            <a:ext cx="269922" cy="269922"/>
            <a:chOff x="2387600" y="2311381"/>
            <a:chExt cx="1219603" cy="1219603"/>
          </a:xfrm>
        </p:grpSpPr>
        <p:sp>
          <p:nvSpPr>
            <p:cNvPr id="42" name="泪滴形 41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77800" dist="889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3" name="椭圆 42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2700000" scaled="1"/>
            </a:gra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4175944" y="2201578"/>
            <a:ext cx="2285774" cy="75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 smtClean="0">
                <a:solidFill>
                  <a:srgbClr val="EA5E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机会只留给</a:t>
            </a:r>
          </a:p>
          <a:p>
            <a:r>
              <a:rPr lang="en-US" altLang="zh-CN" sz="2100" b="1" dirty="0">
                <a:solidFill>
                  <a:srgbClr val="EA5E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100" b="1" dirty="0" smtClean="0">
                <a:solidFill>
                  <a:srgbClr val="EA5E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100" b="1" dirty="0" smtClean="0">
                <a:solidFill>
                  <a:srgbClr val="EA5E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有准备的人。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5033000" y="1315119"/>
            <a:ext cx="269922" cy="269922"/>
            <a:chOff x="2387600" y="2311381"/>
            <a:chExt cx="1219603" cy="1219603"/>
          </a:xfrm>
        </p:grpSpPr>
        <p:sp>
          <p:nvSpPr>
            <p:cNvPr id="46" name="泪滴形 45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77800" dist="889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椭圆 46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2700000" scaled="1"/>
            </a:gra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309774" y="1283715"/>
            <a:ext cx="2285774" cy="75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 smtClean="0">
                <a:solidFill>
                  <a:srgbClr val="0099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时机不待人</a:t>
            </a:r>
          </a:p>
          <a:p>
            <a:r>
              <a:rPr lang="en-US" altLang="zh-CN" sz="2100" b="1" dirty="0">
                <a:solidFill>
                  <a:srgbClr val="0099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100" b="1" dirty="0" smtClean="0">
                <a:solidFill>
                  <a:srgbClr val="0099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100" b="1" dirty="0" smtClean="0">
                <a:solidFill>
                  <a:srgbClr val="0099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机遇不等人。</a:t>
            </a:r>
          </a:p>
        </p:txBody>
      </p:sp>
      <p:sp>
        <p:nvSpPr>
          <p:cNvPr id="49" name="文本框 9"/>
          <p:cNvSpPr txBox="1"/>
          <p:nvPr/>
        </p:nvSpPr>
        <p:spPr>
          <a:xfrm>
            <a:off x="1440467" y="2859387"/>
            <a:ext cx="6188911" cy="81153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sz="4950" b="1" dirty="0" smtClean="0">
                <a:solidFill>
                  <a:schemeClr val="bg1">
                    <a:lumMod val="75000"/>
                  </a:schemeClr>
                </a:solidFill>
                <a:latin typeface="Impact MT Std" pitchFamily="34" charset="0"/>
              </a:rPr>
              <a:t>CHERISH THE TIME</a:t>
            </a:r>
            <a:endParaRPr lang="en-US" altLang="zh-CN" sz="4950" b="1" dirty="0" smtClean="0">
              <a:solidFill>
                <a:schemeClr val="bg1">
                  <a:lumMod val="75000"/>
                </a:schemeClr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635" y="635"/>
            <a:ext cx="9145270" cy="175895"/>
            <a:chOff x="0" y="-1"/>
            <a:chExt cx="9985800" cy="287760"/>
          </a:xfrm>
        </p:grpSpPr>
        <p:sp>
          <p:nvSpPr>
            <p:cNvPr id="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1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635" y="4964430"/>
            <a:ext cx="9145270" cy="175895"/>
            <a:chOff x="0" y="-1"/>
            <a:chExt cx="9985800" cy="287760"/>
          </a:xfrm>
        </p:grpSpPr>
        <p:sp>
          <p:nvSpPr>
            <p:cNvPr id="50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2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3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3760804" y="3406493"/>
            <a:ext cx="1918970" cy="3352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>
                <a:uFillTx/>
              </a:defRPr>
            </a:pPr>
            <a:r>
              <a:rPr lang="zh-CN" altLang="en-US" sz="1585" b="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sym typeface="Bebas Neue"/>
              </a:rPr>
              <a:t>上海财经大学  玉玉</a:t>
            </a:r>
          </a:p>
        </p:txBody>
      </p:sp>
      <p:sp>
        <p:nvSpPr>
          <p:cNvPr id="40" name="矩形 39"/>
          <p:cNvSpPr/>
          <p:nvPr/>
        </p:nvSpPr>
        <p:spPr>
          <a:xfrm>
            <a:off x="3403573" y="2231999"/>
            <a:ext cx="2600960" cy="867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>
                <a:uFillTx/>
              </a:defRPr>
            </a:pPr>
            <a:r>
              <a:rPr lang="zh-CN" altLang="en-US" sz="4760" b="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sym typeface="Bebas Neue"/>
              </a:rPr>
              <a:t>谢谢观看</a:t>
            </a:r>
          </a:p>
        </p:txBody>
      </p:sp>
      <p:sp>
        <p:nvSpPr>
          <p:cNvPr id="41" name="矩形 40"/>
          <p:cNvSpPr/>
          <p:nvPr/>
        </p:nvSpPr>
        <p:spPr>
          <a:xfrm>
            <a:off x="3874950" y="2871029"/>
            <a:ext cx="1607185" cy="58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>
                <a:uFillTx/>
              </a:defRPr>
            </a:pPr>
            <a:r>
              <a:rPr lang="en-US" altLang="zh-CN" sz="3175" b="1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RESUME</a:t>
            </a:r>
            <a:endParaRPr lang="en-US" altLang="zh-CN" sz="3175" b="1" dirty="0" smtClean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sym typeface="Bebas Neue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4610" y="843"/>
            <a:ext cx="4952999" cy="175668"/>
            <a:chOff x="0" y="-1"/>
            <a:chExt cx="9985800" cy="287760"/>
          </a:xfrm>
        </p:grpSpPr>
        <p:sp>
          <p:nvSpPr>
            <p:cNvPr id="4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EA5E66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243436" y="4987397"/>
            <a:ext cx="4952999" cy="175668"/>
            <a:chOff x="0" y="-1"/>
            <a:chExt cx="9985800" cy="287760"/>
          </a:xfrm>
        </p:grpSpPr>
        <p:sp>
          <p:nvSpPr>
            <p:cNvPr id="48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99A9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49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EA6103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0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FFAB3F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  <p:sp>
          <p:nvSpPr>
            <p:cNvPr id="51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F7636B"/>
            </a:solidFill>
            <a:ln w="12700">
              <a:miter lim="400000"/>
            </a:ln>
          </p:spPr>
          <p:txBody>
            <a:bodyPr lIns="30236" tIns="30236" rIns="30236" bIns="30236" anchor="ctr"/>
            <a:lstStyle/>
            <a:p>
              <a:pPr lvl="0" algn="ctr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1825">
                <a:latin typeface="+mn-ea"/>
              </a:endParaRPr>
            </a:p>
          </p:txBody>
        </p:sp>
      </p:grpSp>
      <p:sp>
        <p:nvSpPr>
          <p:cNvPr id="52" name="Oval 10"/>
          <p:cNvSpPr>
            <a:spLocks noChangeArrowheads="1"/>
          </p:cNvSpPr>
          <p:nvPr/>
        </p:nvSpPr>
        <p:spPr bwMode="auto">
          <a:xfrm>
            <a:off x="4000539" y="981013"/>
            <a:ext cx="1383533" cy="1349383"/>
          </a:xfrm>
          <a:prstGeom prst="ellipse">
            <a:avLst/>
          </a:prstGeom>
          <a:noFill/>
          <a:ln w="28575">
            <a:solidFill>
              <a:schemeClr val="bg1"/>
            </a:solidFill>
            <a:prstDash val="dashDot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 sz="1825">
              <a:solidFill>
                <a:srgbClr val="00B0F0"/>
              </a:solidFill>
            </a:endParaRPr>
          </a:p>
        </p:txBody>
      </p:sp>
      <p:sp>
        <p:nvSpPr>
          <p:cNvPr id="53" name="Oval 11" descr="12549117_141957901001_2"/>
          <p:cNvSpPr>
            <a:spLocks noChangeArrowheads="1"/>
          </p:cNvSpPr>
          <p:nvPr/>
        </p:nvSpPr>
        <p:spPr bwMode="auto">
          <a:xfrm>
            <a:off x="4048377" y="1012005"/>
            <a:ext cx="1311988" cy="1287398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anchor="ctr"/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 sz="182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自定义 63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64606D"/>
      </a:accent1>
      <a:accent2>
        <a:srgbClr val="B99179"/>
      </a:accent2>
      <a:accent3>
        <a:srgbClr val="9994A6"/>
      </a:accent3>
      <a:accent4>
        <a:srgbClr val="B595B5"/>
      </a:accent4>
      <a:accent5>
        <a:srgbClr val="79B6D1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3">
      <a:majorFont>
        <a:latin typeface="Castellar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A000120141119A25KPBG</Template>
  <TotalTime>93</TotalTime>
  <Words>1059</Words>
  <Application>Microsoft Office PowerPoint</Application>
  <PresentationFormat>全屏显示(16:9)</PresentationFormat>
  <Paragraphs>104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8" baseType="lpstr">
      <vt:lpstr>Arial Unicode MS</vt:lpstr>
      <vt:lpstr>Bebas Neue</vt:lpstr>
      <vt:lpstr>DIN-BoldItalic</vt:lpstr>
      <vt:lpstr>Impact MT Std</vt:lpstr>
      <vt:lpstr>冬青黑体简体中文 W3</vt:lpstr>
      <vt:lpstr>方正兰亭超细黑简体</vt:lpstr>
      <vt:lpstr>方正兰亭黑简体</vt:lpstr>
      <vt:lpstr>方正兰亭细黑_GBK</vt:lpstr>
      <vt:lpstr>方正兰亭细黑_GBK_M</vt:lpstr>
      <vt:lpstr>方正兰亭中粗黑_GBK</vt:lpstr>
      <vt:lpstr>方正兰亭准黑_GBK</vt:lpstr>
      <vt:lpstr>汉仪菱心体简</vt:lpstr>
      <vt:lpstr>黑体</vt:lpstr>
      <vt:lpstr>胡晓波美心常规体  QQ:371136753</vt:lpstr>
      <vt:lpstr>宋体</vt:lpstr>
      <vt:lpstr>微软雅黑</vt:lpstr>
      <vt:lpstr>幼圆</vt:lpstr>
      <vt:lpstr>Arial</vt:lpstr>
      <vt:lpstr>Calibri</vt:lpstr>
      <vt:lpstr>Impact</vt:lpstr>
      <vt:lpstr>Segoe UI</vt:lpstr>
      <vt:lpstr>Webdings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求职简历</dc:title>
  <dc:creator>第一PPT</dc:creator>
  <cp:keywords>www.1ppt.com</cp:keywords>
  <cp:lastModifiedBy>Administrator</cp:lastModifiedBy>
  <cp:revision>95</cp:revision>
  <dcterms:created xsi:type="dcterms:W3CDTF">2016-01-23T03:26:00Z</dcterms:created>
  <dcterms:modified xsi:type="dcterms:W3CDTF">2022-09-11T05:27:21Z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2052-11.3.0.8586</vt:lpwstr>
  </property>
</Properties>
</file>