
<file path=[Content_Types].xml><?xml version="1.0" encoding="utf-8"?>
<Types xmlns="http://schemas.openxmlformats.org/package/2006/content-types"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6" r:id="rId1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-2928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BBB5435-E1A2-476A-BC48-19E386ECB2CE}" type="doc">
      <dgm:prSet loTypeId="urn:microsoft.com/office/officeart/2005/8/layout/list1" loCatId="list" qsTypeId="urn:microsoft.com/office/officeart/2005/8/quickstyle/3d3" qsCatId="3D" csTypeId="urn:microsoft.com/office/officeart/2005/8/colors/colorful5" csCatId="colorful" phldr="1"/>
      <dgm:spPr/>
      <dgm:t>
        <a:bodyPr/>
        <a:lstStyle/>
        <a:p>
          <a:endParaRPr lang="zh-CN" altLang="en-US"/>
        </a:p>
      </dgm:t>
    </dgm:pt>
    <dgm:pt modelId="{3CAD802F-2EB8-4743-9953-865976873CE7}">
      <dgm:prSet phldrT="[文本]" custT="1"/>
      <dgm:spPr/>
      <dgm:t>
        <a:bodyPr/>
        <a:lstStyle/>
        <a:p>
          <a:pPr algn="ctr"/>
          <a:r>
            <a:rPr lang="zh-CN" altLang="en-US" sz="3200" b="1" dirty="0">
              <a:solidFill>
                <a:srgbClr val="002060"/>
              </a:solidFill>
            </a:rPr>
            <a:t>主线</a:t>
          </a:r>
          <a:r>
            <a:rPr lang="en-US" altLang="zh-CN" sz="3200" b="1" dirty="0">
              <a:solidFill>
                <a:srgbClr val="002060"/>
              </a:solidFill>
            </a:rPr>
            <a:t>&amp;</a:t>
          </a:r>
          <a:r>
            <a:rPr lang="zh-CN" altLang="en-US" sz="3200" b="1" dirty="0">
              <a:solidFill>
                <a:srgbClr val="002060"/>
              </a:solidFill>
            </a:rPr>
            <a:t>指标</a:t>
          </a:r>
        </a:p>
      </dgm:t>
    </dgm:pt>
    <dgm:pt modelId="{21665206-85F5-4B38-8062-388E5C212696}" type="parTrans" cxnId="{724E0428-A51C-40CA-892F-B7E75D4FCAA0}">
      <dgm:prSet/>
      <dgm:spPr/>
      <dgm:t>
        <a:bodyPr/>
        <a:lstStyle/>
        <a:p>
          <a:pPr algn="ctr"/>
          <a:endParaRPr lang="zh-CN" altLang="en-US" sz="3200" b="1">
            <a:solidFill>
              <a:srgbClr val="002060"/>
            </a:solidFill>
          </a:endParaRPr>
        </a:p>
      </dgm:t>
    </dgm:pt>
    <dgm:pt modelId="{DA6EC7F2-0AA7-4AF8-95EF-E1A880BC3B20}" type="sibTrans" cxnId="{724E0428-A51C-40CA-892F-B7E75D4FCAA0}">
      <dgm:prSet/>
      <dgm:spPr/>
      <dgm:t>
        <a:bodyPr/>
        <a:lstStyle/>
        <a:p>
          <a:pPr algn="ctr"/>
          <a:endParaRPr lang="zh-CN" altLang="en-US" sz="3200" b="1">
            <a:solidFill>
              <a:srgbClr val="002060"/>
            </a:solidFill>
          </a:endParaRPr>
        </a:p>
      </dgm:t>
    </dgm:pt>
    <dgm:pt modelId="{C2FADBEC-9026-4B03-8957-2D47B5B45C42}">
      <dgm:prSet phldrT="[文本]" custT="1"/>
      <dgm:spPr/>
      <dgm:t>
        <a:bodyPr/>
        <a:lstStyle/>
        <a:p>
          <a:pPr algn="ctr"/>
          <a:r>
            <a:rPr lang="zh-CN" altLang="en-US" sz="3200" b="1" dirty="0">
              <a:solidFill>
                <a:srgbClr val="002060"/>
              </a:solidFill>
            </a:rPr>
            <a:t>整体分析</a:t>
          </a:r>
        </a:p>
      </dgm:t>
    </dgm:pt>
    <dgm:pt modelId="{DE568414-D9A7-483A-BF3B-E05E8EA67747}" type="parTrans" cxnId="{8425380D-2B5A-4380-8469-83F8F687AA1E}">
      <dgm:prSet/>
      <dgm:spPr/>
      <dgm:t>
        <a:bodyPr/>
        <a:lstStyle/>
        <a:p>
          <a:pPr algn="ctr"/>
          <a:endParaRPr lang="zh-CN" altLang="en-US" sz="3200" b="1">
            <a:solidFill>
              <a:srgbClr val="002060"/>
            </a:solidFill>
          </a:endParaRPr>
        </a:p>
      </dgm:t>
    </dgm:pt>
    <dgm:pt modelId="{B0079FBF-3442-46B0-8E13-E3700C3B57DB}" type="sibTrans" cxnId="{8425380D-2B5A-4380-8469-83F8F687AA1E}">
      <dgm:prSet/>
      <dgm:spPr/>
      <dgm:t>
        <a:bodyPr/>
        <a:lstStyle/>
        <a:p>
          <a:pPr algn="ctr"/>
          <a:endParaRPr lang="zh-CN" altLang="en-US" sz="3200" b="1">
            <a:solidFill>
              <a:srgbClr val="002060"/>
            </a:solidFill>
          </a:endParaRPr>
        </a:p>
      </dgm:t>
    </dgm:pt>
    <dgm:pt modelId="{10D0C062-3185-40F0-A128-FAFFD93E19D9}">
      <dgm:prSet phldrT="[文本]" custT="1"/>
      <dgm:spPr/>
      <dgm:t>
        <a:bodyPr/>
        <a:lstStyle/>
        <a:p>
          <a:pPr algn="ctr"/>
          <a:r>
            <a:rPr lang="zh-CN" altLang="en-US" sz="3200" b="1" dirty="0">
              <a:solidFill>
                <a:srgbClr val="002060"/>
              </a:solidFill>
            </a:rPr>
            <a:t>分析方法</a:t>
          </a:r>
        </a:p>
      </dgm:t>
    </dgm:pt>
    <dgm:pt modelId="{0D4F3ED9-A65B-4A26-8C84-D518D5083203}" type="parTrans" cxnId="{59E14CFA-1970-4ADC-9050-D453897C64B2}">
      <dgm:prSet/>
      <dgm:spPr/>
      <dgm:t>
        <a:bodyPr/>
        <a:lstStyle/>
        <a:p>
          <a:pPr algn="ctr"/>
          <a:endParaRPr lang="zh-CN" altLang="en-US" sz="3200" b="1">
            <a:solidFill>
              <a:srgbClr val="002060"/>
            </a:solidFill>
          </a:endParaRPr>
        </a:p>
      </dgm:t>
    </dgm:pt>
    <dgm:pt modelId="{09817539-CFDF-4E06-8818-B56AEA3AE429}" type="sibTrans" cxnId="{59E14CFA-1970-4ADC-9050-D453897C64B2}">
      <dgm:prSet/>
      <dgm:spPr/>
      <dgm:t>
        <a:bodyPr/>
        <a:lstStyle/>
        <a:p>
          <a:pPr algn="ctr"/>
          <a:endParaRPr lang="zh-CN" altLang="en-US" sz="3200" b="1">
            <a:solidFill>
              <a:srgbClr val="002060"/>
            </a:solidFill>
          </a:endParaRPr>
        </a:p>
      </dgm:t>
    </dgm:pt>
    <dgm:pt modelId="{61118BF4-1CCB-40AF-A416-46D86FDDF6FC}">
      <dgm:prSet custT="1"/>
      <dgm:spPr/>
      <dgm:t>
        <a:bodyPr/>
        <a:lstStyle/>
        <a:p>
          <a:pPr algn="ctr"/>
          <a:r>
            <a:rPr lang="zh-CN" altLang="en-US" sz="3200" b="1" dirty="0">
              <a:solidFill>
                <a:srgbClr val="002060"/>
              </a:solidFill>
            </a:rPr>
            <a:t>分析思路</a:t>
          </a:r>
        </a:p>
      </dgm:t>
    </dgm:pt>
    <dgm:pt modelId="{8152A13E-5E9F-4AE7-8A01-A642D2221D76}" type="parTrans" cxnId="{FBC715AF-71E5-4C20-ADBB-8587A5A5A4B7}">
      <dgm:prSet/>
      <dgm:spPr/>
      <dgm:t>
        <a:bodyPr/>
        <a:lstStyle/>
        <a:p>
          <a:pPr algn="ctr"/>
          <a:endParaRPr lang="zh-CN" altLang="en-US" sz="3200" b="1">
            <a:solidFill>
              <a:srgbClr val="002060"/>
            </a:solidFill>
          </a:endParaRPr>
        </a:p>
      </dgm:t>
    </dgm:pt>
    <dgm:pt modelId="{256B3BB7-D064-448F-964C-3932423BCD06}" type="sibTrans" cxnId="{FBC715AF-71E5-4C20-ADBB-8587A5A5A4B7}">
      <dgm:prSet/>
      <dgm:spPr/>
      <dgm:t>
        <a:bodyPr/>
        <a:lstStyle/>
        <a:p>
          <a:pPr algn="ctr"/>
          <a:endParaRPr lang="zh-CN" altLang="en-US" sz="3200" b="1">
            <a:solidFill>
              <a:srgbClr val="002060"/>
            </a:solidFill>
          </a:endParaRPr>
        </a:p>
      </dgm:t>
    </dgm:pt>
    <dgm:pt modelId="{9F4EB177-C037-4B64-8E26-438E32356BD9}" type="pres">
      <dgm:prSet presAssocID="{CBBB5435-E1A2-476A-BC48-19E386ECB2CE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9466B760-0237-4C1E-95B0-BEEC28749ED7}" type="pres">
      <dgm:prSet presAssocID="{3CAD802F-2EB8-4743-9953-865976873CE7}" presName="parentLin" presStyleCnt="0"/>
      <dgm:spPr/>
    </dgm:pt>
    <dgm:pt modelId="{6097B169-1FE6-472F-95D2-0F5E2289E2D6}" type="pres">
      <dgm:prSet presAssocID="{3CAD802F-2EB8-4743-9953-865976873CE7}" presName="parentLeftMargin" presStyleLbl="node1" presStyleIdx="0" presStyleCnt="4"/>
      <dgm:spPr/>
      <dgm:t>
        <a:bodyPr/>
        <a:lstStyle/>
        <a:p>
          <a:endParaRPr lang="zh-CN" altLang="en-US"/>
        </a:p>
      </dgm:t>
    </dgm:pt>
    <dgm:pt modelId="{6F217BFE-E899-40EC-899B-4014939E1507}" type="pres">
      <dgm:prSet presAssocID="{3CAD802F-2EB8-4743-9953-865976873CE7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E77CEF4-3F4D-4821-B857-AA12D23E365F}" type="pres">
      <dgm:prSet presAssocID="{3CAD802F-2EB8-4743-9953-865976873CE7}" presName="negativeSpace" presStyleCnt="0"/>
      <dgm:spPr/>
    </dgm:pt>
    <dgm:pt modelId="{B4688743-0C8E-464B-91D5-EAE2179DF61F}" type="pres">
      <dgm:prSet presAssocID="{3CAD802F-2EB8-4743-9953-865976873CE7}" presName="childText" presStyleLbl="conFgAcc1" presStyleIdx="0" presStyleCnt="4">
        <dgm:presLayoutVars>
          <dgm:bulletEnabled val="1"/>
        </dgm:presLayoutVars>
      </dgm:prSet>
      <dgm:spPr/>
    </dgm:pt>
    <dgm:pt modelId="{80373846-A0CC-41EF-9FE9-0FBBE4E3DE07}" type="pres">
      <dgm:prSet presAssocID="{DA6EC7F2-0AA7-4AF8-95EF-E1A880BC3B20}" presName="spaceBetweenRectangles" presStyleCnt="0"/>
      <dgm:spPr/>
    </dgm:pt>
    <dgm:pt modelId="{A9ED882B-2D9A-499B-BDAE-5A94CCEF2816}" type="pres">
      <dgm:prSet presAssocID="{61118BF4-1CCB-40AF-A416-46D86FDDF6FC}" presName="parentLin" presStyleCnt="0"/>
      <dgm:spPr/>
    </dgm:pt>
    <dgm:pt modelId="{6B723F57-4210-406A-A1F4-ACBD03E3893C}" type="pres">
      <dgm:prSet presAssocID="{61118BF4-1CCB-40AF-A416-46D86FDDF6FC}" presName="parentLeftMargin" presStyleLbl="node1" presStyleIdx="0" presStyleCnt="4"/>
      <dgm:spPr/>
      <dgm:t>
        <a:bodyPr/>
        <a:lstStyle/>
        <a:p>
          <a:endParaRPr lang="zh-CN" altLang="en-US"/>
        </a:p>
      </dgm:t>
    </dgm:pt>
    <dgm:pt modelId="{D5D5604F-52D7-44B0-97B7-66F51FD6151C}" type="pres">
      <dgm:prSet presAssocID="{61118BF4-1CCB-40AF-A416-46D86FDDF6FC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74ABADB-984A-4ABB-9F35-D91FFFC3DA0B}" type="pres">
      <dgm:prSet presAssocID="{61118BF4-1CCB-40AF-A416-46D86FDDF6FC}" presName="negativeSpace" presStyleCnt="0"/>
      <dgm:spPr/>
    </dgm:pt>
    <dgm:pt modelId="{ACA3A4BC-63DE-401C-BEC6-AC2C1688BFD8}" type="pres">
      <dgm:prSet presAssocID="{61118BF4-1CCB-40AF-A416-46D86FDDF6FC}" presName="childText" presStyleLbl="conFgAcc1" presStyleIdx="1" presStyleCnt="4">
        <dgm:presLayoutVars>
          <dgm:bulletEnabled val="1"/>
        </dgm:presLayoutVars>
      </dgm:prSet>
      <dgm:spPr/>
    </dgm:pt>
    <dgm:pt modelId="{01CAB1B9-BBB4-441B-835B-C878DBC1220E}" type="pres">
      <dgm:prSet presAssocID="{256B3BB7-D064-448F-964C-3932423BCD06}" presName="spaceBetweenRectangles" presStyleCnt="0"/>
      <dgm:spPr/>
    </dgm:pt>
    <dgm:pt modelId="{E2C16D41-A99C-4A82-A85A-E7595DF6D797}" type="pres">
      <dgm:prSet presAssocID="{C2FADBEC-9026-4B03-8957-2D47B5B45C42}" presName="parentLin" presStyleCnt="0"/>
      <dgm:spPr/>
    </dgm:pt>
    <dgm:pt modelId="{6F4BD2A1-3A45-4FF7-91C8-4D47A4D6026A}" type="pres">
      <dgm:prSet presAssocID="{C2FADBEC-9026-4B03-8957-2D47B5B45C42}" presName="parentLeftMargin" presStyleLbl="node1" presStyleIdx="1" presStyleCnt="4"/>
      <dgm:spPr/>
      <dgm:t>
        <a:bodyPr/>
        <a:lstStyle/>
        <a:p>
          <a:endParaRPr lang="zh-CN" altLang="en-US"/>
        </a:p>
      </dgm:t>
    </dgm:pt>
    <dgm:pt modelId="{B1167339-B84D-4E14-92B3-911AAD3AD151}" type="pres">
      <dgm:prSet presAssocID="{C2FADBEC-9026-4B03-8957-2D47B5B45C42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B3F92FB-596A-4167-A9AF-95F1130215F4}" type="pres">
      <dgm:prSet presAssocID="{C2FADBEC-9026-4B03-8957-2D47B5B45C42}" presName="negativeSpace" presStyleCnt="0"/>
      <dgm:spPr/>
    </dgm:pt>
    <dgm:pt modelId="{9FA8E2B7-91B8-49C2-BD1C-306872CF1980}" type="pres">
      <dgm:prSet presAssocID="{C2FADBEC-9026-4B03-8957-2D47B5B45C42}" presName="childText" presStyleLbl="conFgAcc1" presStyleIdx="2" presStyleCnt="4">
        <dgm:presLayoutVars>
          <dgm:bulletEnabled val="1"/>
        </dgm:presLayoutVars>
      </dgm:prSet>
      <dgm:spPr/>
    </dgm:pt>
    <dgm:pt modelId="{627553D6-3066-41F3-A0A0-7219B2C7C884}" type="pres">
      <dgm:prSet presAssocID="{B0079FBF-3442-46B0-8E13-E3700C3B57DB}" presName="spaceBetweenRectangles" presStyleCnt="0"/>
      <dgm:spPr/>
    </dgm:pt>
    <dgm:pt modelId="{0238D29B-FA80-4462-8D39-6A7DB9058D6D}" type="pres">
      <dgm:prSet presAssocID="{10D0C062-3185-40F0-A128-FAFFD93E19D9}" presName="parentLin" presStyleCnt="0"/>
      <dgm:spPr/>
    </dgm:pt>
    <dgm:pt modelId="{387CFC2B-BBCC-42C8-B0AE-BEA47DE21AB9}" type="pres">
      <dgm:prSet presAssocID="{10D0C062-3185-40F0-A128-FAFFD93E19D9}" presName="parentLeftMargin" presStyleLbl="node1" presStyleIdx="2" presStyleCnt="4"/>
      <dgm:spPr/>
      <dgm:t>
        <a:bodyPr/>
        <a:lstStyle/>
        <a:p>
          <a:endParaRPr lang="zh-CN" altLang="en-US"/>
        </a:p>
      </dgm:t>
    </dgm:pt>
    <dgm:pt modelId="{D5C0BCCD-D0CE-49BE-86B6-2E0A90833550}" type="pres">
      <dgm:prSet presAssocID="{10D0C062-3185-40F0-A128-FAFFD93E19D9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BFC5D92-BD15-4130-B238-9B0A553AA7C4}" type="pres">
      <dgm:prSet presAssocID="{10D0C062-3185-40F0-A128-FAFFD93E19D9}" presName="negativeSpace" presStyleCnt="0"/>
      <dgm:spPr/>
    </dgm:pt>
    <dgm:pt modelId="{326175A9-1F67-4ADB-9013-73EE77251461}" type="pres">
      <dgm:prSet presAssocID="{10D0C062-3185-40F0-A128-FAFFD93E19D9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497AFD0B-32A2-40A1-836D-B482885D203F}" type="presOf" srcId="{C2FADBEC-9026-4B03-8957-2D47B5B45C42}" destId="{6F4BD2A1-3A45-4FF7-91C8-4D47A4D6026A}" srcOrd="0" destOrd="0" presId="urn:microsoft.com/office/officeart/2005/8/layout/list1"/>
    <dgm:cxn modelId="{740A0560-051A-4B4E-A2E7-AB6AEFF1B0FE}" type="presOf" srcId="{3CAD802F-2EB8-4743-9953-865976873CE7}" destId="{6F217BFE-E899-40EC-899B-4014939E1507}" srcOrd="1" destOrd="0" presId="urn:microsoft.com/office/officeart/2005/8/layout/list1"/>
    <dgm:cxn modelId="{1D261739-DC15-4E19-B683-450C86F4E138}" type="presOf" srcId="{CBBB5435-E1A2-476A-BC48-19E386ECB2CE}" destId="{9F4EB177-C037-4B64-8E26-438E32356BD9}" srcOrd="0" destOrd="0" presId="urn:microsoft.com/office/officeart/2005/8/layout/list1"/>
    <dgm:cxn modelId="{9BBF064D-2DAE-4ADD-8299-1A049BBA36B0}" type="presOf" srcId="{10D0C062-3185-40F0-A128-FAFFD93E19D9}" destId="{387CFC2B-BBCC-42C8-B0AE-BEA47DE21AB9}" srcOrd="0" destOrd="0" presId="urn:microsoft.com/office/officeart/2005/8/layout/list1"/>
    <dgm:cxn modelId="{54670C5B-209C-4FCD-BAC0-D197D357AFF0}" type="presOf" srcId="{3CAD802F-2EB8-4743-9953-865976873CE7}" destId="{6097B169-1FE6-472F-95D2-0F5E2289E2D6}" srcOrd="0" destOrd="0" presId="urn:microsoft.com/office/officeart/2005/8/layout/list1"/>
    <dgm:cxn modelId="{8425380D-2B5A-4380-8469-83F8F687AA1E}" srcId="{CBBB5435-E1A2-476A-BC48-19E386ECB2CE}" destId="{C2FADBEC-9026-4B03-8957-2D47B5B45C42}" srcOrd="2" destOrd="0" parTransId="{DE568414-D9A7-483A-BF3B-E05E8EA67747}" sibTransId="{B0079FBF-3442-46B0-8E13-E3700C3B57DB}"/>
    <dgm:cxn modelId="{59E14CFA-1970-4ADC-9050-D453897C64B2}" srcId="{CBBB5435-E1A2-476A-BC48-19E386ECB2CE}" destId="{10D0C062-3185-40F0-A128-FAFFD93E19D9}" srcOrd="3" destOrd="0" parTransId="{0D4F3ED9-A65B-4A26-8C84-D518D5083203}" sibTransId="{09817539-CFDF-4E06-8818-B56AEA3AE429}"/>
    <dgm:cxn modelId="{6EA5E89E-E8AD-401A-A489-C720CF85CC31}" type="presOf" srcId="{61118BF4-1CCB-40AF-A416-46D86FDDF6FC}" destId="{D5D5604F-52D7-44B0-97B7-66F51FD6151C}" srcOrd="1" destOrd="0" presId="urn:microsoft.com/office/officeart/2005/8/layout/list1"/>
    <dgm:cxn modelId="{724E0428-A51C-40CA-892F-B7E75D4FCAA0}" srcId="{CBBB5435-E1A2-476A-BC48-19E386ECB2CE}" destId="{3CAD802F-2EB8-4743-9953-865976873CE7}" srcOrd="0" destOrd="0" parTransId="{21665206-85F5-4B38-8062-388E5C212696}" sibTransId="{DA6EC7F2-0AA7-4AF8-95EF-E1A880BC3B20}"/>
    <dgm:cxn modelId="{D0CFC513-FFB5-4D27-94A2-552668CE3CFF}" type="presOf" srcId="{61118BF4-1CCB-40AF-A416-46D86FDDF6FC}" destId="{6B723F57-4210-406A-A1F4-ACBD03E3893C}" srcOrd="0" destOrd="0" presId="urn:microsoft.com/office/officeart/2005/8/layout/list1"/>
    <dgm:cxn modelId="{6046091B-2292-435C-8773-30073E473A3D}" type="presOf" srcId="{C2FADBEC-9026-4B03-8957-2D47B5B45C42}" destId="{B1167339-B84D-4E14-92B3-911AAD3AD151}" srcOrd="1" destOrd="0" presId="urn:microsoft.com/office/officeart/2005/8/layout/list1"/>
    <dgm:cxn modelId="{FBC715AF-71E5-4C20-ADBB-8587A5A5A4B7}" srcId="{CBBB5435-E1A2-476A-BC48-19E386ECB2CE}" destId="{61118BF4-1CCB-40AF-A416-46D86FDDF6FC}" srcOrd="1" destOrd="0" parTransId="{8152A13E-5E9F-4AE7-8A01-A642D2221D76}" sibTransId="{256B3BB7-D064-448F-964C-3932423BCD06}"/>
    <dgm:cxn modelId="{78057FA0-65CE-4C01-89F2-D3B2254E4B65}" type="presOf" srcId="{10D0C062-3185-40F0-A128-FAFFD93E19D9}" destId="{D5C0BCCD-D0CE-49BE-86B6-2E0A90833550}" srcOrd="1" destOrd="0" presId="urn:microsoft.com/office/officeart/2005/8/layout/list1"/>
    <dgm:cxn modelId="{D32541BC-EDA5-4AEE-9D4F-934F04D06D82}" type="presParOf" srcId="{9F4EB177-C037-4B64-8E26-438E32356BD9}" destId="{9466B760-0237-4C1E-95B0-BEEC28749ED7}" srcOrd="0" destOrd="0" presId="urn:microsoft.com/office/officeart/2005/8/layout/list1"/>
    <dgm:cxn modelId="{BE71609E-2956-453F-9ECF-F02CF58E8B44}" type="presParOf" srcId="{9466B760-0237-4C1E-95B0-BEEC28749ED7}" destId="{6097B169-1FE6-472F-95D2-0F5E2289E2D6}" srcOrd="0" destOrd="0" presId="urn:microsoft.com/office/officeart/2005/8/layout/list1"/>
    <dgm:cxn modelId="{C1F154A9-D228-4333-A573-9D42F5B91E91}" type="presParOf" srcId="{9466B760-0237-4C1E-95B0-BEEC28749ED7}" destId="{6F217BFE-E899-40EC-899B-4014939E1507}" srcOrd="1" destOrd="0" presId="urn:microsoft.com/office/officeart/2005/8/layout/list1"/>
    <dgm:cxn modelId="{62D9989B-23E7-48A8-AB03-B2CCFDC84B05}" type="presParOf" srcId="{9F4EB177-C037-4B64-8E26-438E32356BD9}" destId="{CE77CEF4-3F4D-4821-B857-AA12D23E365F}" srcOrd="1" destOrd="0" presId="urn:microsoft.com/office/officeart/2005/8/layout/list1"/>
    <dgm:cxn modelId="{8186479F-8B05-4867-AEC5-1EF592AC75A7}" type="presParOf" srcId="{9F4EB177-C037-4B64-8E26-438E32356BD9}" destId="{B4688743-0C8E-464B-91D5-EAE2179DF61F}" srcOrd="2" destOrd="0" presId="urn:microsoft.com/office/officeart/2005/8/layout/list1"/>
    <dgm:cxn modelId="{7ADFFD49-CCEA-42D8-88E0-8ED19D4C2346}" type="presParOf" srcId="{9F4EB177-C037-4B64-8E26-438E32356BD9}" destId="{80373846-A0CC-41EF-9FE9-0FBBE4E3DE07}" srcOrd="3" destOrd="0" presId="urn:microsoft.com/office/officeart/2005/8/layout/list1"/>
    <dgm:cxn modelId="{FE439CC6-1E0A-43B8-A1A6-05D32EABB9A2}" type="presParOf" srcId="{9F4EB177-C037-4B64-8E26-438E32356BD9}" destId="{A9ED882B-2D9A-499B-BDAE-5A94CCEF2816}" srcOrd="4" destOrd="0" presId="urn:microsoft.com/office/officeart/2005/8/layout/list1"/>
    <dgm:cxn modelId="{6DF856AE-F963-4DEA-8192-2F4752CEF636}" type="presParOf" srcId="{A9ED882B-2D9A-499B-BDAE-5A94CCEF2816}" destId="{6B723F57-4210-406A-A1F4-ACBD03E3893C}" srcOrd="0" destOrd="0" presId="urn:microsoft.com/office/officeart/2005/8/layout/list1"/>
    <dgm:cxn modelId="{77207D72-094B-483B-A988-FECD9270ED7D}" type="presParOf" srcId="{A9ED882B-2D9A-499B-BDAE-5A94CCEF2816}" destId="{D5D5604F-52D7-44B0-97B7-66F51FD6151C}" srcOrd="1" destOrd="0" presId="urn:microsoft.com/office/officeart/2005/8/layout/list1"/>
    <dgm:cxn modelId="{C7A8BCB8-F08D-4503-88FC-D4DE68FFCE0B}" type="presParOf" srcId="{9F4EB177-C037-4B64-8E26-438E32356BD9}" destId="{D74ABADB-984A-4ABB-9F35-D91FFFC3DA0B}" srcOrd="5" destOrd="0" presId="urn:microsoft.com/office/officeart/2005/8/layout/list1"/>
    <dgm:cxn modelId="{A4A15C59-EFAD-4BBD-9022-2BABEB777913}" type="presParOf" srcId="{9F4EB177-C037-4B64-8E26-438E32356BD9}" destId="{ACA3A4BC-63DE-401C-BEC6-AC2C1688BFD8}" srcOrd="6" destOrd="0" presId="urn:microsoft.com/office/officeart/2005/8/layout/list1"/>
    <dgm:cxn modelId="{FBC09429-A13B-4348-9CC4-53E0DC5D97B9}" type="presParOf" srcId="{9F4EB177-C037-4B64-8E26-438E32356BD9}" destId="{01CAB1B9-BBB4-441B-835B-C878DBC1220E}" srcOrd="7" destOrd="0" presId="urn:microsoft.com/office/officeart/2005/8/layout/list1"/>
    <dgm:cxn modelId="{A3ED52DE-4F96-4CE0-B71E-BB50F4886583}" type="presParOf" srcId="{9F4EB177-C037-4B64-8E26-438E32356BD9}" destId="{E2C16D41-A99C-4A82-A85A-E7595DF6D797}" srcOrd="8" destOrd="0" presId="urn:microsoft.com/office/officeart/2005/8/layout/list1"/>
    <dgm:cxn modelId="{52957182-EE51-49DB-9C26-B32E09122CD8}" type="presParOf" srcId="{E2C16D41-A99C-4A82-A85A-E7595DF6D797}" destId="{6F4BD2A1-3A45-4FF7-91C8-4D47A4D6026A}" srcOrd="0" destOrd="0" presId="urn:microsoft.com/office/officeart/2005/8/layout/list1"/>
    <dgm:cxn modelId="{4FFABD41-859C-4B36-A916-F58EF6CEBB98}" type="presParOf" srcId="{E2C16D41-A99C-4A82-A85A-E7595DF6D797}" destId="{B1167339-B84D-4E14-92B3-911AAD3AD151}" srcOrd="1" destOrd="0" presId="urn:microsoft.com/office/officeart/2005/8/layout/list1"/>
    <dgm:cxn modelId="{051EEB73-EA3A-4DAA-9BFF-16590593E27B}" type="presParOf" srcId="{9F4EB177-C037-4B64-8E26-438E32356BD9}" destId="{7B3F92FB-596A-4167-A9AF-95F1130215F4}" srcOrd="9" destOrd="0" presId="urn:microsoft.com/office/officeart/2005/8/layout/list1"/>
    <dgm:cxn modelId="{A4FDFB5C-1D50-4A05-8C25-6A745AEB19F8}" type="presParOf" srcId="{9F4EB177-C037-4B64-8E26-438E32356BD9}" destId="{9FA8E2B7-91B8-49C2-BD1C-306872CF1980}" srcOrd="10" destOrd="0" presId="urn:microsoft.com/office/officeart/2005/8/layout/list1"/>
    <dgm:cxn modelId="{E0B2E4E4-2960-449B-9C17-B8359EAB038C}" type="presParOf" srcId="{9F4EB177-C037-4B64-8E26-438E32356BD9}" destId="{627553D6-3066-41F3-A0A0-7219B2C7C884}" srcOrd="11" destOrd="0" presId="urn:microsoft.com/office/officeart/2005/8/layout/list1"/>
    <dgm:cxn modelId="{9BF75648-66A6-4F70-8960-523926BBA1CA}" type="presParOf" srcId="{9F4EB177-C037-4B64-8E26-438E32356BD9}" destId="{0238D29B-FA80-4462-8D39-6A7DB9058D6D}" srcOrd="12" destOrd="0" presId="urn:microsoft.com/office/officeart/2005/8/layout/list1"/>
    <dgm:cxn modelId="{42A8FE02-504D-4734-8A26-E19D0A424F57}" type="presParOf" srcId="{0238D29B-FA80-4462-8D39-6A7DB9058D6D}" destId="{387CFC2B-BBCC-42C8-B0AE-BEA47DE21AB9}" srcOrd="0" destOrd="0" presId="urn:microsoft.com/office/officeart/2005/8/layout/list1"/>
    <dgm:cxn modelId="{F073D41E-0E05-4DBD-BD3C-7623597E9B57}" type="presParOf" srcId="{0238D29B-FA80-4462-8D39-6A7DB9058D6D}" destId="{D5C0BCCD-D0CE-49BE-86B6-2E0A90833550}" srcOrd="1" destOrd="0" presId="urn:microsoft.com/office/officeart/2005/8/layout/list1"/>
    <dgm:cxn modelId="{FB97900E-5FB1-4CEA-9C37-25A160410C31}" type="presParOf" srcId="{9F4EB177-C037-4B64-8E26-438E32356BD9}" destId="{7BFC5D92-BD15-4130-B238-9B0A553AA7C4}" srcOrd="13" destOrd="0" presId="urn:microsoft.com/office/officeart/2005/8/layout/list1"/>
    <dgm:cxn modelId="{249DC301-887D-4285-99C0-38B9CD480843}" type="presParOf" srcId="{9F4EB177-C037-4B64-8E26-438E32356BD9}" destId="{326175A9-1F67-4ADB-9013-73EE77251461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321015E-E9C1-431A-B5B2-096123D98A62}" type="doc">
      <dgm:prSet loTypeId="urn:microsoft.com/office/officeart/2005/8/layout/radial5" loCatId="cycle" qsTypeId="urn:microsoft.com/office/officeart/2005/8/quickstyle/3d3" qsCatId="3D" csTypeId="urn:microsoft.com/office/officeart/2005/8/colors/colorful4" csCatId="colorful" phldr="1"/>
      <dgm:spPr/>
      <dgm:t>
        <a:bodyPr/>
        <a:lstStyle/>
        <a:p>
          <a:endParaRPr lang="zh-CN" altLang="en-US"/>
        </a:p>
      </dgm:t>
    </dgm:pt>
    <dgm:pt modelId="{D5E46042-BA0A-44C6-B893-4EBF50C5621C}">
      <dgm:prSet phldrT="[文本]"/>
      <dgm:spPr/>
      <dgm:t>
        <a:bodyPr/>
        <a:lstStyle/>
        <a:p>
          <a:r>
            <a:rPr lang="zh-CN" altLang="en-US" b="1" dirty="0">
              <a:solidFill>
                <a:srgbClr val="002060"/>
              </a:solidFill>
            </a:rPr>
            <a:t>研究主线</a:t>
          </a:r>
        </a:p>
      </dgm:t>
    </dgm:pt>
    <dgm:pt modelId="{CC84AB0C-4FCF-4B83-BA63-3C8CABE0166A}" type="parTrans" cxnId="{584C5CC1-3CAB-4534-87E4-EBE1A55857CA}">
      <dgm:prSet/>
      <dgm:spPr/>
      <dgm:t>
        <a:bodyPr/>
        <a:lstStyle/>
        <a:p>
          <a:endParaRPr lang="zh-CN" altLang="en-US" b="1">
            <a:solidFill>
              <a:srgbClr val="002060"/>
            </a:solidFill>
          </a:endParaRPr>
        </a:p>
      </dgm:t>
    </dgm:pt>
    <dgm:pt modelId="{0D59241A-7C44-4A8E-842E-0073982A7B9F}" type="sibTrans" cxnId="{584C5CC1-3CAB-4534-87E4-EBE1A55857CA}">
      <dgm:prSet/>
      <dgm:spPr/>
      <dgm:t>
        <a:bodyPr/>
        <a:lstStyle/>
        <a:p>
          <a:endParaRPr lang="zh-CN" altLang="en-US" b="1">
            <a:solidFill>
              <a:srgbClr val="002060"/>
            </a:solidFill>
          </a:endParaRPr>
        </a:p>
      </dgm:t>
    </dgm:pt>
    <dgm:pt modelId="{7F58DFE4-A57F-4542-A683-CBCF6E0132E7}">
      <dgm:prSet phldrT="[文本]"/>
      <dgm:spPr/>
      <dgm:t>
        <a:bodyPr/>
        <a:lstStyle/>
        <a:p>
          <a:r>
            <a:rPr lang="zh-CN" altLang="en-US" b="1" dirty="0">
              <a:solidFill>
                <a:srgbClr val="002060"/>
              </a:solidFill>
            </a:rPr>
            <a:t>产品</a:t>
          </a:r>
        </a:p>
      </dgm:t>
    </dgm:pt>
    <dgm:pt modelId="{36D25CAC-1FDC-48B5-9D7F-2B08ECAA6DEA}" type="parTrans" cxnId="{CED05682-6067-48A6-9E56-B6226E18DF85}">
      <dgm:prSet/>
      <dgm:spPr/>
      <dgm:t>
        <a:bodyPr/>
        <a:lstStyle/>
        <a:p>
          <a:endParaRPr lang="zh-CN" altLang="en-US" b="1">
            <a:solidFill>
              <a:srgbClr val="002060"/>
            </a:solidFill>
          </a:endParaRPr>
        </a:p>
      </dgm:t>
    </dgm:pt>
    <dgm:pt modelId="{AFC6DADF-44FB-4DB3-AAAC-ABA0DECC4276}" type="sibTrans" cxnId="{CED05682-6067-48A6-9E56-B6226E18DF85}">
      <dgm:prSet/>
      <dgm:spPr/>
      <dgm:t>
        <a:bodyPr/>
        <a:lstStyle/>
        <a:p>
          <a:endParaRPr lang="zh-CN" altLang="en-US" b="1">
            <a:solidFill>
              <a:srgbClr val="002060"/>
            </a:solidFill>
          </a:endParaRPr>
        </a:p>
      </dgm:t>
    </dgm:pt>
    <dgm:pt modelId="{F0CB75F3-5948-4712-937C-2439D4F7E501}">
      <dgm:prSet phldrT="[文本]"/>
      <dgm:spPr/>
      <dgm:t>
        <a:bodyPr/>
        <a:lstStyle/>
        <a:p>
          <a:r>
            <a:rPr lang="zh-CN" altLang="en-US" b="1" dirty="0">
              <a:solidFill>
                <a:srgbClr val="002060"/>
              </a:solidFill>
            </a:rPr>
            <a:t>客户</a:t>
          </a:r>
        </a:p>
      </dgm:t>
    </dgm:pt>
    <dgm:pt modelId="{A66F1127-C642-4338-A179-1309AA890751}" type="parTrans" cxnId="{8F437261-5479-486B-B280-9C9851368ACF}">
      <dgm:prSet/>
      <dgm:spPr/>
      <dgm:t>
        <a:bodyPr/>
        <a:lstStyle/>
        <a:p>
          <a:endParaRPr lang="zh-CN" altLang="en-US" b="1">
            <a:solidFill>
              <a:srgbClr val="002060"/>
            </a:solidFill>
          </a:endParaRPr>
        </a:p>
      </dgm:t>
    </dgm:pt>
    <dgm:pt modelId="{9E366C00-2E8B-4BB2-9785-8D903BCA8C4C}" type="sibTrans" cxnId="{8F437261-5479-486B-B280-9C9851368ACF}">
      <dgm:prSet/>
      <dgm:spPr/>
      <dgm:t>
        <a:bodyPr/>
        <a:lstStyle/>
        <a:p>
          <a:endParaRPr lang="zh-CN" altLang="en-US" b="1">
            <a:solidFill>
              <a:srgbClr val="002060"/>
            </a:solidFill>
          </a:endParaRPr>
        </a:p>
      </dgm:t>
    </dgm:pt>
    <dgm:pt modelId="{81FE46C2-ACB4-4CBB-982C-136922011796}">
      <dgm:prSet phldrT="[文本]"/>
      <dgm:spPr/>
      <dgm:t>
        <a:bodyPr/>
        <a:lstStyle/>
        <a:p>
          <a:r>
            <a:rPr lang="zh-CN" altLang="en-US" b="1" dirty="0">
              <a:solidFill>
                <a:srgbClr val="002060"/>
              </a:solidFill>
            </a:rPr>
            <a:t>区域</a:t>
          </a:r>
        </a:p>
      </dgm:t>
    </dgm:pt>
    <dgm:pt modelId="{76C07A31-819E-4B5E-9837-4455574BB4C4}" type="parTrans" cxnId="{10AAEEBC-46B0-44E6-850F-B9A0B2BA6CD8}">
      <dgm:prSet/>
      <dgm:spPr/>
      <dgm:t>
        <a:bodyPr/>
        <a:lstStyle/>
        <a:p>
          <a:endParaRPr lang="zh-CN" altLang="en-US" b="1">
            <a:solidFill>
              <a:srgbClr val="002060"/>
            </a:solidFill>
          </a:endParaRPr>
        </a:p>
      </dgm:t>
    </dgm:pt>
    <dgm:pt modelId="{D36BBCAB-2001-4CD9-B32D-531117E5C674}" type="sibTrans" cxnId="{10AAEEBC-46B0-44E6-850F-B9A0B2BA6CD8}">
      <dgm:prSet/>
      <dgm:spPr/>
      <dgm:t>
        <a:bodyPr/>
        <a:lstStyle/>
        <a:p>
          <a:endParaRPr lang="zh-CN" altLang="en-US" b="1">
            <a:solidFill>
              <a:srgbClr val="002060"/>
            </a:solidFill>
          </a:endParaRPr>
        </a:p>
      </dgm:t>
    </dgm:pt>
    <dgm:pt modelId="{29F26D2F-E76B-41A2-BB26-E520CD04ADB8}" type="pres">
      <dgm:prSet presAssocID="{8321015E-E9C1-431A-B5B2-096123D98A62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92C337AA-9EBB-4F4D-A350-90D888F71B86}" type="pres">
      <dgm:prSet presAssocID="{D5E46042-BA0A-44C6-B893-4EBF50C5621C}" presName="centerShape" presStyleLbl="node0" presStyleIdx="0" presStyleCnt="1" custLinFactNeighborY="3955"/>
      <dgm:spPr/>
      <dgm:t>
        <a:bodyPr/>
        <a:lstStyle/>
        <a:p>
          <a:endParaRPr lang="zh-CN" altLang="en-US"/>
        </a:p>
      </dgm:t>
    </dgm:pt>
    <dgm:pt modelId="{1719A901-0BB3-4D7E-91B4-AF1122B3B939}" type="pres">
      <dgm:prSet presAssocID="{36D25CAC-1FDC-48B5-9D7F-2B08ECAA6DEA}" presName="parTrans" presStyleLbl="sibTrans2D1" presStyleIdx="0" presStyleCnt="3" custLinFactNeighborY="33866"/>
      <dgm:spPr/>
      <dgm:t>
        <a:bodyPr/>
        <a:lstStyle/>
        <a:p>
          <a:endParaRPr lang="zh-CN" altLang="en-US"/>
        </a:p>
      </dgm:t>
    </dgm:pt>
    <dgm:pt modelId="{27FA8716-965C-4207-B452-1477D1D326D4}" type="pres">
      <dgm:prSet presAssocID="{36D25CAC-1FDC-48B5-9D7F-2B08ECAA6DEA}" presName="connectorText" presStyleLbl="sibTrans2D1" presStyleIdx="0" presStyleCnt="3"/>
      <dgm:spPr/>
      <dgm:t>
        <a:bodyPr/>
        <a:lstStyle/>
        <a:p>
          <a:endParaRPr lang="zh-CN" altLang="en-US"/>
        </a:p>
      </dgm:t>
    </dgm:pt>
    <dgm:pt modelId="{4002A01D-DBC6-4242-886B-AF69E47C0826}" type="pres">
      <dgm:prSet presAssocID="{7F58DFE4-A57F-4542-A683-CBCF6E0132E7}" presName="node" presStyleLbl="node1" presStyleIdx="0" presStyleCnt="3" custRadScaleRad="104471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D4CA25F-6912-40FB-8346-DC33ACA9A743}" type="pres">
      <dgm:prSet presAssocID="{A66F1127-C642-4338-A179-1309AA890751}" presName="parTrans" presStyleLbl="sibTrans2D1" presStyleIdx="1" presStyleCnt="3" custLinFactNeighborX="-15336" custLinFactNeighborY="-23001" custRadScaleRad="198444" custRadScaleInc="-2147483648"/>
      <dgm:spPr/>
      <dgm:t>
        <a:bodyPr/>
        <a:lstStyle/>
        <a:p>
          <a:endParaRPr lang="zh-CN" altLang="en-US"/>
        </a:p>
      </dgm:t>
    </dgm:pt>
    <dgm:pt modelId="{C5D1E5CA-E182-414F-9990-5E0EDB025887}" type="pres">
      <dgm:prSet presAssocID="{A66F1127-C642-4338-A179-1309AA890751}" presName="connectorText" presStyleLbl="sibTrans2D1" presStyleIdx="1" presStyleCnt="3"/>
      <dgm:spPr/>
      <dgm:t>
        <a:bodyPr/>
        <a:lstStyle/>
        <a:p>
          <a:endParaRPr lang="zh-CN" altLang="en-US"/>
        </a:p>
      </dgm:t>
    </dgm:pt>
    <dgm:pt modelId="{E7B1A643-7F7D-49BC-BD6F-F21D6EA8B9F7}" type="pres">
      <dgm:prSet presAssocID="{F0CB75F3-5948-4712-937C-2439D4F7E501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9DCE888-60D4-46E7-BB73-B6E1E871E4E7}" type="pres">
      <dgm:prSet presAssocID="{76C07A31-819E-4B5E-9837-4455574BB4C4}" presName="parTrans" presStyleLbl="sibTrans2D1" presStyleIdx="2" presStyleCnt="3" custLinFactNeighborX="22675" custLinFactNeighborY="-10340" custRadScaleRad="120853"/>
      <dgm:spPr/>
      <dgm:t>
        <a:bodyPr/>
        <a:lstStyle/>
        <a:p>
          <a:endParaRPr lang="zh-CN" altLang="en-US"/>
        </a:p>
      </dgm:t>
    </dgm:pt>
    <dgm:pt modelId="{FDF83D10-04FA-4ECC-8150-92DC340C969B}" type="pres">
      <dgm:prSet presAssocID="{76C07A31-819E-4B5E-9837-4455574BB4C4}" presName="connectorText" presStyleLbl="sibTrans2D1" presStyleIdx="2" presStyleCnt="3"/>
      <dgm:spPr/>
      <dgm:t>
        <a:bodyPr/>
        <a:lstStyle/>
        <a:p>
          <a:endParaRPr lang="zh-CN" altLang="en-US"/>
        </a:p>
      </dgm:t>
    </dgm:pt>
    <dgm:pt modelId="{2868952B-47E7-4FA4-A637-DB8ACF215AFF}" type="pres">
      <dgm:prSet presAssocID="{81FE46C2-ACB4-4CBB-982C-136922011796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9E6D0F54-2956-4E84-BDDC-0DF1C5F436BA}" type="presOf" srcId="{36D25CAC-1FDC-48B5-9D7F-2B08ECAA6DEA}" destId="{27FA8716-965C-4207-B452-1477D1D326D4}" srcOrd="1" destOrd="0" presId="urn:microsoft.com/office/officeart/2005/8/layout/radial5"/>
    <dgm:cxn modelId="{CED05682-6067-48A6-9E56-B6226E18DF85}" srcId="{D5E46042-BA0A-44C6-B893-4EBF50C5621C}" destId="{7F58DFE4-A57F-4542-A683-CBCF6E0132E7}" srcOrd="0" destOrd="0" parTransId="{36D25CAC-1FDC-48B5-9D7F-2B08ECAA6DEA}" sibTransId="{AFC6DADF-44FB-4DB3-AAAC-ABA0DECC4276}"/>
    <dgm:cxn modelId="{10AAEEBC-46B0-44E6-850F-B9A0B2BA6CD8}" srcId="{D5E46042-BA0A-44C6-B893-4EBF50C5621C}" destId="{81FE46C2-ACB4-4CBB-982C-136922011796}" srcOrd="2" destOrd="0" parTransId="{76C07A31-819E-4B5E-9837-4455574BB4C4}" sibTransId="{D36BBCAB-2001-4CD9-B32D-531117E5C674}"/>
    <dgm:cxn modelId="{46EA8756-18BE-454E-9B0E-276BAEBB49C9}" type="presOf" srcId="{D5E46042-BA0A-44C6-B893-4EBF50C5621C}" destId="{92C337AA-9EBB-4F4D-A350-90D888F71B86}" srcOrd="0" destOrd="0" presId="urn:microsoft.com/office/officeart/2005/8/layout/radial5"/>
    <dgm:cxn modelId="{36BFBCC2-DBFD-4363-A895-7060CF70496D}" type="presOf" srcId="{76C07A31-819E-4B5E-9837-4455574BB4C4}" destId="{FDF83D10-04FA-4ECC-8150-92DC340C969B}" srcOrd="1" destOrd="0" presId="urn:microsoft.com/office/officeart/2005/8/layout/radial5"/>
    <dgm:cxn modelId="{BC96CDDA-6AF7-48F7-AB82-85ACFF87E109}" type="presOf" srcId="{A66F1127-C642-4338-A179-1309AA890751}" destId="{C5D1E5CA-E182-414F-9990-5E0EDB025887}" srcOrd="1" destOrd="0" presId="urn:microsoft.com/office/officeart/2005/8/layout/radial5"/>
    <dgm:cxn modelId="{7DEE8D08-5722-462D-B5C0-18BCB50BFF48}" type="presOf" srcId="{7F58DFE4-A57F-4542-A683-CBCF6E0132E7}" destId="{4002A01D-DBC6-4242-886B-AF69E47C0826}" srcOrd="0" destOrd="0" presId="urn:microsoft.com/office/officeart/2005/8/layout/radial5"/>
    <dgm:cxn modelId="{0495DAC5-7443-4E18-B634-AE6FC1B8D5BD}" type="presOf" srcId="{81FE46C2-ACB4-4CBB-982C-136922011796}" destId="{2868952B-47E7-4FA4-A637-DB8ACF215AFF}" srcOrd="0" destOrd="0" presId="urn:microsoft.com/office/officeart/2005/8/layout/radial5"/>
    <dgm:cxn modelId="{8F437261-5479-486B-B280-9C9851368ACF}" srcId="{D5E46042-BA0A-44C6-B893-4EBF50C5621C}" destId="{F0CB75F3-5948-4712-937C-2439D4F7E501}" srcOrd="1" destOrd="0" parTransId="{A66F1127-C642-4338-A179-1309AA890751}" sibTransId="{9E366C00-2E8B-4BB2-9785-8D903BCA8C4C}"/>
    <dgm:cxn modelId="{9334AC87-BEC2-41F8-9ADE-20B6C16653DD}" type="presOf" srcId="{A66F1127-C642-4338-A179-1309AA890751}" destId="{4D4CA25F-6912-40FB-8346-DC33ACA9A743}" srcOrd="0" destOrd="0" presId="urn:microsoft.com/office/officeart/2005/8/layout/radial5"/>
    <dgm:cxn modelId="{198BBAD8-BE09-4A7E-9008-12533C650053}" type="presOf" srcId="{F0CB75F3-5948-4712-937C-2439D4F7E501}" destId="{E7B1A643-7F7D-49BC-BD6F-F21D6EA8B9F7}" srcOrd="0" destOrd="0" presId="urn:microsoft.com/office/officeart/2005/8/layout/radial5"/>
    <dgm:cxn modelId="{6C2D9CA6-6298-4B72-878B-A3EEBA8CEDC7}" type="presOf" srcId="{8321015E-E9C1-431A-B5B2-096123D98A62}" destId="{29F26D2F-E76B-41A2-BB26-E520CD04ADB8}" srcOrd="0" destOrd="0" presId="urn:microsoft.com/office/officeart/2005/8/layout/radial5"/>
    <dgm:cxn modelId="{F4BCD10E-2082-4DA2-A6AA-F350AED3E457}" type="presOf" srcId="{76C07A31-819E-4B5E-9837-4455574BB4C4}" destId="{E9DCE888-60D4-46E7-BB73-B6E1E871E4E7}" srcOrd="0" destOrd="0" presId="urn:microsoft.com/office/officeart/2005/8/layout/radial5"/>
    <dgm:cxn modelId="{348C0FB3-D9EE-482A-A401-C7054984C194}" type="presOf" srcId="{36D25CAC-1FDC-48B5-9D7F-2B08ECAA6DEA}" destId="{1719A901-0BB3-4D7E-91B4-AF1122B3B939}" srcOrd="0" destOrd="0" presId="urn:microsoft.com/office/officeart/2005/8/layout/radial5"/>
    <dgm:cxn modelId="{584C5CC1-3CAB-4534-87E4-EBE1A55857CA}" srcId="{8321015E-E9C1-431A-B5B2-096123D98A62}" destId="{D5E46042-BA0A-44C6-B893-4EBF50C5621C}" srcOrd="0" destOrd="0" parTransId="{CC84AB0C-4FCF-4B83-BA63-3C8CABE0166A}" sibTransId="{0D59241A-7C44-4A8E-842E-0073982A7B9F}"/>
    <dgm:cxn modelId="{BF48E73F-A503-48AE-9084-1E0AFC5902D0}" type="presParOf" srcId="{29F26D2F-E76B-41A2-BB26-E520CD04ADB8}" destId="{92C337AA-9EBB-4F4D-A350-90D888F71B86}" srcOrd="0" destOrd="0" presId="urn:microsoft.com/office/officeart/2005/8/layout/radial5"/>
    <dgm:cxn modelId="{CABE1192-7028-415B-9B20-6594B56051D4}" type="presParOf" srcId="{29F26D2F-E76B-41A2-BB26-E520CD04ADB8}" destId="{1719A901-0BB3-4D7E-91B4-AF1122B3B939}" srcOrd="1" destOrd="0" presId="urn:microsoft.com/office/officeart/2005/8/layout/radial5"/>
    <dgm:cxn modelId="{3F261525-028D-4870-91EA-9EFBE36E3A1F}" type="presParOf" srcId="{1719A901-0BB3-4D7E-91B4-AF1122B3B939}" destId="{27FA8716-965C-4207-B452-1477D1D326D4}" srcOrd="0" destOrd="0" presId="urn:microsoft.com/office/officeart/2005/8/layout/radial5"/>
    <dgm:cxn modelId="{8D0C14FB-26F0-419F-A698-12BCEAB733BF}" type="presParOf" srcId="{29F26D2F-E76B-41A2-BB26-E520CD04ADB8}" destId="{4002A01D-DBC6-4242-886B-AF69E47C0826}" srcOrd="2" destOrd="0" presId="urn:microsoft.com/office/officeart/2005/8/layout/radial5"/>
    <dgm:cxn modelId="{1A663BF8-1394-4851-9D68-2888205AC13C}" type="presParOf" srcId="{29F26D2F-E76B-41A2-BB26-E520CD04ADB8}" destId="{4D4CA25F-6912-40FB-8346-DC33ACA9A743}" srcOrd="3" destOrd="0" presId="urn:microsoft.com/office/officeart/2005/8/layout/radial5"/>
    <dgm:cxn modelId="{722B1AB6-B569-453A-94AE-D5F2E07551D1}" type="presParOf" srcId="{4D4CA25F-6912-40FB-8346-DC33ACA9A743}" destId="{C5D1E5CA-E182-414F-9990-5E0EDB025887}" srcOrd="0" destOrd="0" presId="urn:microsoft.com/office/officeart/2005/8/layout/radial5"/>
    <dgm:cxn modelId="{46684819-3FBD-4CE0-B01E-5950838EE952}" type="presParOf" srcId="{29F26D2F-E76B-41A2-BB26-E520CD04ADB8}" destId="{E7B1A643-7F7D-49BC-BD6F-F21D6EA8B9F7}" srcOrd="4" destOrd="0" presId="urn:microsoft.com/office/officeart/2005/8/layout/radial5"/>
    <dgm:cxn modelId="{0079DE46-A0D1-4462-8512-28DD989A3A12}" type="presParOf" srcId="{29F26D2F-E76B-41A2-BB26-E520CD04ADB8}" destId="{E9DCE888-60D4-46E7-BB73-B6E1E871E4E7}" srcOrd="5" destOrd="0" presId="urn:microsoft.com/office/officeart/2005/8/layout/radial5"/>
    <dgm:cxn modelId="{69C12F47-8C5C-4967-BFFE-FBCE703DC48C}" type="presParOf" srcId="{E9DCE888-60D4-46E7-BB73-B6E1E871E4E7}" destId="{FDF83D10-04FA-4ECC-8150-92DC340C969B}" srcOrd="0" destOrd="0" presId="urn:microsoft.com/office/officeart/2005/8/layout/radial5"/>
    <dgm:cxn modelId="{344BE3AA-137A-439D-99C6-9A1E0D27E22B}" type="presParOf" srcId="{29F26D2F-E76B-41A2-BB26-E520CD04ADB8}" destId="{2868952B-47E7-4FA4-A637-DB8ACF215AFF}" srcOrd="6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E97CD40-78E8-4ACD-80A7-F38E1C0EDCF3}" type="doc">
      <dgm:prSet loTypeId="urn:microsoft.com/office/officeart/2005/8/layout/orgChart1" loCatId="hierarchy" qsTypeId="urn:microsoft.com/office/officeart/2005/8/quickstyle/3d3" qsCatId="3D" csTypeId="urn:microsoft.com/office/officeart/2005/8/colors/colorful1#1" csCatId="colorful" phldr="1"/>
      <dgm:spPr/>
      <dgm:t>
        <a:bodyPr/>
        <a:lstStyle/>
        <a:p>
          <a:endParaRPr lang="zh-CN" altLang="en-US"/>
        </a:p>
      </dgm:t>
    </dgm:pt>
    <dgm:pt modelId="{3A97D835-660B-4070-A5EE-3129C623D2B2}">
      <dgm:prSet phldrT="[文本]" custT="1"/>
      <dgm:spPr/>
      <dgm:t>
        <a:bodyPr/>
        <a:lstStyle/>
        <a:p>
          <a:r>
            <a:rPr lang="zh-CN" altLang="en-US" sz="2400" b="1" dirty="0"/>
            <a:t>销售数据</a:t>
          </a:r>
        </a:p>
      </dgm:t>
    </dgm:pt>
    <dgm:pt modelId="{4E0087EE-2F42-422A-9310-61584867244A}" type="parTrans" cxnId="{3D61319E-6B64-4EF9-B60C-DEB0CDCD080D}">
      <dgm:prSet/>
      <dgm:spPr/>
      <dgm:t>
        <a:bodyPr/>
        <a:lstStyle/>
        <a:p>
          <a:endParaRPr lang="zh-CN" altLang="en-US" sz="2400" b="1"/>
        </a:p>
      </dgm:t>
    </dgm:pt>
    <dgm:pt modelId="{6C5E4ACE-7978-4FD6-939D-2C2396275BFB}" type="sibTrans" cxnId="{3D61319E-6B64-4EF9-B60C-DEB0CDCD080D}">
      <dgm:prSet/>
      <dgm:spPr/>
      <dgm:t>
        <a:bodyPr/>
        <a:lstStyle/>
        <a:p>
          <a:endParaRPr lang="zh-CN" altLang="en-US" sz="2400" b="1"/>
        </a:p>
      </dgm:t>
    </dgm:pt>
    <dgm:pt modelId="{A451F596-E6B3-48B4-95BB-78B03EA5DDA0}">
      <dgm:prSet phldrT="[文本]" custT="1"/>
      <dgm:spPr/>
      <dgm:t>
        <a:bodyPr/>
        <a:lstStyle/>
        <a:p>
          <a:r>
            <a:rPr lang="zh-CN" altLang="en-US" sz="2400" b="1" dirty="0"/>
            <a:t>当日整体业绩</a:t>
          </a:r>
        </a:p>
      </dgm:t>
    </dgm:pt>
    <dgm:pt modelId="{8F9D0435-6C9D-4011-87A0-9846E0875A4B}" type="parTrans" cxnId="{3D883881-B9CB-4000-8C8D-B5DC2C83BBAE}">
      <dgm:prSet/>
      <dgm:spPr/>
      <dgm:t>
        <a:bodyPr/>
        <a:lstStyle/>
        <a:p>
          <a:endParaRPr lang="zh-CN" altLang="en-US" sz="2400" b="1"/>
        </a:p>
      </dgm:t>
    </dgm:pt>
    <dgm:pt modelId="{7DACEFAD-F5CA-4249-9B39-5FAA6EADD17A}" type="sibTrans" cxnId="{3D883881-B9CB-4000-8C8D-B5DC2C83BBAE}">
      <dgm:prSet/>
      <dgm:spPr/>
      <dgm:t>
        <a:bodyPr/>
        <a:lstStyle/>
        <a:p>
          <a:endParaRPr lang="zh-CN" altLang="en-US" sz="2400" b="1"/>
        </a:p>
      </dgm:t>
    </dgm:pt>
    <dgm:pt modelId="{AF8AE927-9995-4B9E-8F77-E50A21A385B2}">
      <dgm:prSet phldrT="[文本]" custT="1"/>
      <dgm:spPr/>
      <dgm:t>
        <a:bodyPr/>
        <a:lstStyle/>
        <a:p>
          <a:r>
            <a:rPr lang="zh-CN" altLang="en-US" sz="2400" b="1" dirty="0"/>
            <a:t>累计业绩达成</a:t>
          </a:r>
        </a:p>
      </dgm:t>
    </dgm:pt>
    <dgm:pt modelId="{ADB57E24-5D1E-41ED-9BCD-A01ABE1B8E14}" type="parTrans" cxnId="{7B8D95E9-EAAC-499A-853E-CC63163FE3C8}">
      <dgm:prSet/>
      <dgm:spPr/>
      <dgm:t>
        <a:bodyPr/>
        <a:lstStyle/>
        <a:p>
          <a:endParaRPr lang="zh-CN" altLang="en-US" sz="2400" b="1"/>
        </a:p>
      </dgm:t>
    </dgm:pt>
    <dgm:pt modelId="{221F2E09-8F76-4965-80F4-60C7633613B5}" type="sibTrans" cxnId="{7B8D95E9-EAAC-499A-853E-CC63163FE3C8}">
      <dgm:prSet/>
      <dgm:spPr/>
      <dgm:t>
        <a:bodyPr/>
        <a:lstStyle/>
        <a:p>
          <a:endParaRPr lang="zh-CN" altLang="en-US" sz="2400" b="1"/>
        </a:p>
      </dgm:t>
    </dgm:pt>
    <dgm:pt modelId="{29E169AA-EB61-42A4-AE0B-F780A6840D8D}">
      <dgm:prSet phldrT="[文本]" custT="1"/>
      <dgm:spPr/>
      <dgm:t>
        <a:bodyPr/>
        <a:lstStyle/>
        <a:p>
          <a:r>
            <a:rPr lang="zh-CN" altLang="en-US" sz="2400" b="1" dirty="0"/>
            <a:t>发货情况</a:t>
          </a:r>
        </a:p>
      </dgm:t>
    </dgm:pt>
    <dgm:pt modelId="{C1D04466-5066-42ED-B249-622C1F8317B4}" type="parTrans" cxnId="{7E0EA210-016B-4F22-A8A2-0D3AEC949617}">
      <dgm:prSet/>
      <dgm:spPr/>
      <dgm:t>
        <a:bodyPr/>
        <a:lstStyle/>
        <a:p>
          <a:endParaRPr lang="zh-CN" altLang="en-US" sz="2400" b="1"/>
        </a:p>
      </dgm:t>
    </dgm:pt>
    <dgm:pt modelId="{18E8D2B3-CE87-42FD-ABED-EF2ED8158A4B}" type="sibTrans" cxnId="{7E0EA210-016B-4F22-A8A2-0D3AEC949617}">
      <dgm:prSet/>
      <dgm:spPr/>
      <dgm:t>
        <a:bodyPr/>
        <a:lstStyle/>
        <a:p>
          <a:endParaRPr lang="zh-CN" altLang="en-US" sz="2400" b="1"/>
        </a:p>
      </dgm:t>
    </dgm:pt>
    <dgm:pt modelId="{9235013E-70B8-4679-AC60-3F109217839B}">
      <dgm:prSet custT="1"/>
      <dgm:spPr/>
      <dgm:t>
        <a:bodyPr/>
        <a:lstStyle/>
        <a:p>
          <a:r>
            <a:rPr lang="zh-CN" altLang="en-US" sz="2400" b="1" dirty="0"/>
            <a:t>销售质量</a:t>
          </a:r>
        </a:p>
      </dgm:t>
    </dgm:pt>
    <dgm:pt modelId="{2E8F237B-7E17-455D-B740-E924FB3B26DD}" type="parTrans" cxnId="{060FE3A3-6FB2-452F-ABC0-527212B7B6F9}">
      <dgm:prSet/>
      <dgm:spPr/>
      <dgm:t>
        <a:bodyPr/>
        <a:lstStyle/>
        <a:p>
          <a:endParaRPr lang="zh-CN" altLang="en-US" sz="2400" b="1"/>
        </a:p>
      </dgm:t>
    </dgm:pt>
    <dgm:pt modelId="{23386524-E43F-4F56-AE66-F564D0B4E680}" type="sibTrans" cxnId="{060FE3A3-6FB2-452F-ABC0-527212B7B6F9}">
      <dgm:prSet/>
      <dgm:spPr/>
      <dgm:t>
        <a:bodyPr/>
        <a:lstStyle/>
        <a:p>
          <a:endParaRPr lang="zh-CN" altLang="en-US" sz="2400" b="1"/>
        </a:p>
      </dgm:t>
    </dgm:pt>
    <dgm:pt modelId="{A9EF50D4-B888-4B57-ABEF-76E6665EDF8E}" type="pres">
      <dgm:prSet presAssocID="{BE97CD40-78E8-4ACD-80A7-F38E1C0EDCF3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CN" altLang="en-US"/>
        </a:p>
      </dgm:t>
    </dgm:pt>
    <dgm:pt modelId="{0616D0CA-C1EC-41EF-95E8-E73196AF7034}" type="pres">
      <dgm:prSet presAssocID="{3A97D835-660B-4070-A5EE-3129C623D2B2}" presName="hierRoot1" presStyleCnt="0">
        <dgm:presLayoutVars>
          <dgm:hierBranch val="init"/>
        </dgm:presLayoutVars>
      </dgm:prSet>
      <dgm:spPr/>
    </dgm:pt>
    <dgm:pt modelId="{FE007D13-7BBF-4A1B-AC8B-F5BF53F70A67}" type="pres">
      <dgm:prSet presAssocID="{3A97D835-660B-4070-A5EE-3129C623D2B2}" presName="rootComposite1" presStyleCnt="0"/>
      <dgm:spPr/>
    </dgm:pt>
    <dgm:pt modelId="{B228DAAD-BFE8-4051-91B1-3FB36730E919}" type="pres">
      <dgm:prSet presAssocID="{3A97D835-660B-4070-A5EE-3129C623D2B2}" presName="rootText1" presStyleLbl="node0" presStyleIdx="0" presStyleCnt="1" custLinFactNeighborY="-43721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4F7746CB-7CF9-4CEB-A55C-49322130193F}" type="pres">
      <dgm:prSet presAssocID="{3A97D835-660B-4070-A5EE-3129C623D2B2}" presName="rootConnector1" presStyleLbl="node1" presStyleIdx="0" presStyleCnt="0"/>
      <dgm:spPr/>
      <dgm:t>
        <a:bodyPr/>
        <a:lstStyle/>
        <a:p>
          <a:endParaRPr lang="zh-CN" altLang="en-US"/>
        </a:p>
      </dgm:t>
    </dgm:pt>
    <dgm:pt modelId="{45A5D44E-69F0-4E62-9DBD-CB785B407DC7}" type="pres">
      <dgm:prSet presAssocID="{3A97D835-660B-4070-A5EE-3129C623D2B2}" presName="hierChild2" presStyleCnt="0"/>
      <dgm:spPr/>
    </dgm:pt>
    <dgm:pt modelId="{EF9CBAFE-52C2-44BC-B435-88490639CDD6}" type="pres">
      <dgm:prSet presAssocID="{8F9D0435-6C9D-4011-87A0-9846E0875A4B}" presName="Name37" presStyleLbl="parChTrans1D2" presStyleIdx="0" presStyleCnt="4"/>
      <dgm:spPr/>
      <dgm:t>
        <a:bodyPr/>
        <a:lstStyle/>
        <a:p>
          <a:endParaRPr lang="zh-CN" altLang="en-US"/>
        </a:p>
      </dgm:t>
    </dgm:pt>
    <dgm:pt modelId="{29B48242-949A-4A73-AFB8-F97659EF6C48}" type="pres">
      <dgm:prSet presAssocID="{A451F596-E6B3-48B4-95BB-78B03EA5DDA0}" presName="hierRoot2" presStyleCnt="0">
        <dgm:presLayoutVars>
          <dgm:hierBranch val="init"/>
        </dgm:presLayoutVars>
      </dgm:prSet>
      <dgm:spPr/>
    </dgm:pt>
    <dgm:pt modelId="{84BC2A77-39CF-4DF2-BCE1-B63DB7F99116}" type="pres">
      <dgm:prSet presAssocID="{A451F596-E6B3-48B4-95BB-78B03EA5DDA0}" presName="rootComposite" presStyleCnt="0"/>
      <dgm:spPr/>
    </dgm:pt>
    <dgm:pt modelId="{66384261-4F99-484D-8107-25CE128E5241}" type="pres">
      <dgm:prSet presAssocID="{A451F596-E6B3-48B4-95BB-78B03EA5DDA0}" presName="rootText" presStyleLbl="node2" presStyleIdx="0" presStyleCnt="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6C4A7EBC-5469-44C5-9FD1-18442B260252}" type="pres">
      <dgm:prSet presAssocID="{A451F596-E6B3-48B4-95BB-78B03EA5DDA0}" presName="rootConnector" presStyleLbl="node2" presStyleIdx="0" presStyleCnt="4"/>
      <dgm:spPr/>
      <dgm:t>
        <a:bodyPr/>
        <a:lstStyle/>
        <a:p>
          <a:endParaRPr lang="zh-CN" altLang="en-US"/>
        </a:p>
      </dgm:t>
    </dgm:pt>
    <dgm:pt modelId="{7615E8D3-EB28-4ECD-B442-7AD9F5C3C111}" type="pres">
      <dgm:prSet presAssocID="{A451F596-E6B3-48B4-95BB-78B03EA5DDA0}" presName="hierChild4" presStyleCnt="0"/>
      <dgm:spPr/>
    </dgm:pt>
    <dgm:pt modelId="{A5782FAD-795A-4DB2-A9A3-3DBE259D317E}" type="pres">
      <dgm:prSet presAssocID="{A451F596-E6B3-48B4-95BB-78B03EA5DDA0}" presName="hierChild5" presStyleCnt="0"/>
      <dgm:spPr/>
    </dgm:pt>
    <dgm:pt modelId="{9B458A3F-89F4-432E-8CE7-0BBCE3744E5C}" type="pres">
      <dgm:prSet presAssocID="{ADB57E24-5D1E-41ED-9BCD-A01ABE1B8E14}" presName="Name37" presStyleLbl="parChTrans1D2" presStyleIdx="1" presStyleCnt="4"/>
      <dgm:spPr/>
      <dgm:t>
        <a:bodyPr/>
        <a:lstStyle/>
        <a:p>
          <a:endParaRPr lang="zh-CN" altLang="en-US"/>
        </a:p>
      </dgm:t>
    </dgm:pt>
    <dgm:pt modelId="{02FF3AA7-B552-4DA2-9DF1-670A9436B10B}" type="pres">
      <dgm:prSet presAssocID="{AF8AE927-9995-4B9E-8F77-E50A21A385B2}" presName="hierRoot2" presStyleCnt="0">
        <dgm:presLayoutVars>
          <dgm:hierBranch val="init"/>
        </dgm:presLayoutVars>
      </dgm:prSet>
      <dgm:spPr/>
    </dgm:pt>
    <dgm:pt modelId="{E92AF88E-0217-40FF-AC98-7F73E1A9FC88}" type="pres">
      <dgm:prSet presAssocID="{AF8AE927-9995-4B9E-8F77-E50A21A385B2}" presName="rootComposite" presStyleCnt="0"/>
      <dgm:spPr/>
    </dgm:pt>
    <dgm:pt modelId="{906EAE59-072F-4514-8742-1715962E2D76}" type="pres">
      <dgm:prSet presAssocID="{AF8AE927-9995-4B9E-8F77-E50A21A385B2}" presName="rootText" presStyleLbl="node2" presStyleIdx="1" presStyleCnt="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99A9E61C-7CBD-45FF-BE0A-96FA9149EC4F}" type="pres">
      <dgm:prSet presAssocID="{AF8AE927-9995-4B9E-8F77-E50A21A385B2}" presName="rootConnector" presStyleLbl="node2" presStyleIdx="1" presStyleCnt="4"/>
      <dgm:spPr/>
      <dgm:t>
        <a:bodyPr/>
        <a:lstStyle/>
        <a:p>
          <a:endParaRPr lang="zh-CN" altLang="en-US"/>
        </a:p>
      </dgm:t>
    </dgm:pt>
    <dgm:pt modelId="{1985E068-5B46-4444-9AC7-46699E336B79}" type="pres">
      <dgm:prSet presAssocID="{AF8AE927-9995-4B9E-8F77-E50A21A385B2}" presName="hierChild4" presStyleCnt="0"/>
      <dgm:spPr/>
    </dgm:pt>
    <dgm:pt modelId="{16E60D70-A19C-4F8F-A033-6AFEAF237DD1}" type="pres">
      <dgm:prSet presAssocID="{AF8AE927-9995-4B9E-8F77-E50A21A385B2}" presName="hierChild5" presStyleCnt="0"/>
      <dgm:spPr/>
    </dgm:pt>
    <dgm:pt modelId="{9C7F8BD6-FCF9-445C-BE6D-04C359C47A52}" type="pres">
      <dgm:prSet presAssocID="{C1D04466-5066-42ED-B249-622C1F8317B4}" presName="Name37" presStyleLbl="parChTrans1D2" presStyleIdx="2" presStyleCnt="4"/>
      <dgm:spPr/>
      <dgm:t>
        <a:bodyPr/>
        <a:lstStyle/>
        <a:p>
          <a:endParaRPr lang="zh-CN" altLang="en-US"/>
        </a:p>
      </dgm:t>
    </dgm:pt>
    <dgm:pt modelId="{5D1247D9-D7F5-4F39-8877-8B770B94F12C}" type="pres">
      <dgm:prSet presAssocID="{29E169AA-EB61-42A4-AE0B-F780A6840D8D}" presName="hierRoot2" presStyleCnt="0">
        <dgm:presLayoutVars>
          <dgm:hierBranch val="init"/>
        </dgm:presLayoutVars>
      </dgm:prSet>
      <dgm:spPr/>
    </dgm:pt>
    <dgm:pt modelId="{E72C7B68-BA36-4834-9084-E751DE8B1CFD}" type="pres">
      <dgm:prSet presAssocID="{29E169AA-EB61-42A4-AE0B-F780A6840D8D}" presName="rootComposite" presStyleCnt="0"/>
      <dgm:spPr/>
    </dgm:pt>
    <dgm:pt modelId="{323935A6-7DCC-408C-BFA4-8CC8BEBE7935}" type="pres">
      <dgm:prSet presAssocID="{29E169AA-EB61-42A4-AE0B-F780A6840D8D}" presName="rootText" presStyleLbl="node2" presStyleIdx="2" presStyleCnt="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9F0906FC-8470-48C4-AC61-49D94B3850B9}" type="pres">
      <dgm:prSet presAssocID="{29E169AA-EB61-42A4-AE0B-F780A6840D8D}" presName="rootConnector" presStyleLbl="node2" presStyleIdx="2" presStyleCnt="4"/>
      <dgm:spPr/>
      <dgm:t>
        <a:bodyPr/>
        <a:lstStyle/>
        <a:p>
          <a:endParaRPr lang="zh-CN" altLang="en-US"/>
        </a:p>
      </dgm:t>
    </dgm:pt>
    <dgm:pt modelId="{C8C64186-815A-48FE-A0A6-421B8902D604}" type="pres">
      <dgm:prSet presAssocID="{29E169AA-EB61-42A4-AE0B-F780A6840D8D}" presName="hierChild4" presStyleCnt="0"/>
      <dgm:spPr/>
    </dgm:pt>
    <dgm:pt modelId="{B8474072-1F26-415C-980D-E7ADCADA6626}" type="pres">
      <dgm:prSet presAssocID="{29E169AA-EB61-42A4-AE0B-F780A6840D8D}" presName="hierChild5" presStyleCnt="0"/>
      <dgm:spPr/>
    </dgm:pt>
    <dgm:pt modelId="{08F131D1-0107-4072-850B-4340FF0B1223}" type="pres">
      <dgm:prSet presAssocID="{2E8F237B-7E17-455D-B740-E924FB3B26DD}" presName="Name37" presStyleLbl="parChTrans1D2" presStyleIdx="3" presStyleCnt="4"/>
      <dgm:spPr/>
      <dgm:t>
        <a:bodyPr/>
        <a:lstStyle/>
        <a:p>
          <a:endParaRPr lang="zh-CN" altLang="en-US"/>
        </a:p>
      </dgm:t>
    </dgm:pt>
    <dgm:pt modelId="{94B962B0-57AD-4CC0-8A11-DD26C1E1B949}" type="pres">
      <dgm:prSet presAssocID="{9235013E-70B8-4679-AC60-3F109217839B}" presName="hierRoot2" presStyleCnt="0">
        <dgm:presLayoutVars>
          <dgm:hierBranch val="init"/>
        </dgm:presLayoutVars>
      </dgm:prSet>
      <dgm:spPr/>
    </dgm:pt>
    <dgm:pt modelId="{45999204-DBD7-4867-93C7-E4BAB428B957}" type="pres">
      <dgm:prSet presAssocID="{9235013E-70B8-4679-AC60-3F109217839B}" presName="rootComposite" presStyleCnt="0"/>
      <dgm:spPr/>
    </dgm:pt>
    <dgm:pt modelId="{A598185F-EE79-4218-9129-9FDBDE042B98}" type="pres">
      <dgm:prSet presAssocID="{9235013E-70B8-4679-AC60-3F109217839B}" presName="rootText" presStyleLbl="node2" presStyleIdx="3" presStyleCnt="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ABE6B359-D553-4CE0-9099-D3F39C94BAC1}" type="pres">
      <dgm:prSet presAssocID="{9235013E-70B8-4679-AC60-3F109217839B}" presName="rootConnector" presStyleLbl="node2" presStyleIdx="3" presStyleCnt="4"/>
      <dgm:spPr/>
      <dgm:t>
        <a:bodyPr/>
        <a:lstStyle/>
        <a:p>
          <a:endParaRPr lang="zh-CN" altLang="en-US"/>
        </a:p>
      </dgm:t>
    </dgm:pt>
    <dgm:pt modelId="{41232C55-7F24-4AEB-AD83-222A6F5586BC}" type="pres">
      <dgm:prSet presAssocID="{9235013E-70B8-4679-AC60-3F109217839B}" presName="hierChild4" presStyleCnt="0"/>
      <dgm:spPr/>
    </dgm:pt>
    <dgm:pt modelId="{919D4CD8-1D16-4717-9791-6B116F1E5E12}" type="pres">
      <dgm:prSet presAssocID="{9235013E-70B8-4679-AC60-3F109217839B}" presName="hierChild5" presStyleCnt="0"/>
      <dgm:spPr/>
    </dgm:pt>
    <dgm:pt modelId="{DCB9F8B5-DAEB-4CCE-A261-82E45337080D}" type="pres">
      <dgm:prSet presAssocID="{3A97D835-660B-4070-A5EE-3129C623D2B2}" presName="hierChild3" presStyleCnt="0"/>
      <dgm:spPr/>
    </dgm:pt>
  </dgm:ptLst>
  <dgm:cxnLst>
    <dgm:cxn modelId="{D3A38D1A-77D8-43BA-A02C-1DE4E2CB7692}" type="presOf" srcId="{A451F596-E6B3-48B4-95BB-78B03EA5DDA0}" destId="{66384261-4F99-484D-8107-25CE128E5241}" srcOrd="0" destOrd="0" presId="urn:microsoft.com/office/officeart/2005/8/layout/orgChart1"/>
    <dgm:cxn modelId="{D99ECA86-21C3-480E-978C-B4F68AFF7046}" type="presOf" srcId="{29E169AA-EB61-42A4-AE0B-F780A6840D8D}" destId="{9F0906FC-8470-48C4-AC61-49D94B3850B9}" srcOrd="1" destOrd="0" presId="urn:microsoft.com/office/officeart/2005/8/layout/orgChart1"/>
    <dgm:cxn modelId="{3178D16E-E3DA-4AAA-9EB1-F985EED8F16B}" type="presOf" srcId="{9235013E-70B8-4679-AC60-3F109217839B}" destId="{ABE6B359-D553-4CE0-9099-D3F39C94BAC1}" srcOrd="1" destOrd="0" presId="urn:microsoft.com/office/officeart/2005/8/layout/orgChart1"/>
    <dgm:cxn modelId="{060FE3A3-6FB2-452F-ABC0-527212B7B6F9}" srcId="{3A97D835-660B-4070-A5EE-3129C623D2B2}" destId="{9235013E-70B8-4679-AC60-3F109217839B}" srcOrd="3" destOrd="0" parTransId="{2E8F237B-7E17-455D-B740-E924FB3B26DD}" sibTransId="{23386524-E43F-4F56-AE66-F564D0B4E680}"/>
    <dgm:cxn modelId="{3D883881-B9CB-4000-8C8D-B5DC2C83BBAE}" srcId="{3A97D835-660B-4070-A5EE-3129C623D2B2}" destId="{A451F596-E6B3-48B4-95BB-78B03EA5DDA0}" srcOrd="0" destOrd="0" parTransId="{8F9D0435-6C9D-4011-87A0-9846E0875A4B}" sibTransId="{7DACEFAD-F5CA-4249-9B39-5FAA6EADD17A}"/>
    <dgm:cxn modelId="{651B09A2-F0E8-480A-8257-69DF1804F08B}" type="presOf" srcId="{C1D04466-5066-42ED-B249-622C1F8317B4}" destId="{9C7F8BD6-FCF9-445C-BE6D-04C359C47A52}" srcOrd="0" destOrd="0" presId="urn:microsoft.com/office/officeart/2005/8/layout/orgChart1"/>
    <dgm:cxn modelId="{0E93BA95-295A-4676-BD30-935EA33AEBA1}" type="presOf" srcId="{AF8AE927-9995-4B9E-8F77-E50A21A385B2}" destId="{99A9E61C-7CBD-45FF-BE0A-96FA9149EC4F}" srcOrd="1" destOrd="0" presId="urn:microsoft.com/office/officeart/2005/8/layout/orgChart1"/>
    <dgm:cxn modelId="{C200801D-2C9B-48A9-9CEF-87944528BFB0}" type="presOf" srcId="{AF8AE927-9995-4B9E-8F77-E50A21A385B2}" destId="{906EAE59-072F-4514-8742-1715962E2D76}" srcOrd="0" destOrd="0" presId="urn:microsoft.com/office/officeart/2005/8/layout/orgChart1"/>
    <dgm:cxn modelId="{2076A370-63F5-47DC-AA3A-4CC47B043D5A}" type="presOf" srcId="{A451F596-E6B3-48B4-95BB-78B03EA5DDA0}" destId="{6C4A7EBC-5469-44C5-9FD1-18442B260252}" srcOrd="1" destOrd="0" presId="urn:microsoft.com/office/officeart/2005/8/layout/orgChart1"/>
    <dgm:cxn modelId="{09FFB772-465B-4DF6-B0D2-3252DCE7AC01}" type="presOf" srcId="{8F9D0435-6C9D-4011-87A0-9846E0875A4B}" destId="{EF9CBAFE-52C2-44BC-B435-88490639CDD6}" srcOrd="0" destOrd="0" presId="urn:microsoft.com/office/officeart/2005/8/layout/orgChart1"/>
    <dgm:cxn modelId="{E7C71EA5-1309-4935-B50D-51347FA47EA7}" type="presOf" srcId="{BE97CD40-78E8-4ACD-80A7-F38E1C0EDCF3}" destId="{A9EF50D4-B888-4B57-ABEF-76E6665EDF8E}" srcOrd="0" destOrd="0" presId="urn:microsoft.com/office/officeart/2005/8/layout/orgChart1"/>
    <dgm:cxn modelId="{7D9C27A6-0BFB-44E5-8ACB-C25C61297158}" type="presOf" srcId="{29E169AA-EB61-42A4-AE0B-F780A6840D8D}" destId="{323935A6-7DCC-408C-BFA4-8CC8BEBE7935}" srcOrd="0" destOrd="0" presId="urn:microsoft.com/office/officeart/2005/8/layout/orgChart1"/>
    <dgm:cxn modelId="{C389DF6D-AD27-47FF-8F2C-2C264CB07D87}" type="presOf" srcId="{9235013E-70B8-4679-AC60-3F109217839B}" destId="{A598185F-EE79-4218-9129-9FDBDE042B98}" srcOrd="0" destOrd="0" presId="urn:microsoft.com/office/officeart/2005/8/layout/orgChart1"/>
    <dgm:cxn modelId="{C0E2BDD0-1042-4291-9FCD-5CCE77E6FEAA}" type="presOf" srcId="{3A97D835-660B-4070-A5EE-3129C623D2B2}" destId="{B228DAAD-BFE8-4051-91B1-3FB36730E919}" srcOrd="0" destOrd="0" presId="urn:microsoft.com/office/officeart/2005/8/layout/orgChart1"/>
    <dgm:cxn modelId="{5585F70B-0D0E-43CA-BCAA-10AD018CD838}" type="presOf" srcId="{ADB57E24-5D1E-41ED-9BCD-A01ABE1B8E14}" destId="{9B458A3F-89F4-432E-8CE7-0BBCE3744E5C}" srcOrd="0" destOrd="0" presId="urn:microsoft.com/office/officeart/2005/8/layout/orgChart1"/>
    <dgm:cxn modelId="{3D61319E-6B64-4EF9-B60C-DEB0CDCD080D}" srcId="{BE97CD40-78E8-4ACD-80A7-F38E1C0EDCF3}" destId="{3A97D835-660B-4070-A5EE-3129C623D2B2}" srcOrd="0" destOrd="0" parTransId="{4E0087EE-2F42-422A-9310-61584867244A}" sibTransId="{6C5E4ACE-7978-4FD6-939D-2C2396275BFB}"/>
    <dgm:cxn modelId="{C1297F6C-649E-43DA-85DF-81F2C91F782A}" type="presOf" srcId="{3A97D835-660B-4070-A5EE-3129C623D2B2}" destId="{4F7746CB-7CF9-4CEB-A55C-49322130193F}" srcOrd="1" destOrd="0" presId="urn:microsoft.com/office/officeart/2005/8/layout/orgChart1"/>
    <dgm:cxn modelId="{7E0EA210-016B-4F22-A8A2-0D3AEC949617}" srcId="{3A97D835-660B-4070-A5EE-3129C623D2B2}" destId="{29E169AA-EB61-42A4-AE0B-F780A6840D8D}" srcOrd="2" destOrd="0" parTransId="{C1D04466-5066-42ED-B249-622C1F8317B4}" sibTransId="{18E8D2B3-CE87-42FD-ABED-EF2ED8158A4B}"/>
    <dgm:cxn modelId="{8EDACFEA-F56A-46F2-95F2-77E7B9438909}" type="presOf" srcId="{2E8F237B-7E17-455D-B740-E924FB3B26DD}" destId="{08F131D1-0107-4072-850B-4340FF0B1223}" srcOrd="0" destOrd="0" presId="urn:microsoft.com/office/officeart/2005/8/layout/orgChart1"/>
    <dgm:cxn modelId="{7B8D95E9-EAAC-499A-853E-CC63163FE3C8}" srcId="{3A97D835-660B-4070-A5EE-3129C623D2B2}" destId="{AF8AE927-9995-4B9E-8F77-E50A21A385B2}" srcOrd="1" destOrd="0" parTransId="{ADB57E24-5D1E-41ED-9BCD-A01ABE1B8E14}" sibTransId="{221F2E09-8F76-4965-80F4-60C7633613B5}"/>
    <dgm:cxn modelId="{AAED8A59-6543-4A4F-B74C-6B3AE1B38E7F}" type="presParOf" srcId="{A9EF50D4-B888-4B57-ABEF-76E6665EDF8E}" destId="{0616D0CA-C1EC-41EF-95E8-E73196AF7034}" srcOrd="0" destOrd="0" presId="urn:microsoft.com/office/officeart/2005/8/layout/orgChart1"/>
    <dgm:cxn modelId="{81FC28B8-1799-4A71-AF72-2C3908916CE5}" type="presParOf" srcId="{0616D0CA-C1EC-41EF-95E8-E73196AF7034}" destId="{FE007D13-7BBF-4A1B-AC8B-F5BF53F70A67}" srcOrd="0" destOrd="0" presId="urn:microsoft.com/office/officeart/2005/8/layout/orgChart1"/>
    <dgm:cxn modelId="{7E9038A5-5812-4152-B933-A55CCE2B2591}" type="presParOf" srcId="{FE007D13-7BBF-4A1B-AC8B-F5BF53F70A67}" destId="{B228DAAD-BFE8-4051-91B1-3FB36730E919}" srcOrd="0" destOrd="0" presId="urn:microsoft.com/office/officeart/2005/8/layout/orgChart1"/>
    <dgm:cxn modelId="{6942CEBD-1275-4957-9B10-B8776EF9516A}" type="presParOf" srcId="{FE007D13-7BBF-4A1B-AC8B-F5BF53F70A67}" destId="{4F7746CB-7CF9-4CEB-A55C-49322130193F}" srcOrd="1" destOrd="0" presId="urn:microsoft.com/office/officeart/2005/8/layout/orgChart1"/>
    <dgm:cxn modelId="{B48B99AE-BEDE-4F20-A1F8-D96589C19132}" type="presParOf" srcId="{0616D0CA-C1EC-41EF-95E8-E73196AF7034}" destId="{45A5D44E-69F0-4E62-9DBD-CB785B407DC7}" srcOrd="1" destOrd="0" presId="urn:microsoft.com/office/officeart/2005/8/layout/orgChart1"/>
    <dgm:cxn modelId="{A59B14A0-CF25-4180-99B2-EFAA2163498D}" type="presParOf" srcId="{45A5D44E-69F0-4E62-9DBD-CB785B407DC7}" destId="{EF9CBAFE-52C2-44BC-B435-88490639CDD6}" srcOrd="0" destOrd="0" presId="urn:microsoft.com/office/officeart/2005/8/layout/orgChart1"/>
    <dgm:cxn modelId="{C85B2E20-F72A-415B-B670-CAF82CA2DDB5}" type="presParOf" srcId="{45A5D44E-69F0-4E62-9DBD-CB785B407DC7}" destId="{29B48242-949A-4A73-AFB8-F97659EF6C48}" srcOrd="1" destOrd="0" presId="urn:microsoft.com/office/officeart/2005/8/layout/orgChart1"/>
    <dgm:cxn modelId="{A22A5777-E200-4A72-8472-33F7CA04299F}" type="presParOf" srcId="{29B48242-949A-4A73-AFB8-F97659EF6C48}" destId="{84BC2A77-39CF-4DF2-BCE1-B63DB7F99116}" srcOrd="0" destOrd="0" presId="urn:microsoft.com/office/officeart/2005/8/layout/orgChart1"/>
    <dgm:cxn modelId="{F161F748-F81A-46AE-AC92-C567B2A86ED8}" type="presParOf" srcId="{84BC2A77-39CF-4DF2-BCE1-B63DB7F99116}" destId="{66384261-4F99-484D-8107-25CE128E5241}" srcOrd="0" destOrd="0" presId="urn:microsoft.com/office/officeart/2005/8/layout/orgChart1"/>
    <dgm:cxn modelId="{CF42A85E-D0D7-4D0B-95DB-2BC0A6715934}" type="presParOf" srcId="{84BC2A77-39CF-4DF2-BCE1-B63DB7F99116}" destId="{6C4A7EBC-5469-44C5-9FD1-18442B260252}" srcOrd="1" destOrd="0" presId="urn:microsoft.com/office/officeart/2005/8/layout/orgChart1"/>
    <dgm:cxn modelId="{5793F43B-A3E8-4943-B62B-7244AE8BEEBB}" type="presParOf" srcId="{29B48242-949A-4A73-AFB8-F97659EF6C48}" destId="{7615E8D3-EB28-4ECD-B442-7AD9F5C3C111}" srcOrd="1" destOrd="0" presId="urn:microsoft.com/office/officeart/2005/8/layout/orgChart1"/>
    <dgm:cxn modelId="{151892A4-731F-4F59-B539-DC1BDBDDA1F5}" type="presParOf" srcId="{29B48242-949A-4A73-AFB8-F97659EF6C48}" destId="{A5782FAD-795A-4DB2-A9A3-3DBE259D317E}" srcOrd="2" destOrd="0" presId="urn:microsoft.com/office/officeart/2005/8/layout/orgChart1"/>
    <dgm:cxn modelId="{70CAB10B-B3FE-47C5-9606-3780BA1A3473}" type="presParOf" srcId="{45A5D44E-69F0-4E62-9DBD-CB785B407DC7}" destId="{9B458A3F-89F4-432E-8CE7-0BBCE3744E5C}" srcOrd="2" destOrd="0" presId="urn:microsoft.com/office/officeart/2005/8/layout/orgChart1"/>
    <dgm:cxn modelId="{244C44A2-B147-4DB8-B239-871C97BA0883}" type="presParOf" srcId="{45A5D44E-69F0-4E62-9DBD-CB785B407DC7}" destId="{02FF3AA7-B552-4DA2-9DF1-670A9436B10B}" srcOrd="3" destOrd="0" presId="urn:microsoft.com/office/officeart/2005/8/layout/orgChart1"/>
    <dgm:cxn modelId="{136D2EAC-C40E-410E-A638-D7BE81170B62}" type="presParOf" srcId="{02FF3AA7-B552-4DA2-9DF1-670A9436B10B}" destId="{E92AF88E-0217-40FF-AC98-7F73E1A9FC88}" srcOrd="0" destOrd="0" presId="urn:microsoft.com/office/officeart/2005/8/layout/orgChart1"/>
    <dgm:cxn modelId="{A433DBB0-B186-4272-81F4-547828D850FB}" type="presParOf" srcId="{E92AF88E-0217-40FF-AC98-7F73E1A9FC88}" destId="{906EAE59-072F-4514-8742-1715962E2D76}" srcOrd="0" destOrd="0" presId="urn:microsoft.com/office/officeart/2005/8/layout/orgChart1"/>
    <dgm:cxn modelId="{D76BA402-5938-43F5-8538-24392E510A20}" type="presParOf" srcId="{E92AF88E-0217-40FF-AC98-7F73E1A9FC88}" destId="{99A9E61C-7CBD-45FF-BE0A-96FA9149EC4F}" srcOrd="1" destOrd="0" presId="urn:microsoft.com/office/officeart/2005/8/layout/orgChart1"/>
    <dgm:cxn modelId="{3C9DDB3F-3F7C-46D0-9560-A8BBBF6EC2C2}" type="presParOf" srcId="{02FF3AA7-B552-4DA2-9DF1-670A9436B10B}" destId="{1985E068-5B46-4444-9AC7-46699E336B79}" srcOrd="1" destOrd="0" presId="urn:microsoft.com/office/officeart/2005/8/layout/orgChart1"/>
    <dgm:cxn modelId="{536FD6AE-B356-4289-A37C-B99503C1FDD7}" type="presParOf" srcId="{02FF3AA7-B552-4DA2-9DF1-670A9436B10B}" destId="{16E60D70-A19C-4F8F-A033-6AFEAF237DD1}" srcOrd="2" destOrd="0" presId="urn:microsoft.com/office/officeart/2005/8/layout/orgChart1"/>
    <dgm:cxn modelId="{A97C7D31-9C3C-48E9-B565-045CEE48B5AA}" type="presParOf" srcId="{45A5D44E-69F0-4E62-9DBD-CB785B407DC7}" destId="{9C7F8BD6-FCF9-445C-BE6D-04C359C47A52}" srcOrd="4" destOrd="0" presId="urn:microsoft.com/office/officeart/2005/8/layout/orgChart1"/>
    <dgm:cxn modelId="{2E724965-0C1B-47E7-BA4C-894E53A2C79C}" type="presParOf" srcId="{45A5D44E-69F0-4E62-9DBD-CB785B407DC7}" destId="{5D1247D9-D7F5-4F39-8877-8B770B94F12C}" srcOrd="5" destOrd="0" presId="urn:microsoft.com/office/officeart/2005/8/layout/orgChart1"/>
    <dgm:cxn modelId="{684CA03C-968B-40BC-B74B-C81199ABB8C7}" type="presParOf" srcId="{5D1247D9-D7F5-4F39-8877-8B770B94F12C}" destId="{E72C7B68-BA36-4834-9084-E751DE8B1CFD}" srcOrd="0" destOrd="0" presId="urn:microsoft.com/office/officeart/2005/8/layout/orgChart1"/>
    <dgm:cxn modelId="{0939F629-63BB-4F5E-81B9-20B4E605D100}" type="presParOf" srcId="{E72C7B68-BA36-4834-9084-E751DE8B1CFD}" destId="{323935A6-7DCC-408C-BFA4-8CC8BEBE7935}" srcOrd="0" destOrd="0" presId="urn:microsoft.com/office/officeart/2005/8/layout/orgChart1"/>
    <dgm:cxn modelId="{7D644F0C-F795-4C6D-A551-5DD8E8C6DF36}" type="presParOf" srcId="{E72C7B68-BA36-4834-9084-E751DE8B1CFD}" destId="{9F0906FC-8470-48C4-AC61-49D94B3850B9}" srcOrd="1" destOrd="0" presId="urn:microsoft.com/office/officeart/2005/8/layout/orgChart1"/>
    <dgm:cxn modelId="{59A463F2-7A20-4845-95F8-72B6389568D0}" type="presParOf" srcId="{5D1247D9-D7F5-4F39-8877-8B770B94F12C}" destId="{C8C64186-815A-48FE-A0A6-421B8902D604}" srcOrd="1" destOrd="0" presId="urn:microsoft.com/office/officeart/2005/8/layout/orgChart1"/>
    <dgm:cxn modelId="{AFCFC952-F496-4B32-987F-B570FF5367F3}" type="presParOf" srcId="{5D1247D9-D7F5-4F39-8877-8B770B94F12C}" destId="{B8474072-1F26-415C-980D-E7ADCADA6626}" srcOrd="2" destOrd="0" presId="urn:microsoft.com/office/officeart/2005/8/layout/orgChart1"/>
    <dgm:cxn modelId="{59FE7FAD-6C64-4129-986E-692274C521D5}" type="presParOf" srcId="{45A5D44E-69F0-4E62-9DBD-CB785B407DC7}" destId="{08F131D1-0107-4072-850B-4340FF0B1223}" srcOrd="6" destOrd="0" presId="urn:microsoft.com/office/officeart/2005/8/layout/orgChart1"/>
    <dgm:cxn modelId="{C86F7BB5-1947-42F3-BA85-F0C71DD7EC8C}" type="presParOf" srcId="{45A5D44E-69F0-4E62-9DBD-CB785B407DC7}" destId="{94B962B0-57AD-4CC0-8A11-DD26C1E1B949}" srcOrd="7" destOrd="0" presId="urn:microsoft.com/office/officeart/2005/8/layout/orgChart1"/>
    <dgm:cxn modelId="{BAB4021C-7413-4F8C-A41C-58B2A4C5FF2E}" type="presParOf" srcId="{94B962B0-57AD-4CC0-8A11-DD26C1E1B949}" destId="{45999204-DBD7-4867-93C7-E4BAB428B957}" srcOrd="0" destOrd="0" presId="urn:microsoft.com/office/officeart/2005/8/layout/orgChart1"/>
    <dgm:cxn modelId="{BCB16C29-B030-4A2A-8494-D5C500AD06BB}" type="presParOf" srcId="{45999204-DBD7-4867-93C7-E4BAB428B957}" destId="{A598185F-EE79-4218-9129-9FDBDE042B98}" srcOrd="0" destOrd="0" presId="urn:microsoft.com/office/officeart/2005/8/layout/orgChart1"/>
    <dgm:cxn modelId="{97BE81CA-CC22-4B99-B691-5D9DF4367F49}" type="presParOf" srcId="{45999204-DBD7-4867-93C7-E4BAB428B957}" destId="{ABE6B359-D553-4CE0-9099-D3F39C94BAC1}" srcOrd="1" destOrd="0" presId="urn:microsoft.com/office/officeart/2005/8/layout/orgChart1"/>
    <dgm:cxn modelId="{955E433C-09D9-43B6-8EEC-97FD548EB843}" type="presParOf" srcId="{94B962B0-57AD-4CC0-8A11-DD26C1E1B949}" destId="{41232C55-7F24-4AEB-AD83-222A6F5586BC}" srcOrd="1" destOrd="0" presId="urn:microsoft.com/office/officeart/2005/8/layout/orgChart1"/>
    <dgm:cxn modelId="{C2776A1B-16E4-49F5-9AB8-29E0BE67D01E}" type="presParOf" srcId="{94B962B0-57AD-4CC0-8A11-DD26C1E1B949}" destId="{919D4CD8-1D16-4717-9791-6B116F1E5E12}" srcOrd="2" destOrd="0" presId="urn:microsoft.com/office/officeart/2005/8/layout/orgChart1"/>
    <dgm:cxn modelId="{EBA198AD-AA6D-409E-9CBD-ACE4174E603F}" type="presParOf" srcId="{0616D0CA-C1EC-41EF-95E8-E73196AF7034}" destId="{DCB9F8B5-DAEB-4CCE-A261-82E45337080D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84C60F2-340D-4DA7-AC03-762597B69E76}" type="doc">
      <dgm:prSet loTypeId="urn:microsoft.com/office/officeart/2005/8/layout/hProcess11" loCatId="process" qsTypeId="urn:microsoft.com/office/officeart/2005/8/quickstyle/3d3" qsCatId="3D" csTypeId="urn:microsoft.com/office/officeart/2005/8/colors/colorful4" csCatId="colorful" phldr="1"/>
      <dgm:spPr/>
      <dgm:t>
        <a:bodyPr/>
        <a:lstStyle/>
        <a:p>
          <a:endParaRPr lang="zh-CN" altLang="en-US"/>
        </a:p>
      </dgm:t>
    </dgm:pt>
    <dgm:pt modelId="{B3B38BC1-C902-4831-AEF0-2E3AD80EA042}">
      <dgm:prSet phldrT="[文本]"/>
      <dgm:spPr/>
      <dgm:t>
        <a:bodyPr/>
        <a:lstStyle/>
        <a:p>
          <a:pPr algn="ctr"/>
          <a:r>
            <a:rPr lang="zh-CN" altLang="en-US" b="1" dirty="0">
              <a:solidFill>
                <a:schemeClr val="tx2"/>
              </a:solidFill>
            </a:rPr>
            <a:t>整体销售分析</a:t>
          </a:r>
        </a:p>
      </dgm:t>
    </dgm:pt>
    <dgm:pt modelId="{58EB34C6-2D19-43D9-B17B-15915B8CC3B2}" type="parTrans" cxnId="{0559A024-E5E0-45D3-9EEA-4BF8B208B3D7}">
      <dgm:prSet/>
      <dgm:spPr/>
      <dgm:t>
        <a:bodyPr/>
        <a:lstStyle/>
        <a:p>
          <a:pPr algn="ctr"/>
          <a:endParaRPr lang="zh-CN" altLang="en-US" b="1">
            <a:solidFill>
              <a:schemeClr val="tx2"/>
            </a:solidFill>
          </a:endParaRPr>
        </a:p>
      </dgm:t>
    </dgm:pt>
    <dgm:pt modelId="{15B58E99-6594-4911-80CF-D13D63EE26C6}" type="sibTrans" cxnId="{0559A024-E5E0-45D3-9EEA-4BF8B208B3D7}">
      <dgm:prSet/>
      <dgm:spPr/>
      <dgm:t>
        <a:bodyPr/>
        <a:lstStyle/>
        <a:p>
          <a:pPr algn="ctr"/>
          <a:endParaRPr lang="zh-CN" altLang="en-US" b="1">
            <a:solidFill>
              <a:schemeClr val="tx2"/>
            </a:solidFill>
          </a:endParaRPr>
        </a:p>
      </dgm:t>
    </dgm:pt>
    <dgm:pt modelId="{6B876418-5A8D-4344-91A7-9E4789181418}">
      <dgm:prSet phldrT="[文本]"/>
      <dgm:spPr/>
      <dgm:t>
        <a:bodyPr/>
        <a:lstStyle/>
        <a:p>
          <a:pPr algn="ctr"/>
          <a:r>
            <a:rPr lang="zh-CN" altLang="en-US" b="1" dirty="0">
              <a:solidFill>
                <a:schemeClr val="tx2"/>
              </a:solidFill>
            </a:rPr>
            <a:t>价格体系分析</a:t>
          </a:r>
        </a:p>
      </dgm:t>
    </dgm:pt>
    <dgm:pt modelId="{10F1D1F3-E23C-4AEF-8A25-3A750D29F413}" type="parTrans" cxnId="{DA088929-5548-4FAF-990C-006EB369C804}">
      <dgm:prSet/>
      <dgm:spPr/>
      <dgm:t>
        <a:bodyPr/>
        <a:lstStyle/>
        <a:p>
          <a:pPr algn="ctr"/>
          <a:endParaRPr lang="zh-CN" altLang="en-US" b="1">
            <a:solidFill>
              <a:schemeClr val="tx2"/>
            </a:solidFill>
          </a:endParaRPr>
        </a:p>
      </dgm:t>
    </dgm:pt>
    <dgm:pt modelId="{48D1AC8C-B568-4235-9040-FFD0FB5EF77F}" type="sibTrans" cxnId="{DA088929-5548-4FAF-990C-006EB369C804}">
      <dgm:prSet/>
      <dgm:spPr/>
      <dgm:t>
        <a:bodyPr/>
        <a:lstStyle/>
        <a:p>
          <a:pPr algn="ctr"/>
          <a:endParaRPr lang="zh-CN" altLang="en-US" b="1">
            <a:solidFill>
              <a:schemeClr val="tx2"/>
            </a:solidFill>
          </a:endParaRPr>
        </a:p>
      </dgm:t>
    </dgm:pt>
    <dgm:pt modelId="{0A1E4290-EA23-4F19-9383-6E448A164DE3}">
      <dgm:prSet phldrT="[文本]"/>
      <dgm:spPr/>
      <dgm:t>
        <a:bodyPr/>
        <a:lstStyle/>
        <a:p>
          <a:pPr algn="ctr"/>
          <a:r>
            <a:rPr lang="zh-CN" altLang="en-US" b="1" dirty="0">
              <a:solidFill>
                <a:schemeClr val="tx2"/>
              </a:solidFill>
            </a:rPr>
            <a:t>销售数据总结与建议</a:t>
          </a:r>
        </a:p>
      </dgm:t>
    </dgm:pt>
    <dgm:pt modelId="{35ABA14A-BB00-498A-941A-1C6A6683DEC6}" type="parTrans" cxnId="{23963219-4410-45D0-B87E-105B4A321CE2}">
      <dgm:prSet/>
      <dgm:spPr/>
      <dgm:t>
        <a:bodyPr/>
        <a:lstStyle/>
        <a:p>
          <a:pPr algn="ctr"/>
          <a:endParaRPr lang="zh-CN" altLang="en-US" b="1">
            <a:solidFill>
              <a:schemeClr val="tx2"/>
            </a:solidFill>
          </a:endParaRPr>
        </a:p>
      </dgm:t>
    </dgm:pt>
    <dgm:pt modelId="{9B008357-E13D-491D-83EF-4CF279263185}" type="sibTrans" cxnId="{23963219-4410-45D0-B87E-105B4A321CE2}">
      <dgm:prSet/>
      <dgm:spPr/>
      <dgm:t>
        <a:bodyPr/>
        <a:lstStyle/>
        <a:p>
          <a:pPr algn="ctr"/>
          <a:endParaRPr lang="zh-CN" altLang="en-US" b="1">
            <a:solidFill>
              <a:schemeClr val="tx2"/>
            </a:solidFill>
          </a:endParaRPr>
        </a:p>
      </dgm:t>
    </dgm:pt>
    <dgm:pt modelId="{68850799-1706-4710-98D2-69F70BE71A67}">
      <dgm:prSet/>
      <dgm:spPr/>
      <dgm:t>
        <a:bodyPr/>
        <a:lstStyle/>
        <a:p>
          <a:pPr algn="ctr"/>
          <a:r>
            <a:rPr lang="zh-CN" altLang="en-US" b="1" dirty="0">
              <a:solidFill>
                <a:schemeClr val="tx2"/>
              </a:solidFill>
            </a:rPr>
            <a:t>区域</a:t>
          </a:r>
          <a:endParaRPr lang="en-US" altLang="zh-CN" b="1" dirty="0">
            <a:solidFill>
              <a:schemeClr val="tx2"/>
            </a:solidFill>
          </a:endParaRPr>
        </a:p>
        <a:p>
          <a:pPr algn="ctr"/>
          <a:r>
            <a:rPr lang="zh-CN" altLang="en-US" b="1" dirty="0">
              <a:solidFill>
                <a:schemeClr val="tx2"/>
              </a:solidFill>
            </a:rPr>
            <a:t>分析</a:t>
          </a:r>
        </a:p>
      </dgm:t>
    </dgm:pt>
    <dgm:pt modelId="{333D52CF-F9C7-4F5F-A7AB-29F89B9FE85F}" type="parTrans" cxnId="{1000B613-5E21-40A6-8E64-177C748F0E76}">
      <dgm:prSet/>
      <dgm:spPr/>
      <dgm:t>
        <a:bodyPr/>
        <a:lstStyle/>
        <a:p>
          <a:pPr algn="ctr"/>
          <a:endParaRPr lang="zh-CN" altLang="en-US" b="1">
            <a:solidFill>
              <a:schemeClr val="tx2"/>
            </a:solidFill>
          </a:endParaRPr>
        </a:p>
      </dgm:t>
    </dgm:pt>
    <dgm:pt modelId="{448D6F18-A451-4CF2-84BC-589EE24B1231}" type="sibTrans" cxnId="{1000B613-5E21-40A6-8E64-177C748F0E76}">
      <dgm:prSet/>
      <dgm:spPr/>
      <dgm:t>
        <a:bodyPr/>
        <a:lstStyle/>
        <a:p>
          <a:pPr algn="ctr"/>
          <a:endParaRPr lang="zh-CN" altLang="en-US" b="1">
            <a:solidFill>
              <a:schemeClr val="tx2"/>
            </a:solidFill>
          </a:endParaRPr>
        </a:p>
      </dgm:t>
    </dgm:pt>
    <dgm:pt modelId="{4251EA08-5D1C-4392-891B-A001A033BFB0}">
      <dgm:prSet/>
      <dgm:spPr/>
      <dgm:t>
        <a:bodyPr/>
        <a:lstStyle/>
        <a:p>
          <a:pPr algn="ctr"/>
          <a:r>
            <a:rPr lang="zh-CN" altLang="en-US" b="1" dirty="0">
              <a:solidFill>
                <a:schemeClr val="tx2"/>
              </a:solidFill>
            </a:rPr>
            <a:t>产品线分析</a:t>
          </a:r>
        </a:p>
      </dgm:t>
    </dgm:pt>
    <dgm:pt modelId="{33E0C5B0-0886-4999-A305-3EC5D0C02FEF}" type="parTrans" cxnId="{D7C61C28-2C52-440D-AA69-273D4B4BCAD7}">
      <dgm:prSet/>
      <dgm:spPr/>
      <dgm:t>
        <a:bodyPr/>
        <a:lstStyle/>
        <a:p>
          <a:pPr algn="ctr"/>
          <a:endParaRPr lang="zh-CN" altLang="en-US" b="1">
            <a:solidFill>
              <a:schemeClr val="tx2"/>
            </a:solidFill>
          </a:endParaRPr>
        </a:p>
      </dgm:t>
    </dgm:pt>
    <dgm:pt modelId="{70B22C4E-E07A-4A04-8FB9-8B685F326642}" type="sibTrans" cxnId="{D7C61C28-2C52-440D-AA69-273D4B4BCAD7}">
      <dgm:prSet/>
      <dgm:spPr/>
      <dgm:t>
        <a:bodyPr/>
        <a:lstStyle/>
        <a:p>
          <a:pPr algn="ctr"/>
          <a:endParaRPr lang="zh-CN" altLang="en-US" b="1">
            <a:solidFill>
              <a:schemeClr val="tx2"/>
            </a:solidFill>
          </a:endParaRPr>
        </a:p>
      </dgm:t>
    </dgm:pt>
    <dgm:pt modelId="{4FC2BC7B-0E3C-4614-8D73-BD601936F0F3}" type="pres">
      <dgm:prSet presAssocID="{784C60F2-340D-4DA7-AC03-762597B69E76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265963C6-AE42-49D1-B6F0-82AFAE8DADB1}" type="pres">
      <dgm:prSet presAssocID="{784C60F2-340D-4DA7-AC03-762597B69E76}" presName="arrow" presStyleLbl="bgShp" presStyleIdx="0" presStyleCnt="1"/>
      <dgm:spPr/>
    </dgm:pt>
    <dgm:pt modelId="{08F156E5-6E02-457D-A211-5AC3BFD00107}" type="pres">
      <dgm:prSet presAssocID="{784C60F2-340D-4DA7-AC03-762597B69E76}" presName="points" presStyleCnt="0"/>
      <dgm:spPr/>
    </dgm:pt>
    <dgm:pt modelId="{C76BCBD2-3914-44D4-85C4-A54488293FDB}" type="pres">
      <dgm:prSet presAssocID="{B3B38BC1-C902-4831-AEF0-2E3AD80EA042}" presName="compositeA" presStyleCnt="0"/>
      <dgm:spPr/>
    </dgm:pt>
    <dgm:pt modelId="{11DE4B92-4ED9-4805-977F-3AA735995BD2}" type="pres">
      <dgm:prSet presAssocID="{B3B38BC1-C902-4831-AEF0-2E3AD80EA042}" presName="textA" presStyleLbl="revTx" presStyleIdx="0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44CCCF8-6E5B-4F7E-BE80-F2B024182035}" type="pres">
      <dgm:prSet presAssocID="{B3B38BC1-C902-4831-AEF0-2E3AD80EA042}" presName="circleA" presStyleLbl="node1" presStyleIdx="0" presStyleCnt="5"/>
      <dgm:spPr/>
    </dgm:pt>
    <dgm:pt modelId="{C8BBEABA-7E80-4D6A-98CD-ED005D4072DF}" type="pres">
      <dgm:prSet presAssocID="{B3B38BC1-C902-4831-AEF0-2E3AD80EA042}" presName="spaceA" presStyleCnt="0"/>
      <dgm:spPr/>
    </dgm:pt>
    <dgm:pt modelId="{86F7D68F-7735-429E-9E64-70C6C85DB2E7}" type="pres">
      <dgm:prSet presAssocID="{15B58E99-6594-4911-80CF-D13D63EE26C6}" presName="space" presStyleCnt="0"/>
      <dgm:spPr/>
    </dgm:pt>
    <dgm:pt modelId="{3F582A44-C255-407D-88E6-CB0741927792}" type="pres">
      <dgm:prSet presAssocID="{68850799-1706-4710-98D2-69F70BE71A67}" presName="compositeB" presStyleCnt="0"/>
      <dgm:spPr/>
    </dgm:pt>
    <dgm:pt modelId="{D598F4CD-E214-48F5-9727-BC1D3ACB1C8B}" type="pres">
      <dgm:prSet presAssocID="{68850799-1706-4710-98D2-69F70BE71A67}" presName="textB" presStyleLbl="revTx" presStyleIdx="1" presStyleCnt="5" custScaleX="12269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0827905E-5385-4F0E-8EE7-F98D8AED3D36}" type="pres">
      <dgm:prSet presAssocID="{68850799-1706-4710-98D2-69F70BE71A67}" presName="circleB" presStyleLbl="node1" presStyleIdx="1" presStyleCnt="5"/>
      <dgm:spPr/>
    </dgm:pt>
    <dgm:pt modelId="{3BB7414B-EB00-4D0B-82CC-7F5C4741D0A3}" type="pres">
      <dgm:prSet presAssocID="{68850799-1706-4710-98D2-69F70BE71A67}" presName="spaceB" presStyleCnt="0"/>
      <dgm:spPr/>
    </dgm:pt>
    <dgm:pt modelId="{574864A8-C508-4F49-9EC8-685B22DB1D4E}" type="pres">
      <dgm:prSet presAssocID="{448D6F18-A451-4CF2-84BC-589EE24B1231}" presName="space" presStyleCnt="0"/>
      <dgm:spPr/>
    </dgm:pt>
    <dgm:pt modelId="{6BB679BC-5201-4A72-B804-7A85D1F1EBA6}" type="pres">
      <dgm:prSet presAssocID="{4251EA08-5D1C-4392-891B-A001A033BFB0}" presName="compositeA" presStyleCnt="0"/>
      <dgm:spPr/>
    </dgm:pt>
    <dgm:pt modelId="{51663E33-5AFE-4CC6-B64F-F00E88D41528}" type="pres">
      <dgm:prSet presAssocID="{4251EA08-5D1C-4392-891B-A001A033BFB0}" presName="textA" presStyleLbl="revTx" presStyleIdx="2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B7CB6C0-5AF0-40AD-BEBD-5DBB47098300}" type="pres">
      <dgm:prSet presAssocID="{4251EA08-5D1C-4392-891B-A001A033BFB0}" presName="circleA" presStyleLbl="node1" presStyleIdx="2" presStyleCnt="5"/>
      <dgm:spPr/>
    </dgm:pt>
    <dgm:pt modelId="{3C46D45E-BA86-4001-A050-88AD51586FAD}" type="pres">
      <dgm:prSet presAssocID="{4251EA08-5D1C-4392-891B-A001A033BFB0}" presName="spaceA" presStyleCnt="0"/>
      <dgm:spPr/>
    </dgm:pt>
    <dgm:pt modelId="{BA88EB56-0694-4C35-8064-8DD9E0DA2AAC}" type="pres">
      <dgm:prSet presAssocID="{70B22C4E-E07A-4A04-8FB9-8B685F326642}" presName="space" presStyleCnt="0"/>
      <dgm:spPr/>
    </dgm:pt>
    <dgm:pt modelId="{E6695545-75E5-4C37-AC0E-6A03F4DBF7DD}" type="pres">
      <dgm:prSet presAssocID="{6B876418-5A8D-4344-91A7-9E4789181418}" presName="compositeB" presStyleCnt="0"/>
      <dgm:spPr/>
    </dgm:pt>
    <dgm:pt modelId="{DD0F7CC6-405F-46C4-BDB4-9BE4C85FCD82}" type="pres">
      <dgm:prSet presAssocID="{6B876418-5A8D-4344-91A7-9E4789181418}" presName="textB" presStyleLbl="revTx" presStyleIdx="3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8684F3D-F9F1-45C9-BEAA-285917B70820}" type="pres">
      <dgm:prSet presAssocID="{6B876418-5A8D-4344-91A7-9E4789181418}" presName="circleB" presStyleLbl="node1" presStyleIdx="3" presStyleCnt="5"/>
      <dgm:spPr/>
    </dgm:pt>
    <dgm:pt modelId="{C8892547-FB95-4B85-9D7A-77A775ECC445}" type="pres">
      <dgm:prSet presAssocID="{6B876418-5A8D-4344-91A7-9E4789181418}" presName="spaceB" presStyleCnt="0"/>
      <dgm:spPr/>
    </dgm:pt>
    <dgm:pt modelId="{4E9B22F1-968B-4936-A114-D5B1FD213717}" type="pres">
      <dgm:prSet presAssocID="{48D1AC8C-B568-4235-9040-FFD0FB5EF77F}" presName="space" presStyleCnt="0"/>
      <dgm:spPr/>
    </dgm:pt>
    <dgm:pt modelId="{8CCEBE70-23C0-45B6-A6AD-6056C4D853C1}" type="pres">
      <dgm:prSet presAssocID="{0A1E4290-EA23-4F19-9383-6E448A164DE3}" presName="compositeA" presStyleCnt="0"/>
      <dgm:spPr/>
    </dgm:pt>
    <dgm:pt modelId="{A078F43B-1C7A-44DD-82DD-C42CE6C05A7B}" type="pres">
      <dgm:prSet presAssocID="{0A1E4290-EA23-4F19-9383-6E448A164DE3}" presName="textA" presStyleLbl="revTx" presStyleIdx="4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5BFE484-684F-4A41-AB04-1EADBA0D06DD}" type="pres">
      <dgm:prSet presAssocID="{0A1E4290-EA23-4F19-9383-6E448A164DE3}" presName="circleA" presStyleLbl="node1" presStyleIdx="4" presStyleCnt="5"/>
      <dgm:spPr/>
    </dgm:pt>
    <dgm:pt modelId="{B6DEE81E-44EF-412E-AE84-1B7A07A6FCB8}" type="pres">
      <dgm:prSet presAssocID="{0A1E4290-EA23-4F19-9383-6E448A164DE3}" presName="spaceA" presStyleCnt="0"/>
      <dgm:spPr/>
    </dgm:pt>
  </dgm:ptLst>
  <dgm:cxnLst>
    <dgm:cxn modelId="{1000B613-5E21-40A6-8E64-177C748F0E76}" srcId="{784C60F2-340D-4DA7-AC03-762597B69E76}" destId="{68850799-1706-4710-98D2-69F70BE71A67}" srcOrd="1" destOrd="0" parTransId="{333D52CF-F9C7-4F5F-A7AB-29F89B9FE85F}" sibTransId="{448D6F18-A451-4CF2-84BC-589EE24B1231}"/>
    <dgm:cxn modelId="{8BB82E51-A94F-4DA9-9D1A-4D72D277EDD7}" type="presOf" srcId="{4251EA08-5D1C-4392-891B-A001A033BFB0}" destId="{51663E33-5AFE-4CC6-B64F-F00E88D41528}" srcOrd="0" destOrd="0" presId="urn:microsoft.com/office/officeart/2005/8/layout/hProcess11"/>
    <dgm:cxn modelId="{D7C61C28-2C52-440D-AA69-273D4B4BCAD7}" srcId="{784C60F2-340D-4DA7-AC03-762597B69E76}" destId="{4251EA08-5D1C-4392-891B-A001A033BFB0}" srcOrd="2" destOrd="0" parTransId="{33E0C5B0-0886-4999-A305-3EC5D0C02FEF}" sibTransId="{70B22C4E-E07A-4A04-8FB9-8B685F326642}"/>
    <dgm:cxn modelId="{B1A00CCB-3052-46D4-B36E-9A6ADE4C638B}" type="presOf" srcId="{0A1E4290-EA23-4F19-9383-6E448A164DE3}" destId="{A078F43B-1C7A-44DD-82DD-C42CE6C05A7B}" srcOrd="0" destOrd="0" presId="urn:microsoft.com/office/officeart/2005/8/layout/hProcess11"/>
    <dgm:cxn modelId="{15FEB376-F1F0-4EFE-BD02-9B588FE8A14C}" type="presOf" srcId="{6B876418-5A8D-4344-91A7-9E4789181418}" destId="{DD0F7CC6-405F-46C4-BDB4-9BE4C85FCD82}" srcOrd="0" destOrd="0" presId="urn:microsoft.com/office/officeart/2005/8/layout/hProcess11"/>
    <dgm:cxn modelId="{7680074C-5BB3-4CB4-BE98-7C06C71D4484}" type="presOf" srcId="{68850799-1706-4710-98D2-69F70BE71A67}" destId="{D598F4CD-E214-48F5-9727-BC1D3ACB1C8B}" srcOrd="0" destOrd="0" presId="urn:microsoft.com/office/officeart/2005/8/layout/hProcess11"/>
    <dgm:cxn modelId="{EC60212F-4582-4016-BC18-3DB4CA6DDCDD}" type="presOf" srcId="{784C60F2-340D-4DA7-AC03-762597B69E76}" destId="{4FC2BC7B-0E3C-4614-8D73-BD601936F0F3}" srcOrd="0" destOrd="0" presId="urn:microsoft.com/office/officeart/2005/8/layout/hProcess11"/>
    <dgm:cxn modelId="{23963219-4410-45D0-B87E-105B4A321CE2}" srcId="{784C60F2-340D-4DA7-AC03-762597B69E76}" destId="{0A1E4290-EA23-4F19-9383-6E448A164DE3}" srcOrd="4" destOrd="0" parTransId="{35ABA14A-BB00-498A-941A-1C6A6683DEC6}" sibTransId="{9B008357-E13D-491D-83EF-4CF279263185}"/>
    <dgm:cxn modelId="{0559A024-E5E0-45D3-9EEA-4BF8B208B3D7}" srcId="{784C60F2-340D-4DA7-AC03-762597B69E76}" destId="{B3B38BC1-C902-4831-AEF0-2E3AD80EA042}" srcOrd="0" destOrd="0" parTransId="{58EB34C6-2D19-43D9-B17B-15915B8CC3B2}" sibTransId="{15B58E99-6594-4911-80CF-D13D63EE26C6}"/>
    <dgm:cxn modelId="{DA088929-5548-4FAF-990C-006EB369C804}" srcId="{784C60F2-340D-4DA7-AC03-762597B69E76}" destId="{6B876418-5A8D-4344-91A7-9E4789181418}" srcOrd="3" destOrd="0" parTransId="{10F1D1F3-E23C-4AEF-8A25-3A750D29F413}" sibTransId="{48D1AC8C-B568-4235-9040-FFD0FB5EF77F}"/>
    <dgm:cxn modelId="{DBD47C18-F9D6-4B55-966B-58F6F1D65E47}" type="presOf" srcId="{B3B38BC1-C902-4831-AEF0-2E3AD80EA042}" destId="{11DE4B92-4ED9-4805-977F-3AA735995BD2}" srcOrd="0" destOrd="0" presId="urn:microsoft.com/office/officeart/2005/8/layout/hProcess11"/>
    <dgm:cxn modelId="{B050FDAC-9A84-418E-89C5-A74A3CC4C0B4}" type="presParOf" srcId="{4FC2BC7B-0E3C-4614-8D73-BD601936F0F3}" destId="{265963C6-AE42-49D1-B6F0-82AFAE8DADB1}" srcOrd="0" destOrd="0" presId="urn:microsoft.com/office/officeart/2005/8/layout/hProcess11"/>
    <dgm:cxn modelId="{7CB7DEB9-4F72-4D18-947C-EB6816B63A08}" type="presParOf" srcId="{4FC2BC7B-0E3C-4614-8D73-BD601936F0F3}" destId="{08F156E5-6E02-457D-A211-5AC3BFD00107}" srcOrd="1" destOrd="0" presId="urn:microsoft.com/office/officeart/2005/8/layout/hProcess11"/>
    <dgm:cxn modelId="{7CC2468A-3402-4F9E-B12E-09A9E47BF3FE}" type="presParOf" srcId="{08F156E5-6E02-457D-A211-5AC3BFD00107}" destId="{C76BCBD2-3914-44D4-85C4-A54488293FDB}" srcOrd="0" destOrd="0" presId="urn:microsoft.com/office/officeart/2005/8/layout/hProcess11"/>
    <dgm:cxn modelId="{F93BD826-3CA3-4830-BA6A-64B68F06B0AF}" type="presParOf" srcId="{C76BCBD2-3914-44D4-85C4-A54488293FDB}" destId="{11DE4B92-4ED9-4805-977F-3AA735995BD2}" srcOrd="0" destOrd="0" presId="urn:microsoft.com/office/officeart/2005/8/layout/hProcess11"/>
    <dgm:cxn modelId="{803EF548-F981-4964-AF45-B68E55D8F06A}" type="presParOf" srcId="{C76BCBD2-3914-44D4-85C4-A54488293FDB}" destId="{B44CCCF8-6E5B-4F7E-BE80-F2B024182035}" srcOrd="1" destOrd="0" presId="urn:microsoft.com/office/officeart/2005/8/layout/hProcess11"/>
    <dgm:cxn modelId="{EE955243-6ACA-45F1-B72C-C07A6244D407}" type="presParOf" srcId="{C76BCBD2-3914-44D4-85C4-A54488293FDB}" destId="{C8BBEABA-7E80-4D6A-98CD-ED005D4072DF}" srcOrd="2" destOrd="0" presId="urn:microsoft.com/office/officeart/2005/8/layout/hProcess11"/>
    <dgm:cxn modelId="{D8C070FA-C2AB-45B7-A806-FAF433A55332}" type="presParOf" srcId="{08F156E5-6E02-457D-A211-5AC3BFD00107}" destId="{86F7D68F-7735-429E-9E64-70C6C85DB2E7}" srcOrd="1" destOrd="0" presId="urn:microsoft.com/office/officeart/2005/8/layout/hProcess11"/>
    <dgm:cxn modelId="{435DC640-76D6-4414-BCAC-4EB7FAECE047}" type="presParOf" srcId="{08F156E5-6E02-457D-A211-5AC3BFD00107}" destId="{3F582A44-C255-407D-88E6-CB0741927792}" srcOrd="2" destOrd="0" presId="urn:microsoft.com/office/officeart/2005/8/layout/hProcess11"/>
    <dgm:cxn modelId="{CCA9188A-06FC-4BCF-ADB3-CE37E9A3DDFE}" type="presParOf" srcId="{3F582A44-C255-407D-88E6-CB0741927792}" destId="{D598F4CD-E214-48F5-9727-BC1D3ACB1C8B}" srcOrd="0" destOrd="0" presId="urn:microsoft.com/office/officeart/2005/8/layout/hProcess11"/>
    <dgm:cxn modelId="{2D272D70-BD76-419C-8EF1-A6DF46D8E62D}" type="presParOf" srcId="{3F582A44-C255-407D-88E6-CB0741927792}" destId="{0827905E-5385-4F0E-8EE7-F98D8AED3D36}" srcOrd="1" destOrd="0" presId="urn:microsoft.com/office/officeart/2005/8/layout/hProcess11"/>
    <dgm:cxn modelId="{4F8A4172-BE82-4165-B468-FEA47F062F78}" type="presParOf" srcId="{3F582A44-C255-407D-88E6-CB0741927792}" destId="{3BB7414B-EB00-4D0B-82CC-7F5C4741D0A3}" srcOrd="2" destOrd="0" presId="urn:microsoft.com/office/officeart/2005/8/layout/hProcess11"/>
    <dgm:cxn modelId="{046D8BF1-F933-413C-BD1B-71B677F6A392}" type="presParOf" srcId="{08F156E5-6E02-457D-A211-5AC3BFD00107}" destId="{574864A8-C508-4F49-9EC8-685B22DB1D4E}" srcOrd="3" destOrd="0" presId="urn:microsoft.com/office/officeart/2005/8/layout/hProcess11"/>
    <dgm:cxn modelId="{87225FEB-6E34-4C06-AC7E-285747685826}" type="presParOf" srcId="{08F156E5-6E02-457D-A211-5AC3BFD00107}" destId="{6BB679BC-5201-4A72-B804-7A85D1F1EBA6}" srcOrd="4" destOrd="0" presId="urn:microsoft.com/office/officeart/2005/8/layout/hProcess11"/>
    <dgm:cxn modelId="{B8538D96-BFAB-45C1-AFB9-F2776C290C8A}" type="presParOf" srcId="{6BB679BC-5201-4A72-B804-7A85D1F1EBA6}" destId="{51663E33-5AFE-4CC6-B64F-F00E88D41528}" srcOrd="0" destOrd="0" presId="urn:microsoft.com/office/officeart/2005/8/layout/hProcess11"/>
    <dgm:cxn modelId="{3990D783-F6F7-4D78-8B47-D7E64DED9FAE}" type="presParOf" srcId="{6BB679BC-5201-4A72-B804-7A85D1F1EBA6}" destId="{4B7CB6C0-5AF0-40AD-BEBD-5DBB47098300}" srcOrd="1" destOrd="0" presId="urn:microsoft.com/office/officeart/2005/8/layout/hProcess11"/>
    <dgm:cxn modelId="{1B4F73BB-CEF3-47D8-B1FC-5A79D7A8B942}" type="presParOf" srcId="{6BB679BC-5201-4A72-B804-7A85D1F1EBA6}" destId="{3C46D45E-BA86-4001-A050-88AD51586FAD}" srcOrd="2" destOrd="0" presId="urn:microsoft.com/office/officeart/2005/8/layout/hProcess11"/>
    <dgm:cxn modelId="{D933E95C-7ABD-4ED1-BA73-457B01E26ED0}" type="presParOf" srcId="{08F156E5-6E02-457D-A211-5AC3BFD00107}" destId="{BA88EB56-0694-4C35-8064-8DD9E0DA2AAC}" srcOrd="5" destOrd="0" presId="urn:microsoft.com/office/officeart/2005/8/layout/hProcess11"/>
    <dgm:cxn modelId="{C057005E-63B5-4546-931F-1689EE1128D7}" type="presParOf" srcId="{08F156E5-6E02-457D-A211-5AC3BFD00107}" destId="{E6695545-75E5-4C37-AC0E-6A03F4DBF7DD}" srcOrd="6" destOrd="0" presId="urn:microsoft.com/office/officeart/2005/8/layout/hProcess11"/>
    <dgm:cxn modelId="{E3030B7C-DE31-4DF7-8DF6-1CD7F20005B3}" type="presParOf" srcId="{E6695545-75E5-4C37-AC0E-6A03F4DBF7DD}" destId="{DD0F7CC6-405F-46C4-BDB4-9BE4C85FCD82}" srcOrd="0" destOrd="0" presId="urn:microsoft.com/office/officeart/2005/8/layout/hProcess11"/>
    <dgm:cxn modelId="{547A592A-63D5-4B66-BB4C-08A23016C530}" type="presParOf" srcId="{E6695545-75E5-4C37-AC0E-6A03F4DBF7DD}" destId="{28684F3D-F9F1-45C9-BEAA-285917B70820}" srcOrd="1" destOrd="0" presId="urn:microsoft.com/office/officeart/2005/8/layout/hProcess11"/>
    <dgm:cxn modelId="{743E1989-5320-4DE4-AE1C-B69AA6F4F137}" type="presParOf" srcId="{E6695545-75E5-4C37-AC0E-6A03F4DBF7DD}" destId="{C8892547-FB95-4B85-9D7A-77A775ECC445}" srcOrd="2" destOrd="0" presId="urn:microsoft.com/office/officeart/2005/8/layout/hProcess11"/>
    <dgm:cxn modelId="{BD62E66C-3B8C-48B3-AD8C-76D68F3E8392}" type="presParOf" srcId="{08F156E5-6E02-457D-A211-5AC3BFD00107}" destId="{4E9B22F1-968B-4936-A114-D5B1FD213717}" srcOrd="7" destOrd="0" presId="urn:microsoft.com/office/officeart/2005/8/layout/hProcess11"/>
    <dgm:cxn modelId="{49B70BD5-3CC1-44FA-AC47-6D389C03A031}" type="presParOf" srcId="{08F156E5-6E02-457D-A211-5AC3BFD00107}" destId="{8CCEBE70-23C0-45B6-A6AD-6056C4D853C1}" srcOrd="8" destOrd="0" presId="urn:microsoft.com/office/officeart/2005/8/layout/hProcess11"/>
    <dgm:cxn modelId="{89E750BA-FE69-40C3-8A4D-9460E25B38A2}" type="presParOf" srcId="{8CCEBE70-23C0-45B6-A6AD-6056C4D853C1}" destId="{A078F43B-1C7A-44DD-82DD-C42CE6C05A7B}" srcOrd="0" destOrd="0" presId="urn:microsoft.com/office/officeart/2005/8/layout/hProcess11"/>
    <dgm:cxn modelId="{558195CC-4619-4FC2-BDFC-275075EC84F5}" type="presParOf" srcId="{8CCEBE70-23C0-45B6-A6AD-6056C4D853C1}" destId="{15BFE484-684F-4A41-AB04-1EADBA0D06DD}" srcOrd="1" destOrd="0" presId="urn:microsoft.com/office/officeart/2005/8/layout/hProcess11"/>
    <dgm:cxn modelId="{25969F15-8158-43D5-B9C7-310D02084469}" type="presParOf" srcId="{8CCEBE70-23C0-45B6-A6AD-6056C4D853C1}" destId="{B6DEE81E-44EF-412E-AE84-1B7A07A6FCB8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4ACE493-6C21-4E20-83B7-54A5E3D3648A}" type="doc">
      <dgm:prSet loTypeId="urn:microsoft.com/office/officeart/2005/8/layout/radial6" loCatId="cycle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zh-CN" altLang="en-US"/>
        </a:p>
      </dgm:t>
    </dgm:pt>
    <dgm:pt modelId="{A3B5A5AE-EBD0-41D2-8AE3-7677B5076F63}">
      <dgm:prSet phldrT="[文本]"/>
      <dgm:spPr/>
      <dgm:t>
        <a:bodyPr/>
        <a:lstStyle/>
        <a:p>
          <a:r>
            <a:rPr lang="zh-CN" altLang="en-US" smtClean="0"/>
            <a:t>整体销售分析</a:t>
          </a:r>
          <a:endParaRPr lang="zh-CN" altLang="en-US" dirty="0"/>
        </a:p>
      </dgm:t>
    </dgm:pt>
    <dgm:pt modelId="{B5DE480E-2750-4F23-88E2-6AD4196B22BD}" type="parTrans" cxnId="{0EFC8883-B23A-49E7-9D46-DA0FC3A205DD}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EFF82D09-5079-4B63-B832-9FAF4CF0C771}" type="sibTrans" cxnId="{0EFC8883-B23A-49E7-9D46-DA0FC3A205DD}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F0903C56-8FA7-4C84-8B01-4E24B64A1CFA}">
      <dgm:prSet phldrT="[文本]"/>
      <dgm:spPr/>
      <dgm:t>
        <a:bodyPr/>
        <a:lstStyle/>
        <a:p>
          <a:r>
            <a:rPr lang="zh-CN" altLang="en-US" smtClean="0"/>
            <a:t>销售额</a:t>
          </a:r>
          <a:r>
            <a:rPr lang="en-US" altLang="zh-CN" smtClean="0"/>
            <a:t>/</a:t>
          </a:r>
          <a:r>
            <a:rPr lang="zh-CN" altLang="en-US" smtClean="0"/>
            <a:t>销量</a:t>
          </a:r>
          <a:endParaRPr lang="zh-CN" altLang="en-US" dirty="0"/>
        </a:p>
      </dgm:t>
    </dgm:pt>
    <dgm:pt modelId="{C8227EB5-A984-4AEF-B6AA-F15458B07427}" type="parTrans" cxnId="{48A06554-CBA3-4247-818B-59F305C4DF64}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F73DDDED-CD52-4907-AD48-75FA66169D8F}" type="sibTrans" cxnId="{48A06554-CBA3-4247-818B-59F305C4DF64}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B1DCA637-E618-4522-9F4A-03AF0F5341AC}">
      <dgm:prSet phldrT="[文本]"/>
      <dgm:spPr/>
      <dgm:t>
        <a:bodyPr/>
        <a:lstStyle/>
        <a:p>
          <a:r>
            <a:rPr lang="zh-CN" altLang="en-US" smtClean="0"/>
            <a:t>价格体系</a:t>
          </a:r>
          <a:endParaRPr lang="zh-CN" altLang="en-US" dirty="0"/>
        </a:p>
      </dgm:t>
    </dgm:pt>
    <dgm:pt modelId="{7FD78C4B-E622-4783-B8EA-E9F499788A43}" type="parTrans" cxnId="{2DC066B2-52A8-438A-A26F-8E00BB5484F3}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5CADA2A7-4FAF-47B0-86F3-C575BAA681CD}" type="sibTrans" cxnId="{2DC066B2-52A8-438A-A26F-8E00BB5484F3}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6B68DA27-426F-4E00-891C-F53C2018CA45}">
      <dgm:prSet phldrT="[文本]"/>
      <dgm:spPr/>
      <dgm:t>
        <a:bodyPr/>
        <a:lstStyle/>
        <a:p>
          <a:r>
            <a:rPr lang="zh-CN" altLang="en-US" smtClean="0"/>
            <a:t>季节因素</a:t>
          </a:r>
          <a:endParaRPr lang="zh-CN" altLang="en-US" dirty="0"/>
        </a:p>
      </dgm:t>
    </dgm:pt>
    <dgm:pt modelId="{BF366677-ED21-40EE-A819-B01ACD48E469}" type="sibTrans" cxnId="{D490CD38-48EB-4CF5-AFC7-57EF94E67D0F}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038C34E6-3348-45F5-A95A-BDFDB26D3B37}" type="parTrans" cxnId="{D490CD38-48EB-4CF5-AFC7-57EF94E67D0F}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CC280168-EA95-4D1F-816A-C73FBA077CCB}" type="pres">
      <dgm:prSet presAssocID="{A4ACE493-6C21-4E20-83B7-54A5E3D3648A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8AF7119E-8FEF-4F65-8129-A2753A7EDD9E}" type="pres">
      <dgm:prSet presAssocID="{A3B5A5AE-EBD0-41D2-8AE3-7677B5076F63}" presName="centerShape" presStyleLbl="node0" presStyleIdx="0" presStyleCnt="1"/>
      <dgm:spPr/>
      <dgm:t>
        <a:bodyPr/>
        <a:lstStyle/>
        <a:p>
          <a:endParaRPr lang="zh-CN" altLang="en-US"/>
        </a:p>
      </dgm:t>
    </dgm:pt>
    <dgm:pt modelId="{4D53247A-C360-40EB-A360-7DE411807BD9}" type="pres">
      <dgm:prSet presAssocID="{F0903C56-8FA7-4C84-8B01-4E24B64A1CFA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7528D6-8224-48E9-985A-1F68F54FEBD4}" type="pres">
      <dgm:prSet presAssocID="{F0903C56-8FA7-4C84-8B01-4E24B64A1CFA}" presName="dummy" presStyleCnt="0"/>
      <dgm:spPr/>
      <dgm:t>
        <a:bodyPr/>
        <a:lstStyle/>
        <a:p>
          <a:endParaRPr lang="zh-CN" altLang="en-US"/>
        </a:p>
      </dgm:t>
    </dgm:pt>
    <dgm:pt modelId="{3DEBB742-7876-4DEA-B999-DDC3617B97C7}" type="pres">
      <dgm:prSet presAssocID="{F73DDDED-CD52-4907-AD48-75FA66169D8F}" presName="sibTrans" presStyleLbl="sibTrans2D1" presStyleIdx="0" presStyleCnt="3"/>
      <dgm:spPr/>
      <dgm:t>
        <a:bodyPr/>
        <a:lstStyle/>
        <a:p>
          <a:endParaRPr lang="zh-CN" altLang="en-US"/>
        </a:p>
      </dgm:t>
    </dgm:pt>
    <dgm:pt modelId="{888E5BFA-822F-4BDD-9982-6165E0AA4E49}" type="pres">
      <dgm:prSet presAssocID="{6B68DA27-426F-4E00-891C-F53C2018CA45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56BAAD7-CEF9-4559-9660-C4FE347528C4}" type="pres">
      <dgm:prSet presAssocID="{6B68DA27-426F-4E00-891C-F53C2018CA45}" presName="dummy" presStyleCnt="0"/>
      <dgm:spPr/>
      <dgm:t>
        <a:bodyPr/>
        <a:lstStyle/>
        <a:p>
          <a:endParaRPr lang="zh-CN" altLang="en-US"/>
        </a:p>
      </dgm:t>
    </dgm:pt>
    <dgm:pt modelId="{8270D256-D166-4545-8E94-B2CA47C9C0F2}" type="pres">
      <dgm:prSet presAssocID="{BF366677-ED21-40EE-A819-B01ACD48E469}" presName="sibTrans" presStyleLbl="sibTrans2D1" presStyleIdx="1" presStyleCnt="3"/>
      <dgm:spPr/>
      <dgm:t>
        <a:bodyPr/>
        <a:lstStyle/>
        <a:p>
          <a:endParaRPr lang="zh-CN" altLang="en-US"/>
        </a:p>
      </dgm:t>
    </dgm:pt>
    <dgm:pt modelId="{0C2D7A5B-05E2-42B8-9DF6-866947368868}" type="pres">
      <dgm:prSet presAssocID="{B1DCA637-E618-4522-9F4A-03AF0F5341AC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309B47F-4B50-42A7-910F-C67F3DAB4F90}" type="pres">
      <dgm:prSet presAssocID="{B1DCA637-E618-4522-9F4A-03AF0F5341AC}" presName="dummy" presStyleCnt="0"/>
      <dgm:spPr/>
      <dgm:t>
        <a:bodyPr/>
        <a:lstStyle/>
        <a:p>
          <a:endParaRPr lang="zh-CN" altLang="en-US"/>
        </a:p>
      </dgm:t>
    </dgm:pt>
    <dgm:pt modelId="{A13D9FBB-339A-4D3D-B684-9A9B81D8E902}" type="pres">
      <dgm:prSet presAssocID="{5CADA2A7-4FAF-47B0-86F3-C575BAA681CD}" presName="sibTrans" presStyleLbl="sibTrans2D1" presStyleIdx="2" presStyleCnt="3"/>
      <dgm:spPr/>
      <dgm:t>
        <a:bodyPr/>
        <a:lstStyle/>
        <a:p>
          <a:endParaRPr lang="zh-CN" altLang="en-US"/>
        </a:p>
      </dgm:t>
    </dgm:pt>
  </dgm:ptLst>
  <dgm:cxnLst>
    <dgm:cxn modelId="{1377202D-36BE-49AB-8CD2-844DAF9E4F8E}" type="presOf" srcId="{A3B5A5AE-EBD0-41D2-8AE3-7677B5076F63}" destId="{8AF7119E-8FEF-4F65-8129-A2753A7EDD9E}" srcOrd="0" destOrd="0" presId="urn:microsoft.com/office/officeart/2005/8/layout/radial6"/>
    <dgm:cxn modelId="{2DC066B2-52A8-438A-A26F-8E00BB5484F3}" srcId="{A3B5A5AE-EBD0-41D2-8AE3-7677B5076F63}" destId="{B1DCA637-E618-4522-9F4A-03AF0F5341AC}" srcOrd="2" destOrd="0" parTransId="{7FD78C4B-E622-4783-B8EA-E9F499788A43}" sibTransId="{5CADA2A7-4FAF-47B0-86F3-C575BAA681CD}"/>
    <dgm:cxn modelId="{05B20A91-AB0E-47BE-A6E6-6D850F8072A3}" type="presOf" srcId="{F73DDDED-CD52-4907-AD48-75FA66169D8F}" destId="{3DEBB742-7876-4DEA-B999-DDC3617B97C7}" srcOrd="0" destOrd="0" presId="urn:microsoft.com/office/officeart/2005/8/layout/radial6"/>
    <dgm:cxn modelId="{E34693D3-B792-46CD-9BB1-046140369E9F}" type="presOf" srcId="{BF366677-ED21-40EE-A819-B01ACD48E469}" destId="{8270D256-D166-4545-8E94-B2CA47C9C0F2}" srcOrd="0" destOrd="0" presId="urn:microsoft.com/office/officeart/2005/8/layout/radial6"/>
    <dgm:cxn modelId="{2575BE1F-75C3-4E4B-A658-EC15249D3EE1}" type="presOf" srcId="{B1DCA637-E618-4522-9F4A-03AF0F5341AC}" destId="{0C2D7A5B-05E2-42B8-9DF6-866947368868}" srcOrd="0" destOrd="0" presId="urn:microsoft.com/office/officeart/2005/8/layout/radial6"/>
    <dgm:cxn modelId="{759E7727-AB5A-4A3F-8CA5-C452AA2F6F2B}" type="presOf" srcId="{F0903C56-8FA7-4C84-8B01-4E24B64A1CFA}" destId="{4D53247A-C360-40EB-A360-7DE411807BD9}" srcOrd="0" destOrd="0" presId="urn:microsoft.com/office/officeart/2005/8/layout/radial6"/>
    <dgm:cxn modelId="{D490CD38-48EB-4CF5-AFC7-57EF94E67D0F}" srcId="{A3B5A5AE-EBD0-41D2-8AE3-7677B5076F63}" destId="{6B68DA27-426F-4E00-891C-F53C2018CA45}" srcOrd="1" destOrd="0" parTransId="{038C34E6-3348-45F5-A95A-BDFDB26D3B37}" sibTransId="{BF366677-ED21-40EE-A819-B01ACD48E469}"/>
    <dgm:cxn modelId="{0EFC8883-B23A-49E7-9D46-DA0FC3A205DD}" srcId="{A4ACE493-6C21-4E20-83B7-54A5E3D3648A}" destId="{A3B5A5AE-EBD0-41D2-8AE3-7677B5076F63}" srcOrd="0" destOrd="0" parTransId="{B5DE480E-2750-4F23-88E2-6AD4196B22BD}" sibTransId="{EFF82D09-5079-4B63-B832-9FAF4CF0C771}"/>
    <dgm:cxn modelId="{6177185F-2991-47E8-8DB3-376AE5C3E43A}" type="presOf" srcId="{6B68DA27-426F-4E00-891C-F53C2018CA45}" destId="{888E5BFA-822F-4BDD-9982-6165E0AA4E49}" srcOrd="0" destOrd="0" presId="urn:microsoft.com/office/officeart/2005/8/layout/radial6"/>
    <dgm:cxn modelId="{AF090CA9-EE69-4323-8AE1-03EAC04D18E1}" type="presOf" srcId="{5CADA2A7-4FAF-47B0-86F3-C575BAA681CD}" destId="{A13D9FBB-339A-4D3D-B684-9A9B81D8E902}" srcOrd="0" destOrd="0" presId="urn:microsoft.com/office/officeart/2005/8/layout/radial6"/>
    <dgm:cxn modelId="{46C47838-4DFC-471D-9CE1-64004F5E0513}" type="presOf" srcId="{A4ACE493-6C21-4E20-83B7-54A5E3D3648A}" destId="{CC280168-EA95-4D1F-816A-C73FBA077CCB}" srcOrd="0" destOrd="0" presId="urn:microsoft.com/office/officeart/2005/8/layout/radial6"/>
    <dgm:cxn modelId="{48A06554-CBA3-4247-818B-59F305C4DF64}" srcId="{A3B5A5AE-EBD0-41D2-8AE3-7677B5076F63}" destId="{F0903C56-8FA7-4C84-8B01-4E24B64A1CFA}" srcOrd="0" destOrd="0" parTransId="{C8227EB5-A984-4AEF-B6AA-F15458B07427}" sibTransId="{F73DDDED-CD52-4907-AD48-75FA66169D8F}"/>
    <dgm:cxn modelId="{8ABF64A7-59D1-4D06-8A3B-EBB6B9376BBE}" type="presParOf" srcId="{CC280168-EA95-4D1F-816A-C73FBA077CCB}" destId="{8AF7119E-8FEF-4F65-8129-A2753A7EDD9E}" srcOrd="0" destOrd="0" presId="urn:microsoft.com/office/officeart/2005/8/layout/radial6"/>
    <dgm:cxn modelId="{0A7E101C-317A-46B8-90D4-2A2526D79089}" type="presParOf" srcId="{CC280168-EA95-4D1F-816A-C73FBA077CCB}" destId="{4D53247A-C360-40EB-A360-7DE411807BD9}" srcOrd="1" destOrd="0" presId="urn:microsoft.com/office/officeart/2005/8/layout/radial6"/>
    <dgm:cxn modelId="{FE0B049A-3280-40EE-AC7B-D74E299C89AE}" type="presParOf" srcId="{CC280168-EA95-4D1F-816A-C73FBA077CCB}" destId="{AE7528D6-8224-48E9-985A-1F68F54FEBD4}" srcOrd="2" destOrd="0" presId="urn:microsoft.com/office/officeart/2005/8/layout/radial6"/>
    <dgm:cxn modelId="{85EEF54F-BC75-43EA-898C-3CEB2AB9BCE3}" type="presParOf" srcId="{CC280168-EA95-4D1F-816A-C73FBA077CCB}" destId="{3DEBB742-7876-4DEA-B999-DDC3617B97C7}" srcOrd="3" destOrd="0" presId="urn:microsoft.com/office/officeart/2005/8/layout/radial6"/>
    <dgm:cxn modelId="{20654966-F11C-4418-98F7-9593562AAC96}" type="presParOf" srcId="{CC280168-EA95-4D1F-816A-C73FBA077CCB}" destId="{888E5BFA-822F-4BDD-9982-6165E0AA4E49}" srcOrd="4" destOrd="0" presId="urn:microsoft.com/office/officeart/2005/8/layout/radial6"/>
    <dgm:cxn modelId="{29682763-1F62-458E-B6AC-4994ACB998E7}" type="presParOf" srcId="{CC280168-EA95-4D1F-816A-C73FBA077CCB}" destId="{C56BAAD7-CEF9-4559-9660-C4FE347528C4}" srcOrd="5" destOrd="0" presId="urn:microsoft.com/office/officeart/2005/8/layout/radial6"/>
    <dgm:cxn modelId="{9F731BCA-E17E-42D1-BCD0-35B448877F9B}" type="presParOf" srcId="{CC280168-EA95-4D1F-816A-C73FBA077CCB}" destId="{8270D256-D166-4545-8E94-B2CA47C9C0F2}" srcOrd="6" destOrd="0" presId="urn:microsoft.com/office/officeart/2005/8/layout/radial6"/>
    <dgm:cxn modelId="{5C680B25-3E17-416A-A119-CEC1A97EC367}" type="presParOf" srcId="{CC280168-EA95-4D1F-816A-C73FBA077CCB}" destId="{0C2D7A5B-05E2-42B8-9DF6-866947368868}" srcOrd="7" destOrd="0" presId="urn:microsoft.com/office/officeart/2005/8/layout/radial6"/>
    <dgm:cxn modelId="{CABAEA41-F0CF-4C4F-8172-3D397FB35927}" type="presParOf" srcId="{CC280168-EA95-4D1F-816A-C73FBA077CCB}" destId="{6309B47F-4B50-42A7-910F-C67F3DAB4F90}" srcOrd="8" destOrd="0" presId="urn:microsoft.com/office/officeart/2005/8/layout/radial6"/>
    <dgm:cxn modelId="{495EABC4-7A07-4F45-BB9A-9163DD07A6A8}" type="presParOf" srcId="{CC280168-EA95-4D1F-816A-C73FBA077CCB}" destId="{A13D9FBB-339A-4D3D-B684-9A9B81D8E902}" srcOrd="9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26FD3E6-6A70-468F-B49E-560F9171E0DB}" type="doc">
      <dgm:prSet loTypeId="urn:microsoft.com/office/officeart/2005/8/layout/hList1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21B0A1A2-D508-4EFD-B112-6C3D9BBF1889}">
      <dgm:prSet phldrT="[文本]"/>
      <dgm:spPr/>
      <dgm:t>
        <a:bodyPr/>
        <a:lstStyle/>
        <a:p>
          <a:r>
            <a:rPr lang="zh-CN" altLang="en-US" dirty="0"/>
            <a:t>区域布局</a:t>
          </a:r>
        </a:p>
      </dgm:t>
    </dgm:pt>
    <dgm:pt modelId="{4EA119A5-903E-4459-B44B-0A0389C12668}" type="parTrans" cxnId="{E115F74E-36A8-4403-AF83-705DCF3E01CB}">
      <dgm:prSet/>
      <dgm:spPr/>
      <dgm:t>
        <a:bodyPr/>
        <a:lstStyle/>
        <a:p>
          <a:endParaRPr lang="zh-CN" altLang="en-US"/>
        </a:p>
      </dgm:t>
    </dgm:pt>
    <dgm:pt modelId="{3E86CFD3-0A6F-4322-ACD0-9C9586E58D5D}" type="sibTrans" cxnId="{E115F74E-36A8-4403-AF83-705DCF3E01CB}">
      <dgm:prSet/>
      <dgm:spPr/>
      <dgm:t>
        <a:bodyPr/>
        <a:lstStyle/>
        <a:p>
          <a:endParaRPr lang="zh-CN" altLang="en-US"/>
        </a:p>
      </dgm:t>
    </dgm:pt>
    <dgm:pt modelId="{34865E84-BBD0-4A1A-AFE7-4CE0B4D7D1B2}">
      <dgm:prSet phldrT="[文本]" custT="1"/>
      <dgm:spPr/>
      <dgm:t>
        <a:bodyPr/>
        <a:lstStyle/>
        <a:p>
          <a:r>
            <a:rPr lang="zh-CN" altLang="en-US" sz="2200" dirty="0"/>
            <a:t>区域分布</a:t>
          </a:r>
        </a:p>
      </dgm:t>
    </dgm:pt>
    <dgm:pt modelId="{CC355ABD-2D00-42E6-94BE-446915615AE5}" type="parTrans" cxnId="{F8308F34-AD97-4911-A123-0A2D03E647B8}">
      <dgm:prSet/>
      <dgm:spPr/>
      <dgm:t>
        <a:bodyPr/>
        <a:lstStyle/>
        <a:p>
          <a:endParaRPr lang="zh-CN" altLang="en-US"/>
        </a:p>
      </dgm:t>
    </dgm:pt>
    <dgm:pt modelId="{3B6B0D62-1C38-4DBB-AC66-515B3E72CD16}" type="sibTrans" cxnId="{F8308F34-AD97-4911-A123-0A2D03E647B8}">
      <dgm:prSet/>
      <dgm:spPr/>
      <dgm:t>
        <a:bodyPr/>
        <a:lstStyle/>
        <a:p>
          <a:endParaRPr lang="zh-CN" altLang="en-US"/>
        </a:p>
      </dgm:t>
    </dgm:pt>
    <dgm:pt modelId="{94095AAD-71F7-48E3-AD42-393C5B1A2019}">
      <dgm:prSet phldrT="[文本]" custT="1"/>
      <dgm:spPr/>
      <dgm:t>
        <a:bodyPr/>
        <a:lstStyle/>
        <a:p>
          <a:r>
            <a:rPr lang="zh-CN" altLang="en-US" sz="2200" dirty="0"/>
            <a:t>重点区域</a:t>
          </a:r>
        </a:p>
      </dgm:t>
    </dgm:pt>
    <dgm:pt modelId="{4E2C0902-EE76-40B3-A706-B246F20352FF}" type="parTrans" cxnId="{34DBE2FA-F02A-4992-84BF-06F9B79123E8}">
      <dgm:prSet/>
      <dgm:spPr/>
      <dgm:t>
        <a:bodyPr/>
        <a:lstStyle/>
        <a:p>
          <a:endParaRPr lang="zh-CN" altLang="en-US"/>
        </a:p>
      </dgm:t>
    </dgm:pt>
    <dgm:pt modelId="{B06BFB5D-B6C5-4F33-9BEC-BBE0BB731530}" type="sibTrans" cxnId="{34DBE2FA-F02A-4992-84BF-06F9B79123E8}">
      <dgm:prSet/>
      <dgm:spPr/>
      <dgm:t>
        <a:bodyPr/>
        <a:lstStyle/>
        <a:p>
          <a:endParaRPr lang="zh-CN" altLang="en-US"/>
        </a:p>
      </dgm:t>
    </dgm:pt>
    <dgm:pt modelId="{ADFE2988-9711-4B09-B05C-5667CFC4F659}">
      <dgm:prSet phldrT="[文本]"/>
      <dgm:spPr/>
      <dgm:t>
        <a:bodyPr/>
        <a:lstStyle/>
        <a:p>
          <a:r>
            <a:rPr lang="zh-CN" altLang="en-US" dirty="0"/>
            <a:t>产品线</a:t>
          </a:r>
        </a:p>
      </dgm:t>
    </dgm:pt>
    <dgm:pt modelId="{0FA34B66-5971-4694-8FB2-931BBCC8F439}" type="parTrans" cxnId="{1EA186C6-1F9B-4944-AC82-07FED2248759}">
      <dgm:prSet/>
      <dgm:spPr/>
      <dgm:t>
        <a:bodyPr/>
        <a:lstStyle/>
        <a:p>
          <a:endParaRPr lang="zh-CN" altLang="en-US"/>
        </a:p>
      </dgm:t>
    </dgm:pt>
    <dgm:pt modelId="{1B0EE357-CF9F-48FC-AF45-2199E88721D1}" type="sibTrans" cxnId="{1EA186C6-1F9B-4944-AC82-07FED2248759}">
      <dgm:prSet/>
      <dgm:spPr/>
      <dgm:t>
        <a:bodyPr/>
        <a:lstStyle/>
        <a:p>
          <a:endParaRPr lang="zh-CN" altLang="en-US"/>
        </a:p>
      </dgm:t>
    </dgm:pt>
    <dgm:pt modelId="{916DA66A-7975-4D42-AD4C-52659AC2111F}">
      <dgm:prSet phldrT="[文本]" custT="1"/>
      <dgm:spPr/>
      <dgm:t>
        <a:bodyPr/>
        <a:lstStyle/>
        <a:p>
          <a:r>
            <a:rPr lang="zh-CN" altLang="en-US" sz="2200" dirty="0"/>
            <a:t>产品线结构</a:t>
          </a:r>
        </a:p>
      </dgm:t>
    </dgm:pt>
    <dgm:pt modelId="{AC301511-49AF-42B5-9977-6E78815D3CE8}" type="parTrans" cxnId="{2094FA57-499B-477F-8FE6-51A39FAED2C3}">
      <dgm:prSet/>
      <dgm:spPr/>
      <dgm:t>
        <a:bodyPr/>
        <a:lstStyle/>
        <a:p>
          <a:endParaRPr lang="zh-CN" altLang="en-US"/>
        </a:p>
      </dgm:t>
    </dgm:pt>
    <dgm:pt modelId="{1B50A36F-2FCA-4747-8306-861FBFB49B7D}" type="sibTrans" cxnId="{2094FA57-499B-477F-8FE6-51A39FAED2C3}">
      <dgm:prSet/>
      <dgm:spPr/>
      <dgm:t>
        <a:bodyPr/>
        <a:lstStyle/>
        <a:p>
          <a:endParaRPr lang="zh-CN" altLang="en-US"/>
        </a:p>
      </dgm:t>
    </dgm:pt>
    <dgm:pt modelId="{8292C9F0-429F-47B1-9500-886C38703383}">
      <dgm:prSet phldrT="[文本]" custT="1"/>
      <dgm:spPr/>
      <dgm:t>
        <a:bodyPr/>
        <a:lstStyle/>
        <a:p>
          <a:r>
            <a:rPr lang="zh-CN" altLang="en-US" sz="2200" dirty="0"/>
            <a:t>重点产品</a:t>
          </a:r>
        </a:p>
      </dgm:t>
    </dgm:pt>
    <dgm:pt modelId="{38A3075E-391E-4D0D-AFC3-434C75CC81FD}" type="parTrans" cxnId="{C7B576C4-AACD-4E8C-A80D-19F3C25B799B}">
      <dgm:prSet/>
      <dgm:spPr/>
      <dgm:t>
        <a:bodyPr/>
        <a:lstStyle/>
        <a:p>
          <a:endParaRPr lang="zh-CN" altLang="en-US"/>
        </a:p>
      </dgm:t>
    </dgm:pt>
    <dgm:pt modelId="{896EBBD4-9AAB-4F35-9F9D-A2E8D1788F25}" type="sibTrans" cxnId="{C7B576C4-AACD-4E8C-A80D-19F3C25B799B}">
      <dgm:prSet/>
      <dgm:spPr/>
      <dgm:t>
        <a:bodyPr/>
        <a:lstStyle/>
        <a:p>
          <a:endParaRPr lang="zh-CN" altLang="en-US"/>
        </a:p>
      </dgm:t>
    </dgm:pt>
    <dgm:pt modelId="{BBB4208E-6E74-4349-9BE8-4A2EDB7B6A67}">
      <dgm:prSet phldrT="[文本]"/>
      <dgm:spPr/>
      <dgm:t>
        <a:bodyPr/>
        <a:lstStyle/>
        <a:p>
          <a:r>
            <a:rPr lang="zh-CN" altLang="en-US" dirty="0"/>
            <a:t>价格体系</a:t>
          </a:r>
        </a:p>
      </dgm:t>
    </dgm:pt>
    <dgm:pt modelId="{6DC999B7-DD0B-428A-9E96-07FB5D5AA169}" type="parTrans" cxnId="{B269BC54-076D-4233-9F09-E6A43B12DC37}">
      <dgm:prSet/>
      <dgm:spPr/>
      <dgm:t>
        <a:bodyPr/>
        <a:lstStyle/>
        <a:p>
          <a:endParaRPr lang="zh-CN" altLang="en-US"/>
        </a:p>
      </dgm:t>
    </dgm:pt>
    <dgm:pt modelId="{91CC4256-20DF-442E-9079-CE907B7312C5}" type="sibTrans" cxnId="{B269BC54-076D-4233-9F09-E6A43B12DC37}">
      <dgm:prSet/>
      <dgm:spPr/>
      <dgm:t>
        <a:bodyPr/>
        <a:lstStyle/>
        <a:p>
          <a:endParaRPr lang="zh-CN" altLang="en-US"/>
        </a:p>
      </dgm:t>
    </dgm:pt>
    <dgm:pt modelId="{EBE51A09-2C3F-4DA1-B662-331F198B3EEB}">
      <dgm:prSet phldrT="[文本]" custT="1"/>
      <dgm:spPr/>
      <dgm:t>
        <a:bodyPr/>
        <a:lstStyle/>
        <a:p>
          <a:r>
            <a:rPr lang="zh-CN" altLang="en-US" sz="2200" dirty="0"/>
            <a:t>价格体系</a:t>
          </a:r>
        </a:p>
      </dgm:t>
    </dgm:pt>
    <dgm:pt modelId="{D2D43F0F-F341-49BB-BB1A-52CC663AF852}" type="parTrans" cxnId="{F4091346-0AA3-489F-83C6-EB1131781335}">
      <dgm:prSet/>
      <dgm:spPr/>
      <dgm:t>
        <a:bodyPr/>
        <a:lstStyle/>
        <a:p>
          <a:endParaRPr lang="zh-CN" altLang="en-US"/>
        </a:p>
      </dgm:t>
    </dgm:pt>
    <dgm:pt modelId="{CFCED11D-3F72-4097-BB20-6718409EA996}" type="sibTrans" cxnId="{F4091346-0AA3-489F-83C6-EB1131781335}">
      <dgm:prSet/>
      <dgm:spPr/>
      <dgm:t>
        <a:bodyPr/>
        <a:lstStyle/>
        <a:p>
          <a:endParaRPr lang="zh-CN" altLang="en-US"/>
        </a:p>
      </dgm:t>
    </dgm:pt>
    <dgm:pt modelId="{3875E3B2-E4AD-4CB4-94E8-0B46BDB32D70}">
      <dgm:prSet phldrT="[文本]" custT="1"/>
      <dgm:spPr/>
      <dgm:t>
        <a:bodyPr/>
        <a:lstStyle/>
        <a:p>
          <a:r>
            <a:rPr lang="zh-CN" altLang="en-US" sz="2200" dirty="0"/>
            <a:t>价格</a:t>
          </a:r>
          <a:r>
            <a:rPr lang="en-US" altLang="zh-CN" sz="2200" dirty="0"/>
            <a:t>-</a:t>
          </a:r>
          <a:r>
            <a:rPr lang="zh-CN" altLang="en-US" sz="2200" dirty="0"/>
            <a:t>产品</a:t>
          </a:r>
        </a:p>
      </dgm:t>
    </dgm:pt>
    <dgm:pt modelId="{203ABA25-E5B8-46C2-9D7F-0924D970C2DE}" type="parTrans" cxnId="{914859A5-7166-434D-8E3C-92EC7E049653}">
      <dgm:prSet/>
      <dgm:spPr/>
      <dgm:t>
        <a:bodyPr/>
        <a:lstStyle/>
        <a:p>
          <a:endParaRPr lang="zh-CN" altLang="en-US"/>
        </a:p>
      </dgm:t>
    </dgm:pt>
    <dgm:pt modelId="{A92B6DCB-F4C5-45C0-9EB2-04254FED9B50}" type="sibTrans" cxnId="{914859A5-7166-434D-8E3C-92EC7E049653}">
      <dgm:prSet/>
      <dgm:spPr/>
      <dgm:t>
        <a:bodyPr/>
        <a:lstStyle/>
        <a:p>
          <a:endParaRPr lang="zh-CN" altLang="en-US"/>
        </a:p>
      </dgm:t>
    </dgm:pt>
    <dgm:pt modelId="{D0AA07F0-7484-4B87-8CED-916196B3A0DB}">
      <dgm:prSet phldrT="[文本]" custT="1"/>
      <dgm:spPr/>
      <dgm:t>
        <a:bodyPr/>
        <a:lstStyle/>
        <a:p>
          <a:r>
            <a:rPr lang="zh-CN" altLang="en-US" sz="2200" dirty="0"/>
            <a:t>区域销售异动</a:t>
          </a:r>
        </a:p>
      </dgm:t>
    </dgm:pt>
    <dgm:pt modelId="{6F185EFE-93D1-4DE5-BB5A-6462E03022D3}" type="parTrans" cxnId="{04AB480A-0BD1-4351-B6D5-A0E8BDF70FC2}">
      <dgm:prSet/>
      <dgm:spPr/>
      <dgm:t>
        <a:bodyPr/>
        <a:lstStyle/>
        <a:p>
          <a:endParaRPr lang="zh-CN" altLang="en-US"/>
        </a:p>
      </dgm:t>
    </dgm:pt>
    <dgm:pt modelId="{FA9CE7E3-EFA2-4CFC-8729-591CE27D11D6}" type="sibTrans" cxnId="{04AB480A-0BD1-4351-B6D5-A0E8BDF70FC2}">
      <dgm:prSet/>
      <dgm:spPr/>
      <dgm:t>
        <a:bodyPr/>
        <a:lstStyle/>
        <a:p>
          <a:endParaRPr lang="zh-CN" altLang="en-US"/>
        </a:p>
      </dgm:t>
    </dgm:pt>
    <dgm:pt modelId="{64510315-30C3-4A99-A5FA-7EB6C3725F9D}">
      <dgm:prSet phldrT="[文本]" custT="1"/>
      <dgm:spPr/>
      <dgm:t>
        <a:bodyPr/>
        <a:lstStyle/>
        <a:p>
          <a:r>
            <a:rPr lang="zh-CN" altLang="en-US" sz="2200" dirty="0"/>
            <a:t>区域</a:t>
          </a:r>
          <a:r>
            <a:rPr lang="en-US" altLang="zh-CN" sz="2200" dirty="0"/>
            <a:t>-</a:t>
          </a:r>
          <a:r>
            <a:rPr lang="zh-CN" altLang="en-US" sz="2200" dirty="0"/>
            <a:t>产品</a:t>
          </a:r>
        </a:p>
      </dgm:t>
    </dgm:pt>
    <dgm:pt modelId="{4779238D-1CE5-4E17-A68B-E9006B4484AA}" type="parTrans" cxnId="{3AB729B1-6F47-4855-B422-5FE46B423098}">
      <dgm:prSet/>
      <dgm:spPr/>
      <dgm:t>
        <a:bodyPr/>
        <a:lstStyle/>
        <a:p>
          <a:endParaRPr lang="zh-CN" altLang="en-US"/>
        </a:p>
      </dgm:t>
    </dgm:pt>
    <dgm:pt modelId="{8AE41CDE-E066-45FF-A9E2-5A92F3773447}" type="sibTrans" cxnId="{3AB729B1-6F47-4855-B422-5FE46B423098}">
      <dgm:prSet/>
      <dgm:spPr/>
      <dgm:t>
        <a:bodyPr/>
        <a:lstStyle/>
        <a:p>
          <a:endParaRPr lang="zh-CN" altLang="en-US"/>
        </a:p>
      </dgm:t>
    </dgm:pt>
    <dgm:pt modelId="{17B98869-2FDD-43DE-9E2C-4EAE06142A21}">
      <dgm:prSet phldrT="[文本]" custT="1"/>
      <dgm:spPr/>
      <dgm:t>
        <a:bodyPr/>
        <a:lstStyle/>
        <a:p>
          <a:r>
            <a:rPr lang="zh-CN" altLang="en-US" sz="2200" dirty="0"/>
            <a:t>产品</a:t>
          </a:r>
          <a:r>
            <a:rPr lang="en-US" altLang="zh-CN" sz="2200" dirty="0"/>
            <a:t>-</a:t>
          </a:r>
          <a:r>
            <a:rPr lang="zh-CN" altLang="en-US" sz="2200" dirty="0"/>
            <a:t>区域</a:t>
          </a:r>
        </a:p>
      </dgm:t>
    </dgm:pt>
    <dgm:pt modelId="{CE8A8EFD-FE5B-4038-9EA9-F22EF529DDD4}" type="parTrans" cxnId="{99BE3EF2-B2BD-449E-9767-6EFB7CF517AA}">
      <dgm:prSet/>
      <dgm:spPr/>
      <dgm:t>
        <a:bodyPr/>
        <a:lstStyle/>
        <a:p>
          <a:endParaRPr lang="zh-CN" altLang="en-US"/>
        </a:p>
      </dgm:t>
    </dgm:pt>
    <dgm:pt modelId="{D8A226A4-AABD-467C-B77F-C39E69F7E0EF}" type="sibTrans" cxnId="{99BE3EF2-B2BD-449E-9767-6EFB7CF517AA}">
      <dgm:prSet/>
      <dgm:spPr/>
      <dgm:t>
        <a:bodyPr/>
        <a:lstStyle/>
        <a:p>
          <a:endParaRPr lang="zh-CN" altLang="en-US"/>
        </a:p>
      </dgm:t>
    </dgm:pt>
    <dgm:pt modelId="{EDD8D128-5A5E-4C1A-B54F-92B6E69AF5D8}">
      <dgm:prSet phldrT="[文本]" custT="1"/>
      <dgm:spPr/>
      <dgm:t>
        <a:bodyPr/>
        <a:lstStyle/>
        <a:p>
          <a:r>
            <a:rPr lang="zh-CN" altLang="en-US" sz="2200" dirty="0"/>
            <a:t>价格</a:t>
          </a:r>
          <a:r>
            <a:rPr lang="en-US" altLang="zh-CN" sz="2200" dirty="0"/>
            <a:t>-</a:t>
          </a:r>
          <a:r>
            <a:rPr lang="zh-CN" altLang="en-US" sz="2200" dirty="0"/>
            <a:t>区域</a:t>
          </a:r>
        </a:p>
      </dgm:t>
    </dgm:pt>
    <dgm:pt modelId="{90662B84-4304-4ECB-B584-0C51D627C2FD}" type="parTrans" cxnId="{317410DD-5792-4D51-B251-515A602368ED}">
      <dgm:prSet/>
      <dgm:spPr/>
      <dgm:t>
        <a:bodyPr/>
        <a:lstStyle/>
        <a:p>
          <a:endParaRPr lang="zh-CN" altLang="en-US"/>
        </a:p>
      </dgm:t>
    </dgm:pt>
    <dgm:pt modelId="{EE814E3B-0EDE-4671-9BDD-ADF4F9E22C37}" type="sibTrans" cxnId="{317410DD-5792-4D51-B251-515A602368ED}">
      <dgm:prSet/>
      <dgm:spPr/>
      <dgm:t>
        <a:bodyPr/>
        <a:lstStyle/>
        <a:p>
          <a:endParaRPr lang="zh-CN" altLang="en-US"/>
        </a:p>
      </dgm:t>
    </dgm:pt>
    <dgm:pt modelId="{5BF13A3F-69F6-48B2-BF30-67A3BD3FF84D}" type="pres">
      <dgm:prSet presAssocID="{826FD3E6-6A70-468F-B49E-560F9171E0DB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E11F1F5D-6CF3-408B-8C4F-3F052F1757EC}" type="pres">
      <dgm:prSet presAssocID="{21B0A1A2-D508-4EFD-B112-6C3D9BBF1889}" presName="composite" presStyleCnt="0"/>
      <dgm:spPr/>
    </dgm:pt>
    <dgm:pt modelId="{C5CE782D-BC58-452C-8B49-AE6D18C95503}" type="pres">
      <dgm:prSet presAssocID="{21B0A1A2-D508-4EFD-B112-6C3D9BBF1889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B3F25E2-85E6-4532-B596-9D59202691FC}" type="pres">
      <dgm:prSet presAssocID="{21B0A1A2-D508-4EFD-B112-6C3D9BBF1889}" presName="desTx" presStyleLbl="align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9077C6A-0EB6-4639-962C-34965644A676}" type="pres">
      <dgm:prSet presAssocID="{3E86CFD3-0A6F-4322-ACD0-9C9586E58D5D}" presName="space" presStyleCnt="0"/>
      <dgm:spPr/>
    </dgm:pt>
    <dgm:pt modelId="{05B50680-E060-457C-9569-EABD4D3E0F01}" type="pres">
      <dgm:prSet presAssocID="{ADFE2988-9711-4B09-B05C-5667CFC4F659}" presName="composite" presStyleCnt="0"/>
      <dgm:spPr/>
    </dgm:pt>
    <dgm:pt modelId="{F68E9D0A-B9ED-468D-B075-207F715F64A6}" type="pres">
      <dgm:prSet presAssocID="{ADFE2988-9711-4B09-B05C-5667CFC4F659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7962231-312F-4A11-B6E6-4F7B95FC8A53}" type="pres">
      <dgm:prSet presAssocID="{ADFE2988-9711-4B09-B05C-5667CFC4F659}" presName="desTx" presStyleLbl="align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F79DCF5-CC8B-4E6A-A748-53EF3201E72E}" type="pres">
      <dgm:prSet presAssocID="{1B0EE357-CF9F-48FC-AF45-2199E88721D1}" presName="space" presStyleCnt="0"/>
      <dgm:spPr/>
    </dgm:pt>
    <dgm:pt modelId="{8C9C3EE8-AD28-401E-BC52-C5CFD71C3F9F}" type="pres">
      <dgm:prSet presAssocID="{BBB4208E-6E74-4349-9BE8-4A2EDB7B6A67}" presName="composite" presStyleCnt="0"/>
      <dgm:spPr/>
    </dgm:pt>
    <dgm:pt modelId="{9725DDC0-40F6-4BFE-810C-B9683E335F49}" type="pres">
      <dgm:prSet presAssocID="{BBB4208E-6E74-4349-9BE8-4A2EDB7B6A67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2F52225-9259-491A-9154-6A813E4CDE0D}" type="pres">
      <dgm:prSet presAssocID="{BBB4208E-6E74-4349-9BE8-4A2EDB7B6A67}" presName="desTx" presStyleLbl="align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34DBE2FA-F02A-4992-84BF-06F9B79123E8}" srcId="{21B0A1A2-D508-4EFD-B112-6C3D9BBF1889}" destId="{94095AAD-71F7-48E3-AD42-393C5B1A2019}" srcOrd="1" destOrd="0" parTransId="{4E2C0902-EE76-40B3-A706-B246F20352FF}" sibTransId="{B06BFB5D-B6C5-4F33-9BEC-BBE0BB731530}"/>
    <dgm:cxn modelId="{838D583B-4FA7-494F-BCB8-5F34C5E1CF68}" type="presOf" srcId="{916DA66A-7975-4D42-AD4C-52659AC2111F}" destId="{27962231-312F-4A11-B6E6-4F7B95FC8A53}" srcOrd="0" destOrd="0" presId="urn:microsoft.com/office/officeart/2005/8/layout/hList1"/>
    <dgm:cxn modelId="{AC4B402C-B547-40C3-9DF7-80A6B2BF8DA8}" type="presOf" srcId="{826FD3E6-6A70-468F-B49E-560F9171E0DB}" destId="{5BF13A3F-69F6-48B2-BF30-67A3BD3FF84D}" srcOrd="0" destOrd="0" presId="urn:microsoft.com/office/officeart/2005/8/layout/hList1"/>
    <dgm:cxn modelId="{04AB480A-0BD1-4351-B6D5-A0E8BDF70FC2}" srcId="{21B0A1A2-D508-4EFD-B112-6C3D9BBF1889}" destId="{D0AA07F0-7484-4B87-8CED-916196B3A0DB}" srcOrd="2" destOrd="0" parTransId="{6F185EFE-93D1-4DE5-BB5A-6462E03022D3}" sibTransId="{FA9CE7E3-EFA2-4CFC-8729-591CE27D11D6}"/>
    <dgm:cxn modelId="{317410DD-5792-4D51-B251-515A602368ED}" srcId="{BBB4208E-6E74-4349-9BE8-4A2EDB7B6A67}" destId="{EDD8D128-5A5E-4C1A-B54F-92B6E69AF5D8}" srcOrd="2" destOrd="0" parTransId="{90662B84-4304-4ECB-B584-0C51D627C2FD}" sibTransId="{EE814E3B-0EDE-4671-9BDD-ADF4F9E22C37}"/>
    <dgm:cxn modelId="{F4091346-0AA3-489F-83C6-EB1131781335}" srcId="{BBB4208E-6E74-4349-9BE8-4A2EDB7B6A67}" destId="{EBE51A09-2C3F-4DA1-B662-331F198B3EEB}" srcOrd="0" destOrd="0" parTransId="{D2D43F0F-F341-49BB-BB1A-52CC663AF852}" sibTransId="{CFCED11D-3F72-4097-BB20-6718409EA996}"/>
    <dgm:cxn modelId="{BF216668-2737-44AB-9AB0-9DC34925D0B2}" type="presOf" srcId="{8292C9F0-429F-47B1-9500-886C38703383}" destId="{27962231-312F-4A11-B6E6-4F7B95FC8A53}" srcOrd="0" destOrd="1" presId="urn:microsoft.com/office/officeart/2005/8/layout/hList1"/>
    <dgm:cxn modelId="{2094FA57-499B-477F-8FE6-51A39FAED2C3}" srcId="{ADFE2988-9711-4B09-B05C-5667CFC4F659}" destId="{916DA66A-7975-4D42-AD4C-52659AC2111F}" srcOrd="0" destOrd="0" parTransId="{AC301511-49AF-42B5-9977-6E78815D3CE8}" sibTransId="{1B50A36F-2FCA-4747-8306-861FBFB49B7D}"/>
    <dgm:cxn modelId="{199DB9A8-5100-414D-96D1-64EEED9B1481}" type="presOf" srcId="{ADFE2988-9711-4B09-B05C-5667CFC4F659}" destId="{F68E9D0A-B9ED-468D-B075-207F715F64A6}" srcOrd="0" destOrd="0" presId="urn:microsoft.com/office/officeart/2005/8/layout/hList1"/>
    <dgm:cxn modelId="{EE71BC4E-E086-41DA-8D52-9BA8C7A92B92}" type="presOf" srcId="{BBB4208E-6E74-4349-9BE8-4A2EDB7B6A67}" destId="{9725DDC0-40F6-4BFE-810C-B9683E335F49}" srcOrd="0" destOrd="0" presId="urn:microsoft.com/office/officeart/2005/8/layout/hList1"/>
    <dgm:cxn modelId="{E115F74E-36A8-4403-AF83-705DCF3E01CB}" srcId="{826FD3E6-6A70-468F-B49E-560F9171E0DB}" destId="{21B0A1A2-D508-4EFD-B112-6C3D9BBF1889}" srcOrd="0" destOrd="0" parTransId="{4EA119A5-903E-4459-B44B-0A0389C12668}" sibTransId="{3E86CFD3-0A6F-4322-ACD0-9C9586E58D5D}"/>
    <dgm:cxn modelId="{914859A5-7166-434D-8E3C-92EC7E049653}" srcId="{BBB4208E-6E74-4349-9BE8-4A2EDB7B6A67}" destId="{3875E3B2-E4AD-4CB4-94E8-0B46BDB32D70}" srcOrd="1" destOrd="0" parTransId="{203ABA25-E5B8-46C2-9D7F-0924D970C2DE}" sibTransId="{A92B6DCB-F4C5-45C0-9EB2-04254FED9B50}"/>
    <dgm:cxn modelId="{72F9B781-F478-450D-AA1B-2273E4F944E6}" type="presOf" srcId="{21B0A1A2-D508-4EFD-B112-6C3D9BBF1889}" destId="{C5CE782D-BC58-452C-8B49-AE6D18C95503}" srcOrd="0" destOrd="0" presId="urn:microsoft.com/office/officeart/2005/8/layout/hList1"/>
    <dgm:cxn modelId="{3AB729B1-6F47-4855-B422-5FE46B423098}" srcId="{21B0A1A2-D508-4EFD-B112-6C3D9BBF1889}" destId="{64510315-30C3-4A99-A5FA-7EB6C3725F9D}" srcOrd="3" destOrd="0" parTransId="{4779238D-1CE5-4E17-A68B-E9006B4484AA}" sibTransId="{8AE41CDE-E066-45FF-A9E2-5A92F3773447}"/>
    <dgm:cxn modelId="{EEE5C343-FF66-4529-829E-169FB57041BF}" type="presOf" srcId="{EDD8D128-5A5E-4C1A-B54F-92B6E69AF5D8}" destId="{22F52225-9259-491A-9154-6A813E4CDE0D}" srcOrd="0" destOrd="2" presId="urn:microsoft.com/office/officeart/2005/8/layout/hList1"/>
    <dgm:cxn modelId="{5C31F874-77DE-49B3-A782-3BEA1C4E6831}" type="presOf" srcId="{94095AAD-71F7-48E3-AD42-393C5B1A2019}" destId="{8B3F25E2-85E6-4532-B596-9D59202691FC}" srcOrd="0" destOrd="1" presId="urn:microsoft.com/office/officeart/2005/8/layout/hList1"/>
    <dgm:cxn modelId="{7642CC7D-B132-48AF-B757-7C97F7567884}" type="presOf" srcId="{3875E3B2-E4AD-4CB4-94E8-0B46BDB32D70}" destId="{22F52225-9259-491A-9154-6A813E4CDE0D}" srcOrd="0" destOrd="1" presId="urn:microsoft.com/office/officeart/2005/8/layout/hList1"/>
    <dgm:cxn modelId="{00D7EF76-406D-463C-A7F8-1F40C37945BC}" type="presOf" srcId="{64510315-30C3-4A99-A5FA-7EB6C3725F9D}" destId="{8B3F25E2-85E6-4532-B596-9D59202691FC}" srcOrd="0" destOrd="3" presId="urn:microsoft.com/office/officeart/2005/8/layout/hList1"/>
    <dgm:cxn modelId="{28E29BE3-3A9D-45C8-97F6-F05AF8AC5F61}" type="presOf" srcId="{D0AA07F0-7484-4B87-8CED-916196B3A0DB}" destId="{8B3F25E2-85E6-4532-B596-9D59202691FC}" srcOrd="0" destOrd="2" presId="urn:microsoft.com/office/officeart/2005/8/layout/hList1"/>
    <dgm:cxn modelId="{702D6D67-9E3D-4D62-927E-2B235947F5A5}" type="presOf" srcId="{EBE51A09-2C3F-4DA1-B662-331F198B3EEB}" destId="{22F52225-9259-491A-9154-6A813E4CDE0D}" srcOrd="0" destOrd="0" presId="urn:microsoft.com/office/officeart/2005/8/layout/hList1"/>
    <dgm:cxn modelId="{1EA186C6-1F9B-4944-AC82-07FED2248759}" srcId="{826FD3E6-6A70-468F-B49E-560F9171E0DB}" destId="{ADFE2988-9711-4B09-B05C-5667CFC4F659}" srcOrd="1" destOrd="0" parTransId="{0FA34B66-5971-4694-8FB2-931BBCC8F439}" sibTransId="{1B0EE357-CF9F-48FC-AF45-2199E88721D1}"/>
    <dgm:cxn modelId="{B269BC54-076D-4233-9F09-E6A43B12DC37}" srcId="{826FD3E6-6A70-468F-B49E-560F9171E0DB}" destId="{BBB4208E-6E74-4349-9BE8-4A2EDB7B6A67}" srcOrd="2" destOrd="0" parTransId="{6DC999B7-DD0B-428A-9E96-07FB5D5AA169}" sibTransId="{91CC4256-20DF-442E-9079-CE907B7312C5}"/>
    <dgm:cxn modelId="{F8308F34-AD97-4911-A123-0A2D03E647B8}" srcId="{21B0A1A2-D508-4EFD-B112-6C3D9BBF1889}" destId="{34865E84-BBD0-4A1A-AFE7-4CE0B4D7D1B2}" srcOrd="0" destOrd="0" parTransId="{CC355ABD-2D00-42E6-94BE-446915615AE5}" sibTransId="{3B6B0D62-1C38-4DBB-AC66-515B3E72CD16}"/>
    <dgm:cxn modelId="{C7B576C4-AACD-4E8C-A80D-19F3C25B799B}" srcId="{ADFE2988-9711-4B09-B05C-5667CFC4F659}" destId="{8292C9F0-429F-47B1-9500-886C38703383}" srcOrd="1" destOrd="0" parTransId="{38A3075E-391E-4D0D-AFC3-434C75CC81FD}" sibTransId="{896EBBD4-9AAB-4F35-9F9D-A2E8D1788F25}"/>
    <dgm:cxn modelId="{1A30EE92-68F6-4F8E-BE5B-3C42C0B9E3DA}" type="presOf" srcId="{17B98869-2FDD-43DE-9E2C-4EAE06142A21}" destId="{27962231-312F-4A11-B6E6-4F7B95FC8A53}" srcOrd="0" destOrd="2" presId="urn:microsoft.com/office/officeart/2005/8/layout/hList1"/>
    <dgm:cxn modelId="{99BE3EF2-B2BD-449E-9767-6EFB7CF517AA}" srcId="{ADFE2988-9711-4B09-B05C-5667CFC4F659}" destId="{17B98869-2FDD-43DE-9E2C-4EAE06142A21}" srcOrd="2" destOrd="0" parTransId="{CE8A8EFD-FE5B-4038-9EA9-F22EF529DDD4}" sibTransId="{D8A226A4-AABD-467C-B77F-C39E69F7E0EF}"/>
    <dgm:cxn modelId="{E28C40AB-710C-4A6A-82C6-95F8A2158A3B}" type="presOf" srcId="{34865E84-BBD0-4A1A-AFE7-4CE0B4D7D1B2}" destId="{8B3F25E2-85E6-4532-B596-9D59202691FC}" srcOrd="0" destOrd="0" presId="urn:microsoft.com/office/officeart/2005/8/layout/hList1"/>
    <dgm:cxn modelId="{46C783D6-D60C-4A8D-A0D3-FFB9518EEB20}" type="presParOf" srcId="{5BF13A3F-69F6-48B2-BF30-67A3BD3FF84D}" destId="{E11F1F5D-6CF3-408B-8C4F-3F052F1757EC}" srcOrd="0" destOrd="0" presId="urn:microsoft.com/office/officeart/2005/8/layout/hList1"/>
    <dgm:cxn modelId="{330286B6-6061-4EB5-ACE0-AF792A7AAB8C}" type="presParOf" srcId="{E11F1F5D-6CF3-408B-8C4F-3F052F1757EC}" destId="{C5CE782D-BC58-452C-8B49-AE6D18C95503}" srcOrd="0" destOrd="0" presId="urn:microsoft.com/office/officeart/2005/8/layout/hList1"/>
    <dgm:cxn modelId="{9EFDE126-DA43-422B-B081-0597A5937F44}" type="presParOf" srcId="{E11F1F5D-6CF3-408B-8C4F-3F052F1757EC}" destId="{8B3F25E2-85E6-4532-B596-9D59202691FC}" srcOrd="1" destOrd="0" presId="urn:microsoft.com/office/officeart/2005/8/layout/hList1"/>
    <dgm:cxn modelId="{296B1EF1-E2E5-437C-A821-A29934C5E9D8}" type="presParOf" srcId="{5BF13A3F-69F6-48B2-BF30-67A3BD3FF84D}" destId="{F9077C6A-0EB6-4639-962C-34965644A676}" srcOrd="1" destOrd="0" presId="urn:microsoft.com/office/officeart/2005/8/layout/hList1"/>
    <dgm:cxn modelId="{012AD050-DAC3-4B88-B84E-68D4E84C1253}" type="presParOf" srcId="{5BF13A3F-69F6-48B2-BF30-67A3BD3FF84D}" destId="{05B50680-E060-457C-9569-EABD4D3E0F01}" srcOrd="2" destOrd="0" presId="urn:microsoft.com/office/officeart/2005/8/layout/hList1"/>
    <dgm:cxn modelId="{0F5E825C-9C1D-487B-BE0C-4D957E396431}" type="presParOf" srcId="{05B50680-E060-457C-9569-EABD4D3E0F01}" destId="{F68E9D0A-B9ED-468D-B075-207F715F64A6}" srcOrd="0" destOrd="0" presId="urn:microsoft.com/office/officeart/2005/8/layout/hList1"/>
    <dgm:cxn modelId="{FD62C6D2-622E-4347-9896-9107C6C29322}" type="presParOf" srcId="{05B50680-E060-457C-9569-EABD4D3E0F01}" destId="{27962231-312F-4A11-B6E6-4F7B95FC8A53}" srcOrd="1" destOrd="0" presId="urn:microsoft.com/office/officeart/2005/8/layout/hList1"/>
    <dgm:cxn modelId="{D741D31B-12AC-4462-B168-8FB00CA5F4C6}" type="presParOf" srcId="{5BF13A3F-69F6-48B2-BF30-67A3BD3FF84D}" destId="{BF79DCF5-CC8B-4E6A-A748-53EF3201E72E}" srcOrd="3" destOrd="0" presId="urn:microsoft.com/office/officeart/2005/8/layout/hList1"/>
    <dgm:cxn modelId="{2FCC8FDC-38C3-46C8-990C-DC2AA5C834D4}" type="presParOf" srcId="{5BF13A3F-69F6-48B2-BF30-67A3BD3FF84D}" destId="{8C9C3EE8-AD28-401E-BC52-C5CFD71C3F9F}" srcOrd="4" destOrd="0" presId="urn:microsoft.com/office/officeart/2005/8/layout/hList1"/>
    <dgm:cxn modelId="{6D362F86-3D7E-4938-A093-5A4AF596539B}" type="presParOf" srcId="{8C9C3EE8-AD28-401E-BC52-C5CFD71C3F9F}" destId="{9725DDC0-40F6-4BFE-810C-B9683E335F49}" srcOrd="0" destOrd="0" presId="urn:microsoft.com/office/officeart/2005/8/layout/hList1"/>
    <dgm:cxn modelId="{6324EE39-8474-4E75-B4DC-F3DA024CD203}" type="presParOf" srcId="{8C9C3EE8-AD28-401E-BC52-C5CFD71C3F9F}" destId="{22F52225-9259-491A-9154-6A813E4CDE0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B9132A4-92BD-4038-A134-A772E349F128}" type="doc">
      <dgm:prSet loTypeId="urn:microsoft.com/office/officeart/2005/8/layout/radial4" loCatId="relationship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zh-CN" altLang="en-US"/>
        </a:p>
      </dgm:t>
    </dgm:pt>
    <dgm:pt modelId="{ADA12B05-28DF-4FBA-8DEA-11D5BC18887F}">
      <dgm:prSet phldrT="[文本]"/>
      <dgm:spPr/>
      <dgm:t>
        <a:bodyPr/>
        <a:lstStyle/>
        <a:p>
          <a:r>
            <a:rPr lang="zh-CN" altLang="en-US" b="1" dirty="0">
              <a:solidFill>
                <a:schemeClr val="tx1"/>
              </a:solidFill>
            </a:rPr>
            <a:t>分析方法</a:t>
          </a:r>
        </a:p>
      </dgm:t>
    </dgm:pt>
    <dgm:pt modelId="{74EBFAE5-88DD-4E18-81CB-AE9F20E69D84}" type="parTrans" cxnId="{54A1E616-1665-459E-B1DD-BC12ABE52B73}">
      <dgm:prSet/>
      <dgm:spPr/>
      <dgm:t>
        <a:bodyPr/>
        <a:lstStyle/>
        <a:p>
          <a:endParaRPr lang="zh-CN" altLang="en-US" b="1">
            <a:solidFill>
              <a:schemeClr val="tx1"/>
            </a:solidFill>
          </a:endParaRPr>
        </a:p>
      </dgm:t>
    </dgm:pt>
    <dgm:pt modelId="{7BC2557D-2D92-4BDE-A6AE-F4DB913B54B3}" type="sibTrans" cxnId="{54A1E616-1665-459E-B1DD-BC12ABE52B73}">
      <dgm:prSet/>
      <dgm:spPr/>
      <dgm:t>
        <a:bodyPr/>
        <a:lstStyle/>
        <a:p>
          <a:endParaRPr lang="zh-CN" altLang="en-US" b="1">
            <a:solidFill>
              <a:schemeClr val="tx1"/>
            </a:solidFill>
          </a:endParaRPr>
        </a:p>
      </dgm:t>
    </dgm:pt>
    <dgm:pt modelId="{776E619B-EBB2-4727-824A-5C67D96DC125}">
      <dgm:prSet phldrT="[文本]"/>
      <dgm:spPr/>
      <dgm:t>
        <a:bodyPr/>
        <a:lstStyle/>
        <a:p>
          <a:r>
            <a:rPr lang="zh-CN" altLang="en-US" b="1">
              <a:solidFill>
                <a:schemeClr val="tx1"/>
              </a:solidFill>
            </a:rPr>
            <a:t>“三维”数据分析法</a:t>
          </a:r>
          <a:endParaRPr lang="zh-CN" altLang="en-US" b="1" dirty="0">
            <a:solidFill>
              <a:schemeClr val="tx1"/>
            </a:solidFill>
          </a:endParaRPr>
        </a:p>
      </dgm:t>
    </dgm:pt>
    <dgm:pt modelId="{9D663D4D-9352-4263-9CE1-D7B4CBEF5C73}" type="parTrans" cxnId="{EB7B610D-E96F-4EB9-801A-291B307DB2D4}">
      <dgm:prSet/>
      <dgm:spPr/>
      <dgm:t>
        <a:bodyPr/>
        <a:lstStyle/>
        <a:p>
          <a:endParaRPr lang="zh-CN" altLang="en-US" b="1">
            <a:solidFill>
              <a:schemeClr val="tx1"/>
            </a:solidFill>
          </a:endParaRPr>
        </a:p>
      </dgm:t>
    </dgm:pt>
    <dgm:pt modelId="{12EC0264-A7A1-464B-8817-1304B1E15BDF}" type="sibTrans" cxnId="{EB7B610D-E96F-4EB9-801A-291B307DB2D4}">
      <dgm:prSet/>
      <dgm:spPr/>
      <dgm:t>
        <a:bodyPr/>
        <a:lstStyle/>
        <a:p>
          <a:endParaRPr lang="zh-CN" altLang="en-US" b="1">
            <a:solidFill>
              <a:schemeClr val="tx1"/>
            </a:solidFill>
          </a:endParaRPr>
        </a:p>
      </dgm:t>
    </dgm:pt>
    <dgm:pt modelId="{40B2DC1B-FD35-4501-82F6-FE2FBE22A39D}">
      <dgm:prSet phldrT="[文本]"/>
      <dgm:spPr/>
      <dgm:t>
        <a:bodyPr/>
        <a:lstStyle/>
        <a:p>
          <a:r>
            <a:rPr lang="en-US" altLang="zh-CN" b="1">
              <a:solidFill>
                <a:schemeClr val="tx1"/>
              </a:solidFill>
            </a:rPr>
            <a:t>6</a:t>
          </a:r>
          <a:r>
            <a:rPr lang="zh-CN" altLang="en-US" b="1">
              <a:solidFill>
                <a:schemeClr val="tx1"/>
              </a:solidFill>
            </a:rPr>
            <a:t>个月纵向分析法</a:t>
          </a:r>
          <a:endParaRPr lang="zh-CN" altLang="en-US" b="1" dirty="0">
            <a:solidFill>
              <a:schemeClr val="tx1"/>
            </a:solidFill>
          </a:endParaRPr>
        </a:p>
      </dgm:t>
    </dgm:pt>
    <dgm:pt modelId="{5948AA55-47EC-48DC-A47D-AD166C5A691A}" type="parTrans" cxnId="{0A0F77F9-5BEC-40AE-B82A-EC4DA7738266}">
      <dgm:prSet/>
      <dgm:spPr/>
      <dgm:t>
        <a:bodyPr/>
        <a:lstStyle/>
        <a:p>
          <a:endParaRPr lang="zh-CN" altLang="en-US" b="1">
            <a:solidFill>
              <a:schemeClr val="tx1"/>
            </a:solidFill>
          </a:endParaRPr>
        </a:p>
      </dgm:t>
    </dgm:pt>
    <dgm:pt modelId="{C5146026-4AB8-4171-97DD-BCEEC4DEE98B}" type="sibTrans" cxnId="{0A0F77F9-5BEC-40AE-B82A-EC4DA7738266}">
      <dgm:prSet/>
      <dgm:spPr/>
      <dgm:t>
        <a:bodyPr/>
        <a:lstStyle/>
        <a:p>
          <a:endParaRPr lang="zh-CN" altLang="en-US" b="1">
            <a:solidFill>
              <a:schemeClr val="tx1"/>
            </a:solidFill>
          </a:endParaRPr>
        </a:p>
      </dgm:t>
    </dgm:pt>
    <dgm:pt modelId="{8B5B4454-360C-45F7-A3DC-2141AC28E87D}">
      <dgm:prSet phldrT="[文本]"/>
      <dgm:spPr/>
      <dgm:t>
        <a:bodyPr/>
        <a:lstStyle/>
        <a:p>
          <a:r>
            <a:rPr lang="zh-CN" altLang="en-US" b="1">
              <a:solidFill>
                <a:schemeClr val="tx1"/>
              </a:solidFill>
            </a:rPr>
            <a:t>区域分类分析法</a:t>
          </a:r>
          <a:endParaRPr lang="zh-CN" altLang="en-US" b="1" dirty="0">
            <a:solidFill>
              <a:schemeClr val="tx1"/>
            </a:solidFill>
          </a:endParaRPr>
        </a:p>
      </dgm:t>
    </dgm:pt>
    <dgm:pt modelId="{A84A3427-C758-47C7-BD30-01F7958826B0}" type="parTrans" cxnId="{44C5A944-DA3A-4480-90FD-029C643C0F26}">
      <dgm:prSet/>
      <dgm:spPr/>
      <dgm:t>
        <a:bodyPr/>
        <a:lstStyle/>
        <a:p>
          <a:endParaRPr lang="zh-CN" altLang="en-US" b="1">
            <a:solidFill>
              <a:schemeClr val="tx1"/>
            </a:solidFill>
          </a:endParaRPr>
        </a:p>
      </dgm:t>
    </dgm:pt>
    <dgm:pt modelId="{72B102CB-46F8-4211-BBA1-08F84CE052C6}" type="sibTrans" cxnId="{44C5A944-DA3A-4480-90FD-029C643C0F26}">
      <dgm:prSet/>
      <dgm:spPr/>
      <dgm:t>
        <a:bodyPr/>
        <a:lstStyle/>
        <a:p>
          <a:endParaRPr lang="zh-CN" altLang="en-US" b="1">
            <a:solidFill>
              <a:schemeClr val="tx1"/>
            </a:solidFill>
          </a:endParaRPr>
        </a:p>
      </dgm:t>
    </dgm:pt>
    <dgm:pt modelId="{8855AD79-A623-4AFE-9B2F-039F03C96EA0}" type="pres">
      <dgm:prSet presAssocID="{2B9132A4-92BD-4038-A134-A772E349F128}" presName="cycle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A75F0267-D824-407A-A38C-545232FAC2F3}" type="pres">
      <dgm:prSet presAssocID="{ADA12B05-28DF-4FBA-8DEA-11D5BC18887F}" presName="centerShape" presStyleLbl="node0" presStyleIdx="0" presStyleCnt="1"/>
      <dgm:spPr/>
      <dgm:t>
        <a:bodyPr/>
        <a:lstStyle/>
        <a:p>
          <a:endParaRPr lang="zh-CN" altLang="en-US"/>
        </a:p>
      </dgm:t>
    </dgm:pt>
    <dgm:pt modelId="{68F6EADC-8DC1-43E6-96C0-C66F0142EE1A}" type="pres">
      <dgm:prSet presAssocID="{9D663D4D-9352-4263-9CE1-D7B4CBEF5C73}" presName="parTrans" presStyleLbl="bgSibTrans2D1" presStyleIdx="0" presStyleCnt="3"/>
      <dgm:spPr/>
      <dgm:t>
        <a:bodyPr/>
        <a:lstStyle/>
        <a:p>
          <a:endParaRPr lang="zh-CN" altLang="en-US"/>
        </a:p>
      </dgm:t>
    </dgm:pt>
    <dgm:pt modelId="{77DED704-8F37-4DCD-BBE8-6086A425A12A}" type="pres">
      <dgm:prSet presAssocID="{776E619B-EBB2-4727-824A-5C67D96DC125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7F92206-AB39-466D-BBF8-E1C2B6FE5396}" type="pres">
      <dgm:prSet presAssocID="{5948AA55-47EC-48DC-A47D-AD166C5A691A}" presName="parTrans" presStyleLbl="bgSibTrans2D1" presStyleIdx="1" presStyleCnt="3"/>
      <dgm:spPr/>
      <dgm:t>
        <a:bodyPr/>
        <a:lstStyle/>
        <a:p>
          <a:endParaRPr lang="zh-CN" altLang="en-US"/>
        </a:p>
      </dgm:t>
    </dgm:pt>
    <dgm:pt modelId="{839A12BE-DE99-462C-A02A-513D2B4E83D1}" type="pres">
      <dgm:prSet presAssocID="{40B2DC1B-FD35-4501-82F6-FE2FBE22A39D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7E423D9-5195-4152-AECF-6EB8C8D82F56}" type="pres">
      <dgm:prSet presAssocID="{A84A3427-C758-47C7-BD30-01F7958826B0}" presName="parTrans" presStyleLbl="bgSibTrans2D1" presStyleIdx="2" presStyleCnt="3"/>
      <dgm:spPr/>
      <dgm:t>
        <a:bodyPr/>
        <a:lstStyle/>
        <a:p>
          <a:endParaRPr lang="zh-CN" altLang="en-US"/>
        </a:p>
      </dgm:t>
    </dgm:pt>
    <dgm:pt modelId="{DCCA4796-848B-4BAC-973C-4F2BFD88032D}" type="pres">
      <dgm:prSet presAssocID="{8B5B4454-360C-45F7-A3DC-2141AC28E87D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FE853494-056E-48D8-8EDC-215B43C9C392}" type="presOf" srcId="{5948AA55-47EC-48DC-A47D-AD166C5A691A}" destId="{57F92206-AB39-466D-BBF8-E1C2B6FE5396}" srcOrd="0" destOrd="0" presId="urn:microsoft.com/office/officeart/2005/8/layout/radial4"/>
    <dgm:cxn modelId="{54A1E616-1665-459E-B1DD-BC12ABE52B73}" srcId="{2B9132A4-92BD-4038-A134-A772E349F128}" destId="{ADA12B05-28DF-4FBA-8DEA-11D5BC18887F}" srcOrd="0" destOrd="0" parTransId="{74EBFAE5-88DD-4E18-81CB-AE9F20E69D84}" sibTransId="{7BC2557D-2D92-4BDE-A6AE-F4DB913B54B3}"/>
    <dgm:cxn modelId="{62611395-AAD2-4B49-967B-AC97B4E31898}" type="presOf" srcId="{2B9132A4-92BD-4038-A134-A772E349F128}" destId="{8855AD79-A623-4AFE-9B2F-039F03C96EA0}" srcOrd="0" destOrd="0" presId="urn:microsoft.com/office/officeart/2005/8/layout/radial4"/>
    <dgm:cxn modelId="{44C5A944-DA3A-4480-90FD-029C643C0F26}" srcId="{ADA12B05-28DF-4FBA-8DEA-11D5BC18887F}" destId="{8B5B4454-360C-45F7-A3DC-2141AC28E87D}" srcOrd="2" destOrd="0" parTransId="{A84A3427-C758-47C7-BD30-01F7958826B0}" sibTransId="{72B102CB-46F8-4211-BBA1-08F84CE052C6}"/>
    <dgm:cxn modelId="{CDF94CAB-F718-48BA-AA2F-DE4BFAE56EDF}" type="presOf" srcId="{776E619B-EBB2-4727-824A-5C67D96DC125}" destId="{77DED704-8F37-4DCD-BBE8-6086A425A12A}" srcOrd="0" destOrd="0" presId="urn:microsoft.com/office/officeart/2005/8/layout/radial4"/>
    <dgm:cxn modelId="{EB7B610D-E96F-4EB9-801A-291B307DB2D4}" srcId="{ADA12B05-28DF-4FBA-8DEA-11D5BC18887F}" destId="{776E619B-EBB2-4727-824A-5C67D96DC125}" srcOrd="0" destOrd="0" parTransId="{9D663D4D-9352-4263-9CE1-D7B4CBEF5C73}" sibTransId="{12EC0264-A7A1-464B-8817-1304B1E15BDF}"/>
    <dgm:cxn modelId="{BAEC0818-BAB4-4CBA-AE8C-4C8119F9B6BC}" type="presOf" srcId="{8B5B4454-360C-45F7-A3DC-2141AC28E87D}" destId="{DCCA4796-848B-4BAC-973C-4F2BFD88032D}" srcOrd="0" destOrd="0" presId="urn:microsoft.com/office/officeart/2005/8/layout/radial4"/>
    <dgm:cxn modelId="{B845714D-3973-4DB9-BC4F-D3A02EA89ACF}" type="presOf" srcId="{ADA12B05-28DF-4FBA-8DEA-11D5BC18887F}" destId="{A75F0267-D824-407A-A38C-545232FAC2F3}" srcOrd="0" destOrd="0" presId="urn:microsoft.com/office/officeart/2005/8/layout/radial4"/>
    <dgm:cxn modelId="{C6B843C5-2A13-42DE-ADA7-2AB4F4B178DB}" type="presOf" srcId="{40B2DC1B-FD35-4501-82F6-FE2FBE22A39D}" destId="{839A12BE-DE99-462C-A02A-513D2B4E83D1}" srcOrd="0" destOrd="0" presId="urn:microsoft.com/office/officeart/2005/8/layout/radial4"/>
    <dgm:cxn modelId="{0A0F77F9-5BEC-40AE-B82A-EC4DA7738266}" srcId="{ADA12B05-28DF-4FBA-8DEA-11D5BC18887F}" destId="{40B2DC1B-FD35-4501-82F6-FE2FBE22A39D}" srcOrd="1" destOrd="0" parTransId="{5948AA55-47EC-48DC-A47D-AD166C5A691A}" sibTransId="{C5146026-4AB8-4171-97DD-BCEEC4DEE98B}"/>
    <dgm:cxn modelId="{407E22F5-42D7-475D-92B6-235AE6DCE7D7}" type="presOf" srcId="{A84A3427-C758-47C7-BD30-01F7958826B0}" destId="{17E423D9-5195-4152-AECF-6EB8C8D82F56}" srcOrd="0" destOrd="0" presId="urn:microsoft.com/office/officeart/2005/8/layout/radial4"/>
    <dgm:cxn modelId="{BA6BD163-C6C3-4A9D-8AE4-B746B6BAA9D1}" type="presOf" srcId="{9D663D4D-9352-4263-9CE1-D7B4CBEF5C73}" destId="{68F6EADC-8DC1-43E6-96C0-C66F0142EE1A}" srcOrd="0" destOrd="0" presId="urn:microsoft.com/office/officeart/2005/8/layout/radial4"/>
    <dgm:cxn modelId="{6C586DBF-93A2-41BA-BCBC-FAE561B2A65E}" type="presParOf" srcId="{8855AD79-A623-4AFE-9B2F-039F03C96EA0}" destId="{A75F0267-D824-407A-A38C-545232FAC2F3}" srcOrd="0" destOrd="0" presId="urn:microsoft.com/office/officeart/2005/8/layout/radial4"/>
    <dgm:cxn modelId="{F716EC16-4CAF-43A5-83CB-5791F4EB8A6C}" type="presParOf" srcId="{8855AD79-A623-4AFE-9B2F-039F03C96EA0}" destId="{68F6EADC-8DC1-43E6-96C0-C66F0142EE1A}" srcOrd="1" destOrd="0" presId="urn:microsoft.com/office/officeart/2005/8/layout/radial4"/>
    <dgm:cxn modelId="{460E104C-F00C-4A92-B955-DB6D7E9B17DB}" type="presParOf" srcId="{8855AD79-A623-4AFE-9B2F-039F03C96EA0}" destId="{77DED704-8F37-4DCD-BBE8-6086A425A12A}" srcOrd="2" destOrd="0" presId="urn:microsoft.com/office/officeart/2005/8/layout/radial4"/>
    <dgm:cxn modelId="{ED1BA480-7CF3-4406-B6DC-A6262A3BD3D3}" type="presParOf" srcId="{8855AD79-A623-4AFE-9B2F-039F03C96EA0}" destId="{57F92206-AB39-466D-BBF8-E1C2B6FE5396}" srcOrd="3" destOrd="0" presId="urn:microsoft.com/office/officeart/2005/8/layout/radial4"/>
    <dgm:cxn modelId="{645222D6-4F6D-44C4-A951-917E80D27515}" type="presParOf" srcId="{8855AD79-A623-4AFE-9B2F-039F03C96EA0}" destId="{839A12BE-DE99-462C-A02A-513D2B4E83D1}" srcOrd="4" destOrd="0" presId="urn:microsoft.com/office/officeart/2005/8/layout/radial4"/>
    <dgm:cxn modelId="{177A4445-A60B-4E4C-8ADA-01DF3D3645E6}" type="presParOf" srcId="{8855AD79-A623-4AFE-9B2F-039F03C96EA0}" destId="{17E423D9-5195-4152-AECF-6EB8C8D82F56}" srcOrd="5" destOrd="0" presId="urn:microsoft.com/office/officeart/2005/8/layout/radial4"/>
    <dgm:cxn modelId="{1E68476E-20DD-4FA4-96DD-FDE280E585E0}" type="presParOf" srcId="{8855AD79-A623-4AFE-9B2F-039F03C96EA0}" destId="{DCCA4796-848B-4BAC-973C-4F2BFD88032D}" srcOrd="6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688743-0C8E-464B-91D5-EAE2179DF61F}">
      <dsp:nvSpPr>
        <dsp:cNvPr id="0" name=""/>
        <dsp:cNvSpPr/>
      </dsp:nvSpPr>
      <dsp:spPr>
        <a:xfrm>
          <a:off x="0" y="347020"/>
          <a:ext cx="6096000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217BFE-E899-40EC-899B-4014939E1507}">
      <dsp:nvSpPr>
        <dsp:cNvPr id="0" name=""/>
        <dsp:cNvSpPr/>
      </dsp:nvSpPr>
      <dsp:spPr>
        <a:xfrm>
          <a:off x="304800" y="7539"/>
          <a:ext cx="4267200" cy="6789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38100" dir="5400000" algn="ctr" rotWithShape="0">
            <a:schemeClr val="accent5"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200" b="1" kern="1200" dirty="0">
              <a:solidFill>
                <a:srgbClr val="002060"/>
              </a:solidFill>
            </a:rPr>
            <a:t>主线</a:t>
          </a:r>
          <a:r>
            <a:rPr lang="en-US" altLang="zh-CN" sz="3200" b="1" kern="1200" dirty="0">
              <a:solidFill>
                <a:srgbClr val="002060"/>
              </a:solidFill>
            </a:rPr>
            <a:t>&amp;</a:t>
          </a:r>
          <a:r>
            <a:rPr lang="zh-CN" altLang="en-US" sz="3200" b="1" kern="1200" dirty="0">
              <a:solidFill>
                <a:srgbClr val="002060"/>
              </a:solidFill>
            </a:rPr>
            <a:t>指标</a:t>
          </a:r>
        </a:p>
      </dsp:txBody>
      <dsp:txXfrm>
        <a:off x="337944" y="40683"/>
        <a:ext cx="4200912" cy="612672"/>
      </dsp:txXfrm>
    </dsp:sp>
    <dsp:sp modelId="{ACA3A4BC-63DE-401C-BEC6-AC2C1688BFD8}">
      <dsp:nvSpPr>
        <dsp:cNvPr id="0" name=""/>
        <dsp:cNvSpPr/>
      </dsp:nvSpPr>
      <dsp:spPr>
        <a:xfrm>
          <a:off x="0" y="1390300"/>
          <a:ext cx="6096000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D5604F-52D7-44B0-97B7-66F51FD6151C}">
      <dsp:nvSpPr>
        <dsp:cNvPr id="0" name=""/>
        <dsp:cNvSpPr/>
      </dsp:nvSpPr>
      <dsp:spPr>
        <a:xfrm>
          <a:off x="304800" y="1050819"/>
          <a:ext cx="4267200" cy="678960"/>
        </a:xfrm>
        <a:prstGeom prst="roundRect">
          <a:avLst/>
        </a:prstGeom>
        <a:solidFill>
          <a:schemeClr val="accent5">
            <a:hueOff val="-3083628"/>
            <a:satOff val="15645"/>
            <a:lumOff val="-1830"/>
            <a:alphaOff val="0"/>
          </a:schemeClr>
        </a:solidFill>
        <a:ln>
          <a:noFill/>
        </a:ln>
        <a:effectLst>
          <a:outerShdw blurRad="57150" dist="38100" dir="5400000" algn="ctr" rotWithShape="0">
            <a:schemeClr val="accent5">
              <a:hueOff val="-3083628"/>
              <a:satOff val="15645"/>
              <a:lumOff val="-183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200" b="1" kern="1200" dirty="0">
              <a:solidFill>
                <a:srgbClr val="002060"/>
              </a:solidFill>
            </a:rPr>
            <a:t>分析思路</a:t>
          </a:r>
        </a:p>
      </dsp:txBody>
      <dsp:txXfrm>
        <a:off x="337944" y="1083963"/>
        <a:ext cx="4200912" cy="612672"/>
      </dsp:txXfrm>
    </dsp:sp>
    <dsp:sp modelId="{9FA8E2B7-91B8-49C2-BD1C-306872CF1980}">
      <dsp:nvSpPr>
        <dsp:cNvPr id="0" name=""/>
        <dsp:cNvSpPr/>
      </dsp:nvSpPr>
      <dsp:spPr>
        <a:xfrm>
          <a:off x="0" y="2433580"/>
          <a:ext cx="6096000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167339-B84D-4E14-92B3-911AAD3AD151}">
      <dsp:nvSpPr>
        <dsp:cNvPr id="0" name=""/>
        <dsp:cNvSpPr/>
      </dsp:nvSpPr>
      <dsp:spPr>
        <a:xfrm>
          <a:off x="304800" y="2094100"/>
          <a:ext cx="4267200" cy="678960"/>
        </a:xfrm>
        <a:prstGeom prst="roundRect">
          <a:avLst/>
        </a:prstGeom>
        <a:solidFill>
          <a:schemeClr val="accent5">
            <a:hueOff val="-6167256"/>
            <a:satOff val="31291"/>
            <a:lumOff val="-3660"/>
            <a:alphaOff val="0"/>
          </a:schemeClr>
        </a:solidFill>
        <a:ln>
          <a:noFill/>
        </a:ln>
        <a:effectLst>
          <a:outerShdw blurRad="57150" dist="38100" dir="5400000" algn="ctr" rotWithShape="0">
            <a:schemeClr val="accent5">
              <a:hueOff val="-6167256"/>
              <a:satOff val="31291"/>
              <a:lumOff val="-366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200" b="1" kern="1200" dirty="0">
              <a:solidFill>
                <a:srgbClr val="002060"/>
              </a:solidFill>
            </a:rPr>
            <a:t>整体分析</a:t>
          </a:r>
        </a:p>
      </dsp:txBody>
      <dsp:txXfrm>
        <a:off x="337944" y="2127244"/>
        <a:ext cx="4200912" cy="612672"/>
      </dsp:txXfrm>
    </dsp:sp>
    <dsp:sp modelId="{326175A9-1F67-4ADB-9013-73EE77251461}">
      <dsp:nvSpPr>
        <dsp:cNvPr id="0" name=""/>
        <dsp:cNvSpPr/>
      </dsp:nvSpPr>
      <dsp:spPr>
        <a:xfrm>
          <a:off x="0" y="3476860"/>
          <a:ext cx="6096000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C0BCCD-D0CE-49BE-86B6-2E0A90833550}">
      <dsp:nvSpPr>
        <dsp:cNvPr id="0" name=""/>
        <dsp:cNvSpPr/>
      </dsp:nvSpPr>
      <dsp:spPr>
        <a:xfrm>
          <a:off x="304800" y="3137380"/>
          <a:ext cx="4267200" cy="678960"/>
        </a:xfrm>
        <a:prstGeom prst="roundRect">
          <a:avLst/>
        </a:prstGeom>
        <a:solidFill>
          <a:schemeClr val="accent5">
            <a:hueOff val="-9250884"/>
            <a:satOff val="46936"/>
            <a:lumOff val="-5490"/>
            <a:alphaOff val="0"/>
          </a:schemeClr>
        </a:solidFill>
        <a:ln>
          <a:noFill/>
        </a:ln>
        <a:effectLst>
          <a:outerShdw blurRad="57150" dist="38100" dir="5400000" algn="ctr" rotWithShape="0">
            <a:schemeClr val="accent5">
              <a:hueOff val="-9250884"/>
              <a:satOff val="46936"/>
              <a:lumOff val="-549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200" b="1" kern="1200" dirty="0">
              <a:solidFill>
                <a:srgbClr val="002060"/>
              </a:solidFill>
            </a:rPr>
            <a:t>分析方法</a:t>
          </a:r>
        </a:p>
      </dsp:txBody>
      <dsp:txXfrm>
        <a:off x="337944" y="3170524"/>
        <a:ext cx="4200912" cy="61267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C337AA-9EBB-4F4D-A350-90D888F71B86}">
      <dsp:nvSpPr>
        <dsp:cNvPr id="0" name=""/>
        <dsp:cNvSpPr/>
      </dsp:nvSpPr>
      <dsp:spPr>
        <a:xfrm>
          <a:off x="2406617" y="2193860"/>
          <a:ext cx="1449474" cy="144947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38100" dir="5400000" algn="ctr" rotWithShape="0">
            <a:schemeClr val="accent3"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100" b="1" kern="1200" dirty="0">
              <a:solidFill>
                <a:srgbClr val="002060"/>
              </a:solidFill>
            </a:rPr>
            <a:t>研究主线</a:t>
          </a:r>
        </a:p>
      </dsp:txBody>
      <dsp:txXfrm>
        <a:off x="2618888" y="2406131"/>
        <a:ext cx="1024932" cy="1024932"/>
      </dsp:txXfrm>
    </dsp:sp>
    <dsp:sp modelId="{1719A901-0BB3-4D7E-91B4-AF1122B3B939}">
      <dsp:nvSpPr>
        <dsp:cNvPr id="0" name=""/>
        <dsp:cNvSpPr/>
      </dsp:nvSpPr>
      <dsp:spPr>
        <a:xfrm rot="16200000">
          <a:off x="2934092" y="1753321"/>
          <a:ext cx="394524" cy="492821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2100" b="1" kern="1200">
            <a:solidFill>
              <a:srgbClr val="002060"/>
            </a:solidFill>
          </a:endParaRPr>
        </a:p>
      </dsp:txBody>
      <dsp:txXfrm>
        <a:off x="2993271" y="1911064"/>
        <a:ext cx="276167" cy="295693"/>
      </dsp:txXfrm>
    </dsp:sp>
    <dsp:sp modelId="{4002A01D-DBC6-4242-886B-AF69E47C0826}">
      <dsp:nvSpPr>
        <dsp:cNvPr id="0" name=""/>
        <dsp:cNvSpPr/>
      </dsp:nvSpPr>
      <dsp:spPr>
        <a:xfrm>
          <a:off x="2406617" y="0"/>
          <a:ext cx="1449474" cy="144947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38100" dir="5400000" algn="ctr" rotWithShape="0">
            <a:schemeClr val="accent4"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100" b="1" kern="1200" dirty="0">
              <a:solidFill>
                <a:srgbClr val="002060"/>
              </a:solidFill>
            </a:rPr>
            <a:t>产品</a:t>
          </a:r>
        </a:p>
      </dsp:txBody>
      <dsp:txXfrm>
        <a:off x="2618888" y="212271"/>
        <a:ext cx="1024932" cy="1024932"/>
      </dsp:txXfrm>
    </dsp:sp>
    <dsp:sp modelId="{4D4CA25F-6912-40FB-8346-DC33ACA9A743}">
      <dsp:nvSpPr>
        <dsp:cNvPr id="0" name=""/>
        <dsp:cNvSpPr/>
      </dsp:nvSpPr>
      <dsp:spPr>
        <a:xfrm rot="1555223">
          <a:off x="3828677" y="2982875"/>
          <a:ext cx="268104" cy="492821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4799406"/>
            <a:satOff val="-5535"/>
            <a:lumOff val="4412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2100" b="1" kern="1200">
            <a:solidFill>
              <a:srgbClr val="002060"/>
            </a:solidFill>
          </a:endParaRPr>
        </a:p>
      </dsp:txBody>
      <dsp:txXfrm>
        <a:off x="3832723" y="3063860"/>
        <a:ext cx="187673" cy="295693"/>
      </dsp:txXfrm>
    </dsp:sp>
    <dsp:sp modelId="{E7B1A643-7F7D-49BC-BD6F-F21D6EA8B9F7}">
      <dsp:nvSpPr>
        <dsp:cNvPr id="0" name=""/>
        <dsp:cNvSpPr/>
      </dsp:nvSpPr>
      <dsp:spPr>
        <a:xfrm>
          <a:off x="4165249" y="3048579"/>
          <a:ext cx="1449474" cy="1449474"/>
        </a:xfrm>
        <a:prstGeom prst="ellipse">
          <a:avLst/>
        </a:prstGeom>
        <a:solidFill>
          <a:schemeClr val="accent4">
            <a:hueOff val="4799406"/>
            <a:satOff val="-5535"/>
            <a:lumOff val="4412"/>
            <a:alphaOff val="0"/>
          </a:schemeClr>
        </a:solidFill>
        <a:ln>
          <a:noFill/>
        </a:ln>
        <a:effectLst>
          <a:outerShdw blurRad="57150" dist="38100" dir="5400000" algn="ctr" rotWithShape="0">
            <a:schemeClr val="accent4">
              <a:hueOff val="4799406"/>
              <a:satOff val="-5535"/>
              <a:lumOff val="4412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100" b="1" kern="1200" dirty="0">
              <a:solidFill>
                <a:srgbClr val="002060"/>
              </a:solidFill>
            </a:rPr>
            <a:t>客户</a:t>
          </a:r>
        </a:p>
      </dsp:txBody>
      <dsp:txXfrm>
        <a:off x="4377520" y="3260850"/>
        <a:ext cx="1024932" cy="1024932"/>
      </dsp:txXfrm>
    </dsp:sp>
    <dsp:sp modelId="{E9DCE888-60D4-46E7-BB73-B6E1E871E4E7}">
      <dsp:nvSpPr>
        <dsp:cNvPr id="0" name=""/>
        <dsp:cNvSpPr/>
      </dsp:nvSpPr>
      <dsp:spPr>
        <a:xfrm rot="9244777">
          <a:off x="2185604" y="3045271"/>
          <a:ext cx="268104" cy="492821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9598812"/>
            <a:satOff val="-11070"/>
            <a:lumOff val="8823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2100" b="1" kern="1200">
            <a:solidFill>
              <a:srgbClr val="002060"/>
            </a:solidFill>
          </a:endParaRPr>
        </a:p>
      </dsp:txBody>
      <dsp:txXfrm rot="10800000">
        <a:off x="2261989" y="3126256"/>
        <a:ext cx="187673" cy="295693"/>
      </dsp:txXfrm>
    </dsp:sp>
    <dsp:sp modelId="{2868952B-47E7-4FA4-A637-DB8ACF215AFF}">
      <dsp:nvSpPr>
        <dsp:cNvPr id="0" name=""/>
        <dsp:cNvSpPr/>
      </dsp:nvSpPr>
      <dsp:spPr>
        <a:xfrm>
          <a:off x="647986" y="3048579"/>
          <a:ext cx="1449474" cy="1449474"/>
        </a:xfrm>
        <a:prstGeom prst="ellipse">
          <a:avLst/>
        </a:prstGeom>
        <a:solidFill>
          <a:schemeClr val="accent4">
            <a:hueOff val="9598812"/>
            <a:satOff val="-11070"/>
            <a:lumOff val="8823"/>
            <a:alphaOff val="0"/>
          </a:schemeClr>
        </a:solidFill>
        <a:ln>
          <a:noFill/>
        </a:ln>
        <a:effectLst>
          <a:outerShdw blurRad="57150" dist="38100" dir="5400000" algn="ctr" rotWithShape="0">
            <a:schemeClr val="accent4">
              <a:hueOff val="9598812"/>
              <a:satOff val="-11070"/>
              <a:lumOff val="8823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100" b="1" kern="1200" dirty="0">
              <a:solidFill>
                <a:srgbClr val="002060"/>
              </a:solidFill>
            </a:rPr>
            <a:t>区域</a:t>
          </a:r>
        </a:p>
      </dsp:txBody>
      <dsp:txXfrm>
        <a:off x="860257" y="3260850"/>
        <a:ext cx="1024932" cy="102493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F131D1-0107-4072-850B-4340FF0B1223}">
      <dsp:nvSpPr>
        <dsp:cNvPr id="0" name=""/>
        <dsp:cNvSpPr/>
      </dsp:nvSpPr>
      <dsp:spPr>
        <a:xfrm>
          <a:off x="3417107" y="1665969"/>
          <a:ext cx="2676299" cy="6319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7170"/>
              </a:lnTo>
              <a:lnTo>
                <a:pt x="2676299" y="477170"/>
              </a:lnTo>
              <a:lnTo>
                <a:pt x="2676299" y="631997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7F8BD6-FCF9-445C-BE6D-04C359C47A52}">
      <dsp:nvSpPr>
        <dsp:cNvPr id="0" name=""/>
        <dsp:cNvSpPr/>
      </dsp:nvSpPr>
      <dsp:spPr>
        <a:xfrm>
          <a:off x="3417107" y="1665969"/>
          <a:ext cx="892099" cy="6319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77170"/>
              </a:lnTo>
              <a:lnTo>
                <a:pt x="892099" y="477170"/>
              </a:lnTo>
              <a:lnTo>
                <a:pt x="892099" y="631997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458A3F-89F4-432E-8CE7-0BBCE3744E5C}">
      <dsp:nvSpPr>
        <dsp:cNvPr id="0" name=""/>
        <dsp:cNvSpPr/>
      </dsp:nvSpPr>
      <dsp:spPr>
        <a:xfrm>
          <a:off x="2525007" y="1665969"/>
          <a:ext cx="892099" cy="631997"/>
        </a:xfrm>
        <a:custGeom>
          <a:avLst/>
          <a:gdLst/>
          <a:ahLst/>
          <a:cxnLst/>
          <a:rect l="0" t="0" r="0" b="0"/>
          <a:pathLst>
            <a:path>
              <a:moveTo>
                <a:pt x="892099" y="0"/>
              </a:moveTo>
              <a:lnTo>
                <a:pt x="892099" y="477170"/>
              </a:lnTo>
              <a:lnTo>
                <a:pt x="0" y="477170"/>
              </a:lnTo>
              <a:lnTo>
                <a:pt x="0" y="631997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9CBAFE-52C2-44BC-B435-88490639CDD6}">
      <dsp:nvSpPr>
        <dsp:cNvPr id="0" name=""/>
        <dsp:cNvSpPr/>
      </dsp:nvSpPr>
      <dsp:spPr>
        <a:xfrm>
          <a:off x="740807" y="1665969"/>
          <a:ext cx="2676299" cy="631997"/>
        </a:xfrm>
        <a:custGeom>
          <a:avLst/>
          <a:gdLst/>
          <a:ahLst/>
          <a:cxnLst/>
          <a:rect l="0" t="0" r="0" b="0"/>
          <a:pathLst>
            <a:path>
              <a:moveTo>
                <a:pt x="2676299" y="0"/>
              </a:moveTo>
              <a:lnTo>
                <a:pt x="2676299" y="477170"/>
              </a:lnTo>
              <a:lnTo>
                <a:pt x="0" y="477170"/>
              </a:lnTo>
              <a:lnTo>
                <a:pt x="0" y="631997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28DAAD-BFE8-4051-91B1-3FB36730E919}">
      <dsp:nvSpPr>
        <dsp:cNvPr id="0" name=""/>
        <dsp:cNvSpPr/>
      </dsp:nvSpPr>
      <dsp:spPr>
        <a:xfrm>
          <a:off x="2679834" y="928697"/>
          <a:ext cx="1474545" cy="7372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38100" dir="5400000" algn="ctr" rotWithShape="0">
            <a:schemeClr val="accent1"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1" kern="1200" dirty="0"/>
            <a:t>销售数据</a:t>
          </a:r>
        </a:p>
      </dsp:txBody>
      <dsp:txXfrm>
        <a:off x="2679834" y="928697"/>
        <a:ext cx="1474545" cy="737272"/>
      </dsp:txXfrm>
    </dsp:sp>
    <dsp:sp modelId="{66384261-4F99-484D-8107-25CE128E5241}">
      <dsp:nvSpPr>
        <dsp:cNvPr id="0" name=""/>
        <dsp:cNvSpPr/>
      </dsp:nvSpPr>
      <dsp:spPr>
        <a:xfrm>
          <a:off x="3535" y="2297967"/>
          <a:ext cx="1474545" cy="7372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38100" dir="5400000" algn="ctr" rotWithShape="0">
            <a:schemeClr val="accent2"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1" kern="1200" dirty="0"/>
            <a:t>当日整体业绩</a:t>
          </a:r>
        </a:p>
      </dsp:txBody>
      <dsp:txXfrm>
        <a:off x="3535" y="2297967"/>
        <a:ext cx="1474545" cy="737272"/>
      </dsp:txXfrm>
    </dsp:sp>
    <dsp:sp modelId="{906EAE59-072F-4514-8742-1715962E2D76}">
      <dsp:nvSpPr>
        <dsp:cNvPr id="0" name=""/>
        <dsp:cNvSpPr/>
      </dsp:nvSpPr>
      <dsp:spPr>
        <a:xfrm>
          <a:off x="1787734" y="2297967"/>
          <a:ext cx="1474545" cy="7372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38100" dir="5400000" algn="ctr" rotWithShape="0">
            <a:schemeClr val="accent2"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1" kern="1200" dirty="0"/>
            <a:t>累计业绩达成</a:t>
          </a:r>
        </a:p>
      </dsp:txBody>
      <dsp:txXfrm>
        <a:off x="1787734" y="2297967"/>
        <a:ext cx="1474545" cy="737272"/>
      </dsp:txXfrm>
    </dsp:sp>
    <dsp:sp modelId="{323935A6-7DCC-408C-BFA4-8CC8BEBE7935}">
      <dsp:nvSpPr>
        <dsp:cNvPr id="0" name=""/>
        <dsp:cNvSpPr/>
      </dsp:nvSpPr>
      <dsp:spPr>
        <a:xfrm>
          <a:off x="3571934" y="2297967"/>
          <a:ext cx="1474545" cy="7372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38100" dir="5400000" algn="ctr" rotWithShape="0">
            <a:schemeClr val="accent2"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1" kern="1200" dirty="0"/>
            <a:t>发货情况</a:t>
          </a:r>
        </a:p>
      </dsp:txBody>
      <dsp:txXfrm>
        <a:off x="3571934" y="2297967"/>
        <a:ext cx="1474545" cy="737272"/>
      </dsp:txXfrm>
    </dsp:sp>
    <dsp:sp modelId="{A598185F-EE79-4218-9129-9FDBDE042B98}">
      <dsp:nvSpPr>
        <dsp:cNvPr id="0" name=""/>
        <dsp:cNvSpPr/>
      </dsp:nvSpPr>
      <dsp:spPr>
        <a:xfrm>
          <a:off x="5356133" y="2297967"/>
          <a:ext cx="1474545" cy="7372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38100" dir="5400000" algn="ctr" rotWithShape="0">
            <a:schemeClr val="accent2"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1" kern="1200" dirty="0"/>
            <a:t>销售质量</a:t>
          </a:r>
        </a:p>
      </dsp:txBody>
      <dsp:txXfrm>
        <a:off x="5356133" y="2297967"/>
        <a:ext cx="1474545" cy="73727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5963C6-AE42-49D1-B6F0-82AFAE8DADB1}">
      <dsp:nvSpPr>
        <dsp:cNvPr id="0" name=""/>
        <dsp:cNvSpPr/>
      </dsp:nvSpPr>
      <dsp:spPr>
        <a:xfrm>
          <a:off x="0" y="1219199"/>
          <a:ext cx="6096000" cy="1625600"/>
        </a:xfrm>
        <a:prstGeom prst="notchedRightArrow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prstMaterial="plastic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DE4B92-4ED9-4805-977F-3AA735995BD2}">
      <dsp:nvSpPr>
        <dsp:cNvPr id="0" name=""/>
        <dsp:cNvSpPr/>
      </dsp:nvSpPr>
      <dsp:spPr>
        <a:xfrm>
          <a:off x="2737" y="0"/>
          <a:ext cx="1009947" cy="1625600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35128" rIns="135128" bIns="135128" numCol="1" spcCol="1270" anchor="b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900" b="1" kern="1200" dirty="0">
              <a:solidFill>
                <a:schemeClr val="tx2"/>
              </a:solidFill>
            </a:rPr>
            <a:t>整体销售分析</a:t>
          </a:r>
        </a:p>
      </dsp:txBody>
      <dsp:txXfrm>
        <a:off x="2737" y="0"/>
        <a:ext cx="1009947" cy="1625600"/>
      </dsp:txXfrm>
    </dsp:sp>
    <dsp:sp modelId="{B44CCCF8-6E5B-4F7E-BE80-F2B024182035}">
      <dsp:nvSpPr>
        <dsp:cNvPr id="0" name=""/>
        <dsp:cNvSpPr/>
      </dsp:nvSpPr>
      <dsp:spPr>
        <a:xfrm>
          <a:off x="304511" y="1828800"/>
          <a:ext cx="406400" cy="4064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38100" dir="5400000" algn="ctr" rotWithShape="0">
            <a:schemeClr val="accent4"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598F4CD-E214-48F5-9727-BC1D3ACB1C8B}">
      <dsp:nvSpPr>
        <dsp:cNvPr id="0" name=""/>
        <dsp:cNvSpPr/>
      </dsp:nvSpPr>
      <dsp:spPr>
        <a:xfrm>
          <a:off x="1063182" y="2438399"/>
          <a:ext cx="1239145" cy="1625600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35128" rIns="135128" bIns="135128" numCol="1" spcCol="1270" anchor="t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900" b="1" kern="1200" dirty="0">
              <a:solidFill>
                <a:schemeClr val="tx2"/>
              </a:solidFill>
            </a:rPr>
            <a:t>区域</a:t>
          </a:r>
          <a:endParaRPr lang="en-US" altLang="zh-CN" sz="1900" b="1" kern="1200" dirty="0">
            <a:solidFill>
              <a:schemeClr val="tx2"/>
            </a:solidFill>
          </a:endParaRPr>
        </a:p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900" b="1" kern="1200" dirty="0">
              <a:solidFill>
                <a:schemeClr val="tx2"/>
              </a:solidFill>
            </a:rPr>
            <a:t>分析</a:t>
          </a:r>
        </a:p>
      </dsp:txBody>
      <dsp:txXfrm>
        <a:off x="1063182" y="2438399"/>
        <a:ext cx="1239145" cy="1625600"/>
      </dsp:txXfrm>
    </dsp:sp>
    <dsp:sp modelId="{0827905E-5385-4F0E-8EE7-F98D8AED3D36}">
      <dsp:nvSpPr>
        <dsp:cNvPr id="0" name=""/>
        <dsp:cNvSpPr/>
      </dsp:nvSpPr>
      <dsp:spPr>
        <a:xfrm>
          <a:off x="1479554" y="1828800"/>
          <a:ext cx="406400" cy="406400"/>
        </a:xfrm>
        <a:prstGeom prst="ellipse">
          <a:avLst/>
        </a:prstGeom>
        <a:solidFill>
          <a:schemeClr val="accent4">
            <a:hueOff val="2399703"/>
            <a:satOff val="-2768"/>
            <a:lumOff val="2206"/>
            <a:alphaOff val="0"/>
          </a:schemeClr>
        </a:solidFill>
        <a:ln>
          <a:noFill/>
        </a:ln>
        <a:effectLst>
          <a:outerShdw blurRad="57150" dist="38100" dir="5400000" algn="ctr" rotWithShape="0">
            <a:schemeClr val="accent4">
              <a:hueOff val="2399703"/>
              <a:satOff val="-2768"/>
              <a:lumOff val="2206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1663E33-5AFE-4CC6-B64F-F00E88D41528}">
      <dsp:nvSpPr>
        <dsp:cNvPr id="0" name=""/>
        <dsp:cNvSpPr/>
      </dsp:nvSpPr>
      <dsp:spPr>
        <a:xfrm>
          <a:off x="2352824" y="0"/>
          <a:ext cx="1009947" cy="1625600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35128" rIns="135128" bIns="135128" numCol="1" spcCol="1270" anchor="b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900" b="1" kern="1200" dirty="0">
              <a:solidFill>
                <a:schemeClr val="tx2"/>
              </a:solidFill>
            </a:rPr>
            <a:t>产品线分析</a:t>
          </a:r>
        </a:p>
      </dsp:txBody>
      <dsp:txXfrm>
        <a:off x="2352824" y="0"/>
        <a:ext cx="1009947" cy="1625600"/>
      </dsp:txXfrm>
    </dsp:sp>
    <dsp:sp modelId="{4B7CB6C0-5AF0-40AD-BEBD-5DBB47098300}">
      <dsp:nvSpPr>
        <dsp:cNvPr id="0" name=""/>
        <dsp:cNvSpPr/>
      </dsp:nvSpPr>
      <dsp:spPr>
        <a:xfrm>
          <a:off x="2654598" y="1828800"/>
          <a:ext cx="406400" cy="406400"/>
        </a:xfrm>
        <a:prstGeom prst="ellipse">
          <a:avLst/>
        </a:prstGeom>
        <a:solidFill>
          <a:schemeClr val="accent4">
            <a:hueOff val="4799406"/>
            <a:satOff val="-5535"/>
            <a:lumOff val="4412"/>
            <a:alphaOff val="0"/>
          </a:schemeClr>
        </a:solidFill>
        <a:ln>
          <a:noFill/>
        </a:ln>
        <a:effectLst>
          <a:outerShdw blurRad="57150" dist="38100" dir="5400000" algn="ctr" rotWithShape="0">
            <a:schemeClr val="accent4">
              <a:hueOff val="4799406"/>
              <a:satOff val="-5535"/>
              <a:lumOff val="4412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D0F7CC6-405F-46C4-BDB4-9BE4C85FCD82}">
      <dsp:nvSpPr>
        <dsp:cNvPr id="0" name=""/>
        <dsp:cNvSpPr/>
      </dsp:nvSpPr>
      <dsp:spPr>
        <a:xfrm>
          <a:off x="3413269" y="2438399"/>
          <a:ext cx="1009947" cy="1625600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35128" rIns="135128" bIns="135128" numCol="1" spcCol="1270" anchor="t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900" b="1" kern="1200" dirty="0">
              <a:solidFill>
                <a:schemeClr val="tx2"/>
              </a:solidFill>
            </a:rPr>
            <a:t>价格体系分析</a:t>
          </a:r>
        </a:p>
      </dsp:txBody>
      <dsp:txXfrm>
        <a:off x="3413269" y="2438399"/>
        <a:ext cx="1009947" cy="1625600"/>
      </dsp:txXfrm>
    </dsp:sp>
    <dsp:sp modelId="{28684F3D-F9F1-45C9-BEAA-285917B70820}">
      <dsp:nvSpPr>
        <dsp:cNvPr id="0" name=""/>
        <dsp:cNvSpPr/>
      </dsp:nvSpPr>
      <dsp:spPr>
        <a:xfrm>
          <a:off x="3715043" y="1828800"/>
          <a:ext cx="406400" cy="406400"/>
        </a:xfrm>
        <a:prstGeom prst="ellipse">
          <a:avLst/>
        </a:prstGeom>
        <a:solidFill>
          <a:schemeClr val="accent4">
            <a:hueOff val="7199109"/>
            <a:satOff val="-8303"/>
            <a:lumOff val="6617"/>
            <a:alphaOff val="0"/>
          </a:schemeClr>
        </a:solidFill>
        <a:ln>
          <a:noFill/>
        </a:ln>
        <a:effectLst>
          <a:outerShdw blurRad="57150" dist="38100" dir="5400000" algn="ctr" rotWithShape="0">
            <a:schemeClr val="accent4">
              <a:hueOff val="7199109"/>
              <a:satOff val="-8303"/>
              <a:lumOff val="6617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078F43B-1C7A-44DD-82DD-C42CE6C05A7B}">
      <dsp:nvSpPr>
        <dsp:cNvPr id="0" name=""/>
        <dsp:cNvSpPr/>
      </dsp:nvSpPr>
      <dsp:spPr>
        <a:xfrm>
          <a:off x="4473715" y="0"/>
          <a:ext cx="1009947" cy="1625600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35128" rIns="135128" bIns="135128" numCol="1" spcCol="1270" anchor="b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900" b="1" kern="1200" dirty="0">
              <a:solidFill>
                <a:schemeClr val="tx2"/>
              </a:solidFill>
            </a:rPr>
            <a:t>销售数据总结与建议</a:t>
          </a:r>
        </a:p>
      </dsp:txBody>
      <dsp:txXfrm>
        <a:off x="4473715" y="0"/>
        <a:ext cx="1009947" cy="1625600"/>
      </dsp:txXfrm>
    </dsp:sp>
    <dsp:sp modelId="{15BFE484-684F-4A41-AB04-1EADBA0D06DD}">
      <dsp:nvSpPr>
        <dsp:cNvPr id="0" name=""/>
        <dsp:cNvSpPr/>
      </dsp:nvSpPr>
      <dsp:spPr>
        <a:xfrm>
          <a:off x="4775488" y="1828800"/>
          <a:ext cx="406400" cy="406400"/>
        </a:xfrm>
        <a:prstGeom prst="ellipse">
          <a:avLst/>
        </a:prstGeom>
        <a:solidFill>
          <a:schemeClr val="accent4">
            <a:hueOff val="9598812"/>
            <a:satOff val="-11070"/>
            <a:lumOff val="8823"/>
            <a:alphaOff val="0"/>
          </a:schemeClr>
        </a:solidFill>
        <a:ln>
          <a:noFill/>
        </a:ln>
        <a:effectLst>
          <a:outerShdw blurRad="57150" dist="38100" dir="5400000" algn="ctr" rotWithShape="0">
            <a:schemeClr val="accent4">
              <a:hueOff val="9598812"/>
              <a:satOff val="-11070"/>
              <a:lumOff val="8823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3D9FBB-339A-4D3D-B684-9A9B81D8E902}">
      <dsp:nvSpPr>
        <dsp:cNvPr id="0" name=""/>
        <dsp:cNvSpPr/>
      </dsp:nvSpPr>
      <dsp:spPr>
        <a:xfrm>
          <a:off x="1353934" y="533574"/>
          <a:ext cx="3553231" cy="3553231"/>
        </a:xfrm>
        <a:prstGeom prst="blockArc">
          <a:avLst>
            <a:gd name="adj1" fmla="val 9000000"/>
            <a:gd name="adj2" fmla="val 16200000"/>
            <a:gd name="adj3" fmla="val 4640"/>
          </a:avLst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70D256-D166-4545-8E94-B2CA47C9C0F2}">
      <dsp:nvSpPr>
        <dsp:cNvPr id="0" name=""/>
        <dsp:cNvSpPr/>
      </dsp:nvSpPr>
      <dsp:spPr>
        <a:xfrm>
          <a:off x="1353934" y="533574"/>
          <a:ext cx="3553231" cy="3553231"/>
        </a:xfrm>
        <a:prstGeom prst="blockArc">
          <a:avLst>
            <a:gd name="adj1" fmla="val 1800000"/>
            <a:gd name="adj2" fmla="val 9000000"/>
            <a:gd name="adj3" fmla="val 4640"/>
          </a:avLst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EBB742-7876-4DEA-B999-DDC3617B97C7}">
      <dsp:nvSpPr>
        <dsp:cNvPr id="0" name=""/>
        <dsp:cNvSpPr/>
      </dsp:nvSpPr>
      <dsp:spPr>
        <a:xfrm>
          <a:off x="1353934" y="533574"/>
          <a:ext cx="3553231" cy="3553231"/>
        </a:xfrm>
        <a:prstGeom prst="blockArc">
          <a:avLst>
            <a:gd name="adj1" fmla="val 16200000"/>
            <a:gd name="adj2" fmla="val 1800000"/>
            <a:gd name="adj3" fmla="val 4640"/>
          </a:avLst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F7119E-8FEF-4F65-8129-A2753A7EDD9E}">
      <dsp:nvSpPr>
        <dsp:cNvPr id="0" name=""/>
        <dsp:cNvSpPr/>
      </dsp:nvSpPr>
      <dsp:spPr>
        <a:xfrm>
          <a:off x="2312754" y="1492394"/>
          <a:ext cx="1635590" cy="163559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kern="1200" smtClean="0"/>
            <a:t>整体销售分析</a:t>
          </a:r>
          <a:endParaRPr lang="zh-CN" altLang="en-US" sz="2800" kern="1200" dirty="0"/>
        </a:p>
      </dsp:txBody>
      <dsp:txXfrm>
        <a:off x="2552281" y="1731921"/>
        <a:ext cx="1156536" cy="1156536"/>
      </dsp:txXfrm>
    </dsp:sp>
    <dsp:sp modelId="{4D53247A-C360-40EB-A360-7DE411807BD9}">
      <dsp:nvSpPr>
        <dsp:cNvPr id="0" name=""/>
        <dsp:cNvSpPr/>
      </dsp:nvSpPr>
      <dsp:spPr>
        <a:xfrm>
          <a:off x="2558093" y="2334"/>
          <a:ext cx="1144913" cy="114491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900" kern="1200" smtClean="0"/>
            <a:t>销售额</a:t>
          </a:r>
          <a:r>
            <a:rPr lang="en-US" altLang="zh-CN" sz="1900" kern="1200" smtClean="0"/>
            <a:t>/</a:t>
          </a:r>
          <a:r>
            <a:rPr lang="zh-CN" altLang="en-US" sz="1900" kern="1200" smtClean="0"/>
            <a:t>销量</a:t>
          </a:r>
          <a:endParaRPr lang="zh-CN" altLang="en-US" sz="1900" kern="1200" dirty="0"/>
        </a:p>
      </dsp:txBody>
      <dsp:txXfrm>
        <a:off x="2725762" y="170003"/>
        <a:ext cx="809575" cy="809575"/>
      </dsp:txXfrm>
    </dsp:sp>
    <dsp:sp modelId="{888E5BFA-822F-4BDD-9982-6165E0AA4E49}">
      <dsp:nvSpPr>
        <dsp:cNvPr id="0" name=""/>
        <dsp:cNvSpPr/>
      </dsp:nvSpPr>
      <dsp:spPr>
        <a:xfrm>
          <a:off x="4060992" y="2605432"/>
          <a:ext cx="1144913" cy="114491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900" kern="1200" smtClean="0"/>
            <a:t>季节因素</a:t>
          </a:r>
          <a:endParaRPr lang="zh-CN" altLang="en-US" sz="1900" kern="1200" dirty="0"/>
        </a:p>
      </dsp:txBody>
      <dsp:txXfrm>
        <a:off x="4228661" y="2773101"/>
        <a:ext cx="809575" cy="809575"/>
      </dsp:txXfrm>
    </dsp:sp>
    <dsp:sp modelId="{0C2D7A5B-05E2-42B8-9DF6-866947368868}">
      <dsp:nvSpPr>
        <dsp:cNvPr id="0" name=""/>
        <dsp:cNvSpPr/>
      </dsp:nvSpPr>
      <dsp:spPr>
        <a:xfrm>
          <a:off x="1055193" y="2605432"/>
          <a:ext cx="1144913" cy="114491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900" kern="1200" smtClean="0"/>
            <a:t>价格体系</a:t>
          </a:r>
          <a:endParaRPr lang="zh-CN" altLang="en-US" sz="1900" kern="1200" dirty="0"/>
        </a:p>
      </dsp:txBody>
      <dsp:txXfrm>
        <a:off x="1222862" y="2773101"/>
        <a:ext cx="809575" cy="80957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CE782D-BC58-452C-8B49-AE6D18C95503}">
      <dsp:nvSpPr>
        <dsp:cNvPr id="0" name=""/>
        <dsp:cNvSpPr/>
      </dsp:nvSpPr>
      <dsp:spPr>
        <a:xfrm>
          <a:off x="2366" y="681861"/>
          <a:ext cx="2307224" cy="9228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38100" dir="5400000" algn="ctr" rotWithShape="0">
            <a:schemeClr val="accent1"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8920" tIns="142240" rIns="248920" bIns="142240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500" kern="1200" dirty="0"/>
            <a:t>区域布局</a:t>
          </a:r>
        </a:p>
      </dsp:txBody>
      <dsp:txXfrm>
        <a:off x="2366" y="681861"/>
        <a:ext cx="2307224" cy="922889"/>
      </dsp:txXfrm>
    </dsp:sp>
    <dsp:sp modelId="{8B3F25E2-85E6-4532-B596-9D59202691FC}">
      <dsp:nvSpPr>
        <dsp:cNvPr id="0" name=""/>
        <dsp:cNvSpPr/>
      </dsp:nvSpPr>
      <dsp:spPr>
        <a:xfrm>
          <a:off x="2366" y="1604751"/>
          <a:ext cx="2307224" cy="177738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2200" kern="1200" dirty="0"/>
            <a:t>区域分布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2200" kern="1200" dirty="0"/>
            <a:t>重点区域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2200" kern="1200" dirty="0"/>
            <a:t>区域销售异动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2200" kern="1200" dirty="0"/>
            <a:t>区域</a:t>
          </a:r>
          <a:r>
            <a:rPr lang="en-US" altLang="zh-CN" sz="2200" kern="1200" dirty="0"/>
            <a:t>-</a:t>
          </a:r>
          <a:r>
            <a:rPr lang="zh-CN" altLang="en-US" sz="2200" kern="1200" dirty="0"/>
            <a:t>产品</a:t>
          </a:r>
        </a:p>
      </dsp:txBody>
      <dsp:txXfrm>
        <a:off x="2366" y="1604751"/>
        <a:ext cx="2307224" cy="1777387"/>
      </dsp:txXfrm>
    </dsp:sp>
    <dsp:sp modelId="{F68E9D0A-B9ED-468D-B075-207F715F64A6}">
      <dsp:nvSpPr>
        <dsp:cNvPr id="0" name=""/>
        <dsp:cNvSpPr/>
      </dsp:nvSpPr>
      <dsp:spPr>
        <a:xfrm>
          <a:off x="2632601" y="681861"/>
          <a:ext cx="2307224" cy="9228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38100" dir="5400000" algn="ctr" rotWithShape="0">
            <a:schemeClr val="accent1"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8920" tIns="142240" rIns="248920" bIns="142240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500" kern="1200" dirty="0"/>
            <a:t>产品线</a:t>
          </a:r>
        </a:p>
      </dsp:txBody>
      <dsp:txXfrm>
        <a:off x="2632601" y="681861"/>
        <a:ext cx="2307224" cy="922889"/>
      </dsp:txXfrm>
    </dsp:sp>
    <dsp:sp modelId="{27962231-312F-4A11-B6E6-4F7B95FC8A53}">
      <dsp:nvSpPr>
        <dsp:cNvPr id="0" name=""/>
        <dsp:cNvSpPr/>
      </dsp:nvSpPr>
      <dsp:spPr>
        <a:xfrm>
          <a:off x="2632601" y="1604751"/>
          <a:ext cx="2307224" cy="177738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2200" kern="1200" dirty="0"/>
            <a:t>产品线结构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2200" kern="1200" dirty="0"/>
            <a:t>重点产品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2200" kern="1200" dirty="0"/>
            <a:t>产品</a:t>
          </a:r>
          <a:r>
            <a:rPr lang="en-US" altLang="zh-CN" sz="2200" kern="1200" dirty="0"/>
            <a:t>-</a:t>
          </a:r>
          <a:r>
            <a:rPr lang="zh-CN" altLang="en-US" sz="2200" kern="1200" dirty="0"/>
            <a:t>区域</a:t>
          </a:r>
        </a:p>
      </dsp:txBody>
      <dsp:txXfrm>
        <a:off x="2632601" y="1604751"/>
        <a:ext cx="2307224" cy="1777387"/>
      </dsp:txXfrm>
    </dsp:sp>
    <dsp:sp modelId="{9725DDC0-40F6-4BFE-810C-B9683E335F49}">
      <dsp:nvSpPr>
        <dsp:cNvPr id="0" name=""/>
        <dsp:cNvSpPr/>
      </dsp:nvSpPr>
      <dsp:spPr>
        <a:xfrm>
          <a:off x="5262837" y="681861"/>
          <a:ext cx="2307224" cy="9228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38100" dir="5400000" algn="ctr" rotWithShape="0">
            <a:schemeClr val="accent1"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8920" tIns="142240" rIns="248920" bIns="142240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500" kern="1200" dirty="0"/>
            <a:t>价格体系</a:t>
          </a:r>
        </a:p>
      </dsp:txBody>
      <dsp:txXfrm>
        <a:off x="5262837" y="681861"/>
        <a:ext cx="2307224" cy="922889"/>
      </dsp:txXfrm>
    </dsp:sp>
    <dsp:sp modelId="{22F52225-9259-491A-9154-6A813E4CDE0D}">
      <dsp:nvSpPr>
        <dsp:cNvPr id="0" name=""/>
        <dsp:cNvSpPr/>
      </dsp:nvSpPr>
      <dsp:spPr>
        <a:xfrm>
          <a:off x="5262837" y="1604751"/>
          <a:ext cx="2307224" cy="177738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2200" kern="1200" dirty="0"/>
            <a:t>价格体系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2200" kern="1200" dirty="0"/>
            <a:t>价格</a:t>
          </a:r>
          <a:r>
            <a:rPr lang="en-US" altLang="zh-CN" sz="2200" kern="1200" dirty="0"/>
            <a:t>-</a:t>
          </a:r>
          <a:r>
            <a:rPr lang="zh-CN" altLang="en-US" sz="2200" kern="1200" dirty="0"/>
            <a:t>产品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2200" kern="1200" dirty="0"/>
            <a:t>价格</a:t>
          </a:r>
          <a:r>
            <a:rPr lang="en-US" altLang="zh-CN" sz="2200" kern="1200" dirty="0"/>
            <a:t>-</a:t>
          </a:r>
          <a:r>
            <a:rPr lang="zh-CN" altLang="en-US" sz="2200" kern="1200" dirty="0"/>
            <a:t>区域</a:t>
          </a:r>
        </a:p>
      </dsp:txBody>
      <dsp:txXfrm>
        <a:off x="5262837" y="1604751"/>
        <a:ext cx="2307224" cy="177738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5F0267-D824-407A-A38C-545232FAC2F3}">
      <dsp:nvSpPr>
        <dsp:cNvPr id="0" name=""/>
        <dsp:cNvSpPr/>
      </dsp:nvSpPr>
      <dsp:spPr>
        <a:xfrm>
          <a:off x="2155507" y="2277603"/>
          <a:ext cx="1784985" cy="1784985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shade val="25000"/>
                <a:satMod val="250000"/>
              </a:schemeClr>
            </a:gs>
            <a:gs pos="68000">
              <a:schemeClr val="accent4">
                <a:hueOff val="0"/>
                <a:satOff val="0"/>
                <a:lumOff val="0"/>
                <a:alphaOff val="0"/>
                <a:tint val="86000"/>
                <a:satMod val="115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  <a:ln>
          <a:noFill/>
        </a:ln>
        <a:effectLst>
          <a:outerShdw blurRad="57150" dist="38100" dir="5400000" algn="ctr" rotWithShape="0">
            <a:schemeClr val="accent4"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4000" b="1" kern="1200" dirty="0">
              <a:solidFill>
                <a:schemeClr val="tx1"/>
              </a:solidFill>
            </a:rPr>
            <a:t>分析方法</a:t>
          </a:r>
        </a:p>
      </dsp:txBody>
      <dsp:txXfrm>
        <a:off x="2416912" y="2539008"/>
        <a:ext cx="1262175" cy="1262175"/>
      </dsp:txXfrm>
    </dsp:sp>
    <dsp:sp modelId="{68F6EADC-8DC1-43E6-96C0-C66F0142EE1A}">
      <dsp:nvSpPr>
        <dsp:cNvPr id="0" name=""/>
        <dsp:cNvSpPr/>
      </dsp:nvSpPr>
      <dsp:spPr>
        <a:xfrm rot="12900000">
          <a:off x="871449" y="1920360"/>
          <a:ext cx="1510013" cy="508720"/>
        </a:xfrm>
        <a:prstGeom prst="lef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shade val="25000"/>
                <a:satMod val="250000"/>
              </a:schemeClr>
            </a:gs>
            <a:gs pos="68000">
              <a:schemeClr val="accent5">
                <a:hueOff val="0"/>
                <a:satOff val="0"/>
                <a:lumOff val="0"/>
                <a:alphaOff val="0"/>
                <a:tint val="86000"/>
                <a:satMod val="115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  <a:ln>
          <a:noFill/>
        </a:ln>
        <a:effectLst>
          <a:outerShdw blurRad="57150" dist="38100" dir="5400000" algn="ctr" rotWithShape="0">
            <a:schemeClr val="accent5"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7DED704-8F37-4DCD-BBE8-6086A425A12A}">
      <dsp:nvSpPr>
        <dsp:cNvPr id="0" name=""/>
        <dsp:cNvSpPr/>
      </dsp:nvSpPr>
      <dsp:spPr>
        <a:xfrm>
          <a:off x="160123" y="1063372"/>
          <a:ext cx="1695735" cy="135658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shade val="25000"/>
                <a:satMod val="250000"/>
              </a:schemeClr>
            </a:gs>
            <a:gs pos="68000">
              <a:schemeClr val="accent5">
                <a:hueOff val="0"/>
                <a:satOff val="0"/>
                <a:lumOff val="0"/>
                <a:alphaOff val="0"/>
                <a:tint val="86000"/>
                <a:satMod val="115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  <a:ln>
          <a:noFill/>
        </a:ln>
        <a:effectLst>
          <a:outerShdw blurRad="57150" dist="38100" dir="5400000" algn="ctr" rotWithShape="0">
            <a:schemeClr val="accent5">
              <a:hueOff val="0"/>
              <a:satOff val="0"/>
              <a:lumOff val="0"/>
              <a:alphaOff val="0"/>
              <a:shade val="9000"/>
              <a:satMod val="105000"/>
              <a:alpha val="48000"/>
            </a:scheme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600" b="1" kern="1200">
              <a:solidFill>
                <a:schemeClr val="tx1"/>
              </a:solidFill>
            </a:rPr>
            <a:t>“三维”数据分析法</a:t>
          </a:r>
          <a:endParaRPr lang="zh-CN" altLang="en-US" sz="2600" b="1" kern="1200" dirty="0">
            <a:solidFill>
              <a:schemeClr val="tx1"/>
            </a:solidFill>
          </a:endParaRPr>
        </a:p>
      </dsp:txBody>
      <dsp:txXfrm>
        <a:off x="199856" y="1103105"/>
        <a:ext cx="1616269" cy="1277122"/>
      </dsp:txXfrm>
    </dsp:sp>
    <dsp:sp modelId="{57F92206-AB39-466D-BBF8-E1C2B6FE5396}">
      <dsp:nvSpPr>
        <dsp:cNvPr id="0" name=""/>
        <dsp:cNvSpPr/>
      </dsp:nvSpPr>
      <dsp:spPr>
        <a:xfrm rot="16200000">
          <a:off x="2292993" y="1180352"/>
          <a:ext cx="1510013" cy="508720"/>
        </a:xfrm>
        <a:prstGeom prst="lef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-4625442"/>
                <a:satOff val="23468"/>
                <a:lumOff val="-2745"/>
                <a:alphaOff val="0"/>
                <a:tint val="98000"/>
                <a:shade val="25000"/>
                <a:satMod val="250000"/>
              </a:schemeClr>
            </a:gs>
            <a:gs pos="68000">
              <a:schemeClr val="accent5">
                <a:hueOff val="-4625442"/>
                <a:satOff val="23468"/>
                <a:lumOff val="-2745"/>
                <a:alphaOff val="0"/>
                <a:tint val="86000"/>
                <a:satMod val="115000"/>
              </a:schemeClr>
            </a:gs>
            <a:gs pos="100000">
              <a:schemeClr val="accent5">
                <a:hueOff val="-4625442"/>
                <a:satOff val="23468"/>
                <a:lumOff val="-2745"/>
                <a:alphaOff val="0"/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  <a:ln>
          <a:noFill/>
        </a:ln>
        <a:effectLst>
          <a:outerShdw blurRad="57150" dist="38100" dir="5400000" algn="ctr" rotWithShape="0">
            <a:schemeClr val="accent5">
              <a:hueOff val="-4625442"/>
              <a:satOff val="23468"/>
              <a:lumOff val="-2745"/>
              <a:alphaOff val="0"/>
              <a:shade val="9000"/>
              <a:satMod val="105000"/>
              <a:alpha val="48000"/>
            </a:scheme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39A12BE-DE99-462C-A02A-513D2B4E83D1}">
      <dsp:nvSpPr>
        <dsp:cNvPr id="0" name=""/>
        <dsp:cNvSpPr/>
      </dsp:nvSpPr>
      <dsp:spPr>
        <a:xfrm>
          <a:off x="2200132" y="1411"/>
          <a:ext cx="1695735" cy="135658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4625442"/>
                <a:satOff val="23468"/>
                <a:lumOff val="-2745"/>
                <a:alphaOff val="0"/>
                <a:tint val="98000"/>
                <a:shade val="25000"/>
                <a:satMod val="250000"/>
              </a:schemeClr>
            </a:gs>
            <a:gs pos="68000">
              <a:schemeClr val="accent5">
                <a:hueOff val="-4625442"/>
                <a:satOff val="23468"/>
                <a:lumOff val="-2745"/>
                <a:alphaOff val="0"/>
                <a:tint val="86000"/>
                <a:satMod val="115000"/>
              </a:schemeClr>
            </a:gs>
            <a:gs pos="100000">
              <a:schemeClr val="accent5">
                <a:hueOff val="-4625442"/>
                <a:satOff val="23468"/>
                <a:lumOff val="-2745"/>
                <a:alphaOff val="0"/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  <a:ln>
          <a:noFill/>
        </a:ln>
        <a:effectLst>
          <a:outerShdw blurRad="57150" dist="38100" dir="5400000" algn="ctr" rotWithShape="0">
            <a:schemeClr val="accent5">
              <a:hueOff val="-4625442"/>
              <a:satOff val="23468"/>
              <a:lumOff val="-2745"/>
              <a:alphaOff val="0"/>
              <a:shade val="9000"/>
              <a:satMod val="105000"/>
              <a:alpha val="48000"/>
            </a:scheme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600" b="1" kern="1200">
              <a:solidFill>
                <a:schemeClr val="tx1"/>
              </a:solidFill>
            </a:rPr>
            <a:t>6</a:t>
          </a:r>
          <a:r>
            <a:rPr lang="zh-CN" altLang="en-US" sz="2600" b="1" kern="1200">
              <a:solidFill>
                <a:schemeClr val="tx1"/>
              </a:solidFill>
            </a:rPr>
            <a:t>个月纵向分析法</a:t>
          </a:r>
          <a:endParaRPr lang="zh-CN" altLang="en-US" sz="2600" b="1" kern="1200" dirty="0">
            <a:solidFill>
              <a:schemeClr val="tx1"/>
            </a:solidFill>
          </a:endParaRPr>
        </a:p>
      </dsp:txBody>
      <dsp:txXfrm>
        <a:off x="2239865" y="41144"/>
        <a:ext cx="1616269" cy="1277122"/>
      </dsp:txXfrm>
    </dsp:sp>
    <dsp:sp modelId="{17E423D9-5195-4152-AECF-6EB8C8D82F56}">
      <dsp:nvSpPr>
        <dsp:cNvPr id="0" name=""/>
        <dsp:cNvSpPr/>
      </dsp:nvSpPr>
      <dsp:spPr>
        <a:xfrm rot="19500000">
          <a:off x="3714536" y="1920360"/>
          <a:ext cx="1510013" cy="508720"/>
        </a:xfrm>
        <a:prstGeom prst="lef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-9250884"/>
                <a:satOff val="46936"/>
                <a:lumOff val="-5490"/>
                <a:alphaOff val="0"/>
                <a:tint val="98000"/>
                <a:shade val="25000"/>
                <a:satMod val="250000"/>
              </a:schemeClr>
            </a:gs>
            <a:gs pos="68000">
              <a:schemeClr val="accent5">
                <a:hueOff val="-9250884"/>
                <a:satOff val="46936"/>
                <a:lumOff val="-5490"/>
                <a:alphaOff val="0"/>
                <a:tint val="86000"/>
                <a:satMod val="115000"/>
              </a:schemeClr>
            </a:gs>
            <a:gs pos="100000">
              <a:schemeClr val="accent5">
                <a:hueOff val="-9250884"/>
                <a:satOff val="46936"/>
                <a:lumOff val="-5490"/>
                <a:alphaOff val="0"/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  <a:ln>
          <a:noFill/>
        </a:ln>
        <a:effectLst>
          <a:outerShdw blurRad="57150" dist="38100" dir="5400000" algn="ctr" rotWithShape="0">
            <a:schemeClr val="accent5">
              <a:hueOff val="-9250884"/>
              <a:satOff val="46936"/>
              <a:lumOff val="-5490"/>
              <a:alphaOff val="0"/>
              <a:shade val="9000"/>
              <a:satMod val="105000"/>
              <a:alpha val="48000"/>
            </a:scheme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CCA4796-848B-4BAC-973C-4F2BFD88032D}">
      <dsp:nvSpPr>
        <dsp:cNvPr id="0" name=""/>
        <dsp:cNvSpPr/>
      </dsp:nvSpPr>
      <dsp:spPr>
        <a:xfrm>
          <a:off x="4240140" y="1063372"/>
          <a:ext cx="1695735" cy="135658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9250884"/>
                <a:satOff val="46936"/>
                <a:lumOff val="-5490"/>
                <a:alphaOff val="0"/>
                <a:tint val="98000"/>
                <a:shade val="25000"/>
                <a:satMod val="250000"/>
              </a:schemeClr>
            </a:gs>
            <a:gs pos="68000">
              <a:schemeClr val="accent5">
                <a:hueOff val="-9250884"/>
                <a:satOff val="46936"/>
                <a:lumOff val="-5490"/>
                <a:alphaOff val="0"/>
                <a:tint val="86000"/>
                <a:satMod val="115000"/>
              </a:schemeClr>
            </a:gs>
            <a:gs pos="100000">
              <a:schemeClr val="accent5">
                <a:hueOff val="-9250884"/>
                <a:satOff val="46936"/>
                <a:lumOff val="-5490"/>
                <a:alphaOff val="0"/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  <a:ln>
          <a:noFill/>
        </a:ln>
        <a:effectLst>
          <a:outerShdw blurRad="57150" dist="38100" dir="5400000" algn="ctr" rotWithShape="0">
            <a:schemeClr val="accent5">
              <a:hueOff val="-9250884"/>
              <a:satOff val="46936"/>
              <a:lumOff val="-5490"/>
              <a:alphaOff val="0"/>
              <a:shade val="9000"/>
              <a:satMod val="105000"/>
              <a:alpha val="48000"/>
            </a:scheme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600" b="1" kern="1200">
              <a:solidFill>
                <a:schemeClr val="tx1"/>
              </a:solidFill>
            </a:rPr>
            <a:t>区域分类分析法</a:t>
          </a:r>
          <a:endParaRPr lang="zh-CN" altLang="en-US" sz="2600" b="1" kern="1200" dirty="0">
            <a:solidFill>
              <a:schemeClr val="tx1"/>
            </a:solidFill>
          </a:endParaRPr>
        </a:p>
      </dsp:txBody>
      <dsp:txXfrm>
        <a:off x="4279873" y="1103105"/>
        <a:ext cx="1616269" cy="12771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80A956-944B-4CA4-B5FE-9D5E71837C0E}" type="datetimeFigureOut">
              <a:rPr lang="zh-CN" altLang="en-US" smtClean="0"/>
              <a:t>2022/9/11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BB8F57-DB82-4DDC-B77B-CC6D31A3C2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6993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7" name="副标题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30" name="日期占位符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64808-5B4C-4F8B-B708-87FBBD4703DE}" type="datetime1">
              <a:rPr lang="zh-CN" altLang="en-US" smtClean="0"/>
              <a:t>2022/9/11</a:t>
            </a:fld>
            <a:endParaRPr lang="zh-CN" altLang="en-US"/>
          </a:p>
        </p:txBody>
      </p:sp>
      <p:sp>
        <p:nvSpPr>
          <p:cNvPr id="19" name="页脚占位符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940DC-4285-4E21-BF52-E54EBBEAE62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C6504-8383-4985-A631-72797211C99F}" type="datetime1">
              <a:rPr lang="zh-CN" altLang="en-US" smtClean="0"/>
              <a:t>2022/9/11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940DC-4285-4E21-BF52-E54EBBEAE62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B47DC-5983-49CC-92D6-6AE86E585D99}" type="datetime1">
              <a:rPr lang="zh-CN" altLang="en-US" smtClean="0"/>
              <a:t>2022/9/11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940DC-4285-4E21-BF52-E54EBBEAE62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C336C-9323-433E-9A92-AE01AC4ABDEB}" type="datetime1">
              <a:rPr lang="zh-CN" altLang="en-US" smtClean="0"/>
              <a:t>2022/9/11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940DC-4285-4E21-BF52-E54EBBEAE62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7C4A6-8003-4529-B1D9-1D6C4B524D63}" type="datetime1">
              <a:rPr lang="zh-CN" altLang="en-US" smtClean="0"/>
              <a:t>2022/9/11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940DC-4285-4E21-BF52-E54EBBEAE62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4DC81-EDA6-43BB-A007-9EADE06A582C}" type="datetime1">
              <a:rPr lang="zh-CN" altLang="en-US" smtClean="0"/>
              <a:t>2022/9/11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940DC-4285-4E21-BF52-E54EBBEAE62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675FB-9E1D-425A-869F-6B8E9BEFA292}" type="datetime1">
              <a:rPr lang="zh-CN" altLang="en-US" smtClean="0"/>
              <a:t>2022/9/11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940DC-4285-4E21-BF52-E54EBBEAE62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A9A8-8495-4ACB-B159-3100231B3765}" type="datetime1">
              <a:rPr lang="zh-CN" altLang="en-US" smtClean="0"/>
              <a:t>2022/9/11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940DC-4285-4E21-BF52-E54EBBEAE62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单圆角矩形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直角三角形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5E4A2-370B-4828-B673-F4A58AB016BB}" type="datetime1">
              <a:rPr lang="zh-CN" altLang="en-US" smtClean="0"/>
              <a:t>2022/9/11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1E4940DC-4285-4E21-BF52-E54EBBEAE629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/>
              <a:t>单击图标添加图片</a:t>
            </a:r>
            <a:endParaRPr kumimoji="0" lang="en-US" dirty="0"/>
          </a:p>
        </p:txBody>
      </p:sp>
      <p:sp>
        <p:nvSpPr>
          <p:cNvPr id="10" name="任意多边形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任意多边形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7D5CD-85FE-42C3-9B7D-A3993376F570}" type="datetime1">
              <a:rPr lang="zh-CN" altLang="en-US" smtClean="0"/>
              <a:t>2022/9/11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940DC-4285-4E21-BF52-E54EBBEAE62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32C04-01B6-488E-8C0D-A2A577889776}" type="datetime1">
              <a:rPr lang="zh-CN" altLang="en-US" smtClean="0"/>
              <a:t>2022/9/11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940DC-4285-4E21-BF52-E54EBBEAE62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任意多边形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标题占位符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zh-CN" altLang="en-US" dirty="0"/>
              <a:t>单击此处编辑母版标题样式</a:t>
            </a:r>
            <a:endParaRPr kumimoji="0" lang="en-US" dirty="0"/>
          </a:p>
        </p:txBody>
      </p:sp>
      <p:sp>
        <p:nvSpPr>
          <p:cNvPr id="30" name="文本占位符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  <a:p>
            <a:pPr lvl="1" eaLnBrk="1" latinLnBrk="0" hangingPunct="1"/>
            <a:r>
              <a:rPr kumimoji="0" lang="zh-CN" altLang="en-US"/>
              <a:t>第二级</a:t>
            </a:r>
          </a:p>
          <a:p>
            <a:pPr lvl="2" eaLnBrk="1" latinLnBrk="0" hangingPunct="1"/>
            <a:r>
              <a:rPr kumimoji="0" lang="zh-CN" altLang="en-US"/>
              <a:t>第三级</a:t>
            </a:r>
          </a:p>
          <a:p>
            <a:pPr lvl="3" eaLnBrk="1" latinLnBrk="0" hangingPunct="1"/>
            <a:r>
              <a:rPr kumimoji="0" lang="zh-CN" altLang="en-US"/>
              <a:t>第四级</a:t>
            </a:r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85526AC5-0528-498A-A415-A174775349D5}" type="datetime1">
              <a:rPr lang="zh-CN" altLang="en-US" smtClean="0"/>
              <a:t>2022/9/11</a:t>
            </a:fld>
            <a:endParaRPr lang="zh-CN" altLang="en-US"/>
          </a:p>
        </p:txBody>
      </p:sp>
      <p:sp>
        <p:nvSpPr>
          <p:cNvPr id="22" name="页脚占位符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E4940DC-4285-4E21-BF52-E54EBBEAE629}" type="slidenum">
              <a:rPr lang="zh-CN" altLang="en-US" smtClean="0"/>
              <a:pPr/>
              <a:t>‹#›</a:t>
            </a:fld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任意多边形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任意多边形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Program Files\Microsoft Office\MEDIA\CAGCAT10\j0195384.wm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57950" y="4214818"/>
            <a:ext cx="1795882" cy="1833372"/>
          </a:xfrm>
          <a:prstGeom prst="rect">
            <a:avLst/>
          </a:prstGeom>
          <a:noFill/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940DC-4285-4E21-BF52-E54EBBEAE629}" type="slidenum">
              <a:rPr lang="zh-CN" altLang="en-US" smtClean="0"/>
              <a:pPr/>
              <a:t>1</a:t>
            </a:fld>
            <a:endParaRPr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D184217C-A574-3467-F305-F6086A4E82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graphicFrame>
        <p:nvGraphicFramePr>
          <p:cNvPr id="5" name="图示 4"/>
          <p:cNvGraphicFramePr/>
          <p:nvPr>
            <p:extLst>
              <p:ext uri="{D42A27DB-BD31-4B8C-83A1-F6EECF244321}">
                <p14:modId xmlns:p14="http://schemas.microsoft.com/office/powerpoint/2010/main" val="1055450200"/>
              </p:ext>
            </p:extLst>
          </p:nvPr>
        </p:nvGraphicFramePr>
        <p:xfrm>
          <a:off x="1524000" y="2008206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940DC-4285-4E21-BF52-E54EBBEAE629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00042"/>
            <a:ext cx="8305800" cy="1143000"/>
          </a:xfrm>
        </p:spPr>
        <p:txBody>
          <a:bodyPr/>
          <a:lstStyle/>
          <a:p>
            <a:r>
              <a:rPr lang="zh-CN" altLang="en-US" dirty="0"/>
              <a:t>分析主线</a:t>
            </a:r>
          </a:p>
        </p:txBody>
      </p:sp>
      <p:graphicFrame>
        <p:nvGraphicFramePr>
          <p:cNvPr id="5" name="图示 4"/>
          <p:cNvGraphicFramePr/>
          <p:nvPr/>
        </p:nvGraphicFramePr>
        <p:xfrm>
          <a:off x="1524000" y="1357298"/>
          <a:ext cx="6262710" cy="45005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968832" y="2786058"/>
            <a:ext cx="3429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哪个产品需要重点管理？</a:t>
            </a:r>
            <a:endParaRPr lang="zh-CN" altLang="en-US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0"/>
              </a:gradFill>
              <a:effectLst>
                <a:outerShdw blurRad="60007" dist="200025" dir="15000000" sy="30000" kx="-1800000" algn="bl" rotWithShape="0">
                  <a:prstClr val="black">
                    <a:alpha val="32000"/>
                  </a:prstClr>
                </a:outerShdw>
                <a:reflection blurRad="6350" stA="55000" endA="300" endPos="45500" dir="5400000" sy="-100000" algn="bl" rotWithShape="0"/>
              </a:effectLst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71538" y="5932954"/>
            <a:ext cx="3429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哪个区域需要重点巡查？</a:t>
            </a:r>
            <a:endParaRPr lang="zh-CN" altLang="en-US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0"/>
              </a:gradFill>
              <a:effectLst>
                <a:outerShdw blurRad="60007" dist="200025" dir="15000000" sy="30000" kx="-1800000" algn="bl" rotWithShape="0">
                  <a:prstClr val="black">
                    <a:alpha val="32000"/>
                  </a:prstClr>
                </a:outerShdw>
                <a:reflection blurRad="6350" stA="55000" endA="300" endPos="45500" dir="5400000" sy="-100000" algn="bl" rotWithShape="0"/>
              </a:effectLst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14876" y="5944888"/>
            <a:ext cx="3429024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60375" indent="-460375" algn="ctr" fontAlgn="auto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SzPct val="100000"/>
              <a:defRPr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哪个重点经销商的业绩不正常？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940DC-4285-4E21-BF52-E54EBBEAE629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数据指标分解</a:t>
            </a:r>
          </a:p>
        </p:txBody>
      </p:sp>
      <p:graphicFrame>
        <p:nvGraphicFramePr>
          <p:cNvPr id="5" name="图示 4"/>
          <p:cNvGraphicFramePr/>
          <p:nvPr/>
        </p:nvGraphicFramePr>
        <p:xfrm>
          <a:off x="1524000" y="1571612"/>
          <a:ext cx="6834214" cy="4286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940DC-4285-4E21-BF52-E54EBBEAE629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28604"/>
            <a:ext cx="8305800" cy="1143000"/>
          </a:xfrm>
        </p:spPr>
        <p:txBody>
          <a:bodyPr/>
          <a:lstStyle/>
          <a:p>
            <a:r>
              <a:rPr lang="zh-CN" altLang="en-US" dirty="0"/>
              <a:t>分析思路</a:t>
            </a:r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1204568789"/>
              </p:ext>
            </p:extLst>
          </p:nvPr>
        </p:nvGraphicFramePr>
        <p:xfrm>
          <a:off x="1524000" y="1793892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940DC-4285-4E21-BF52-E54EBBEAE629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642918"/>
            <a:ext cx="8305800" cy="785810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latin typeface="+mn-ea"/>
                <a:ea typeface="+mn-ea"/>
              </a:rPr>
              <a:t>整体销售分析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940DC-4285-4E21-BF52-E54EBBEAE629}" type="slidenum">
              <a:rPr lang="zh-CN" altLang="en-US" smtClean="0"/>
              <a:pPr/>
              <a:t>6</a:t>
            </a:fld>
            <a:endParaRPr lang="zh-CN" altLang="en-US"/>
          </a:p>
        </p:txBody>
      </p:sp>
      <p:graphicFrame>
        <p:nvGraphicFramePr>
          <p:cNvPr id="5" name="图示 4"/>
          <p:cNvGraphicFramePr/>
          <p:nvPr>
            <p:extLst>
              <p:ext uri="{D42A27DB-BD31-4B8C-83A1-F6EECF244321}">
                <p14:modId xmlns:p14="http://schemas.microsoft.com/office/powerpoint/2010/main" val="768415565"/>
              </p:ext>
            </p:extLst>
          </p:nvPr>
        </p:nvGraphicFramePr>
        <p:xfrm>
          <a:off x="1333500" y="1787546"/>
          <a:ext cx="6261100" cy="431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latin typeface="+mn-ea"/>
                <a:ea typeface="+mn-ea"/>
              </a:rPr>
              <a:t>区域、产品、价格分析</a:t>
            </a:r>
          </a:p>
        </p:txBody>
      </p:sp>
      <p:graphicFrame>
        <p:nvGraphicFramePr>
          <p:cNvPr id="3" name="图示 2"/>
          <p:cNvGraphicFramePr/>
          <p:nvPr/>
        </p:nvGraphicFramePr>
        <p:xfrm>
          <a:off x="1000100" y="1936768"/>
          <a:ext cx="7572428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940DC-4285-4E21-BF52-E54EBBEAE629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latin typeface="+mn-ea"/>
                <a:ea typeface="+mn-ea"/>
              </a:rPr>
              <a:t>销售数据总结及建议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3037293"/>
              </p:ext>
            </p:extLst>
          </p:nvPr>
        </p:nvGraphicFramePr>
        <p:xfrm>
          <a:off x="1187624" y="2564904"/>
          <a:ext cx="6989788" cy="3084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46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7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7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690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序号</a:t>
                      </a:r>
                      <a:endParaRPr lang="zh-CN" altLang="en-US" sz="2400" b="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项目</a:t>
                      </a:r>
                      <a:endParaRPr lang="zh-CN" altLang="en-US" sz="2400" b="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序号</a:t>
                      </a:r>
                      <a:endParaRPr lang="zh-CN" altLang="en-US" sz="2400" b="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项目</a:t>
                      </a:r>
                      <a:endParaRPr lang="zh-CN" altLang="en-US" sz="2400" b="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9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</a:t>
                      </a:r>
                      <a:endParaRPr lang="zh-CN" altLang="en-US" sz="2400" b="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dirty="0"/>
                        <a:t>销售额</a:t>
                      </a:r>
                      <a:r>
                        <a:rPr lang="en-US" altLang="zh-CN" sz="2400" dirty="0"/>
                        <a:t>/</a:t>
                      </a:r>
                      <a:r>
                        <a:rPr lang="zh-CN" altLang="en-US" sz="2400" dirty="0"/>
                        <a:t>销售量</a:t>
                      </a:r>
                      <a:endParaRPr lang="en-IN" altLang="zh-CN" sz="2400" b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>
                          <a:outerShdw blurRad="63500" sx="102000" sy="1020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5</a:t>
                      </a:r>
                      <a:endParaRPr lang="zh-CN" altLang="en-US" sz="2000" b="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kern="1200" dirty="0"/>
                        <a:t>区域分布</a:t>
                      </a:r>
                      <a:endParaRPr lang="zh-CN" altLang="en-US" sz="2400" b="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9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2</a:t>
                      </a:r>
                      <a:endParaRPr lang="zh-CN" altLang="en-US" sz="2400" b="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kern="1200" dirty="0"/>
                        <a:t>季节性分析</a:t>
                      </a:r>
                      <a:endParaRPr lang="en-IN" altLang="zh-CN" sz="2400" b="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6</a:t>
                      </a:r>
                      <a:endParaRPr lang="zh-CN" altLang="en-US" sz="2000" b="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kern="1200" dirty="0"/>
                        <a:t>区域销售异动</a:t>
                      </a:r>
                      <a:endParaRPr lang="zh-CN" altLang="en-US" sz="2400" b="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69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3</a:t>
                      </a:r>
                      <a:endParaRPr lang="zh-CN" altLang="en-US" sz="2400" b="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kern="1200" dirty="0"/>
                        <a:t>产品结构</a:t>
                      </a:r>
                      <a:endParaRPr lang="zh-CN" altLang="en-US" sz="2400" b="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7</a:t>
                      </a:r>
                      <a:endParaRPr lang="zh-CN" altLang="en-US" sz="2000" b="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kern="1200" dirty="0"/>
                        <a:t>区域</a:t>
                      </a:r>
                      <a:r>
                        <a:rPr lang="en-US" altLang="zh-CN" sz="2400" kern="1200" dirty="0"/>
                        <a:t>-</a:t>
                      </a:r>
                      <a:r>
                        <a:rPr lang="zh-CN" altLang="en-US" sz="2400" kern="1200" dirty="0"/>
                        <a:t>产品分析</a:t>
                      </a:r>
                      <a:endParaRPr lang="zh-CN" altLang="en-US" sz="2400" b="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69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4</a:t>
                      </a:r>
                      <a:endParaRPr lang="zh-CN" altLang="en-US" sz="2400" b="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kern="1200" dirty="0"/>
                        <a:t>价格体系</a:t>
                      </a:r>
                      <a:endParaRPr lang="zh-CN" altLang="en-US" sz="2400" b="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8</a:t>
                      </a:r>
                      <a:endParaRPr lang="zh-CN" altLang="en-US" sz="2000" b="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kern="1200" dirty="0"/>
                        <a:t>价格</a:t>
                      </a:r>
                      <a:r>
                        <a:rPr lang="en-US" altLang="zh-CN" sz="2400" kern="1200" dirty="0"/>
                        <a:t>-</a:t>
                      </a:r>
                      <a:r>
                        <a:rPr lang="zh-CN" altLang="en-US" sz="2400" kern="1200" dirty="0"/>
                        <a:t>区域分析</a:t>
                      </a:r>
                      <a:endParaRPr lang="zh-CN" altLang="en-US" sz="2400" b="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940DC-4285-4E21-BF52-E54EBBEAE629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具体分析方法</a:t>
            </a:r>
          </a:p>
        </p:txBody>
      </p:sp>
      <p:graphicFrame>
        <p:nvGraphicFramePr>
          <p:cNvPr id="3" name="图示 2"/>
          <p:cNvGraphicFramePr/>
          <p:nvPr>
            <p:extLst>
              <p:ext uri="{D42A27DB-BD31-4B8C-83A1-F6EECF244321}">
                <p14:modId xmlns:p14="http://schemas.microsoft.com/office/powerpoint/2010/main" val="3412243725"/>
              </p:ext>
            </p:extLst>
          </p:nvPr>
        </p:nvGraphicFramePr>
        <p:xfrm>
          <a:off x="1524000" y="222252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940DC-4285-4E21-BF52-E54EBBEAE629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流畅">
  <a:themeElements>
    <a:clrScheme name="自定义 17">
      <a:dk1>
        <a:sysClr val="windowText" lastClr="000000"/>
      </a:dk1>
      <a:lt1>
        <a:sysClr val="window" lastClr="FFFFFF"/>
      </a:lt1>
      <a:dk2>
        <a:srgbClr val="2F2F2F"/>
      </a:dk2>
      <a:lt2>
        <a:srgbClr val="FFFFF4"/>
      </a:lt2>
      <a:accent1>
        <a:srgbClr val="918415"/>
      </a:accent1>
      <a:accent2>
        <a:srgbClr val="C47546"/>
      </a:accent2>
      <a:accent3>
        <a:srgbClr val="AFB591"/>
      </a:accent3>
      <a:accent4>
        <a:srgbClr val="B9945B"/>
      </a:accent4>
      <a:accent5>
        <a:srgbClr val="85ADBC"/>
      </a:accent5>
      <a:accent6>
        <a:srgbClr val="E5B440"/>
      </a:accent6>
      <a:hlink>
        <a:srgbClr val="FFFFFF"/>
      </a:hlink>
      <a:folHlink>
        <a:srgbClr val="DD00DD"/>
      </a:folHlink>
    </a:clrScheme>
    <a:fontScheme name="流畅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流畅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660</TotalTime>
  <Words>339</Words>
  <Application>Microsoft Office PowerPoint</Application>
  <PresentationFormat>全屏显示(4:3)</PresentationFormat>
  <Paragraphs>80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Wingdings 2</vt:lpstr>
      <vt:lpstr>隶书</vt:lpstr>
      <vt:lpstr>宋体</vt:lpstr>
      <vt:lpstr>微软雅黑</vt:lpstr>
      <vt:lpstr>Arial</vt:lpstr>
      <vt:lpstr>Calibri</vt:lpstr>
      <vt:lpstr>Constantia</vt:lpstr>
      <vt:lpstr>流畅</vt:lpstr>
      <vt:lpstr>PowerPoint 演示文稿</vt:lpstr>
      <vt:lpstr>目录</vt:lpstr>
      <vt:lpstr>分析主线</vt:lpstr>
      <vt:lpstr>数据指标分解</vt:lpstr>
      <vt:lpstr>分析思路</vt:lpstr>
      <vt:lpstr>整体销售分析</vt:lpstr>
      <vt:lpstr>区域、产品、价格分析</vt:lpstr>
      <vt:lpstr>销售数据总结及建议</vt:lpstr>
      <vt:lpstr>具体分析方法</vt:lpstr>
    </vt:vector>
  </TitlesOfParts>
  <Company>番茄花园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lj</dc:creator>
  <cp:lastModifiedBy>Administrator</cp:lastModifiedBy>
  <cp:revision>44</cp:revision>
  <dcterms:created xsi:type="dcterms:W3CDTF">2012-06-12T06:50:43Z</dcterms:created>
  <dcterms:modified xsi:type="dcterms:W3CDTF">2022-09-10T17:17:07Z</dcterms:modified>
</cp:coreProperties>
</file>