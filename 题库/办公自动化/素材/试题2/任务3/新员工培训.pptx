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sldIdLst>
    <p:sldId id="257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3" autoAdjust="0"/>
    <p:restoredTop sz="94749" autoAdjust="0"/>
  </p:normalViewPr>
  <p:slideViewPr>
    <p:cSldViewPr>
      <p:cViewPr varScale="1">
        <p:scale>
          <a:sx n="52" d="100"/>
          <a:sy n="52" d="100"/>
        </p:scale>
        <p:origin x="84" y="4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53EE03-9178-45CD-ABA6-59A4607BD0F3}" type="doc">
      <dgm:prSet loTypeId="urn:microsoft.com/office/officeart/2005/8/layout/radial6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A2CEB030-76E7-4F9C-8B18-42F79870CB65}">
      <dgm:prSet phldrT="[文本]"/>
      <dgm:spPr/>
      <dgm:t>
        <a:bodyPr/>
        <a:lstStyle/>
        <a:p>
          <a:r>
            <a:rPr lang="zh-CN" altLang="en-US" smtClean="0"/>
            <a:t>职</a:t>
          </a:r>
          <a:r>
            <a:rPr lang="zh-CN" altLang="en-US" smtClean="0"/>
            <a:t>业</a:t>
          </a:r>
          <a:endParaRPr lang="en-US" altLang="zh-CN" smtClean="0"/>
        </a:p>
        <a:p>
          <a:r>
            <a:rPr lang="zh-CN" altLang="en-US" smtClean="0"/>
            <a:t>精</a:t>
          </a:r>
          <a:r>
            <a:rPr lang="zh-CN" altLang="en-US" dirty="0" smtClean="0"/>
            <a:t>神</a:t>
          </a:r>
          <a:endParaRPr lang="zh-CN" altLang="en-US" dirty="0"/>
        </a:p>
      </dgm:t>
    </dgm:pt>
    <dgm:pt modelId="{C76B3335-6503-40F2-B1E9-41B5CD3F95FD}" type="parTrans" cxnId="{FF810E16-1F82-49C0-B5BD-830AF386206C}">
      <dgm:prSet/>
      <dgm:spPr/>
      <dgm:t>
        <a:bodyPr/>
        <a:lstStyle/>
        <a:p>
          <a:endParaRPr lang="zh-CN" altLang="en-US"/>
        </a:p>
      </dgm:t>
    </dgm:pt>
    <dgm:pt modelId="{38B64DDC-16E2-4FC4-B24B-58CC3ACE71E5}" type="sibTrans" cxnId="{FF810E16-1F82-49C0-B5BD-830AF386206C}">
      <dgm:prSet/>
      <dgm:spPr/>
      <dgm:t>
        <a:bodyPr/>
        <a:lstStyle/>
        <a:p>
          <a:endParaRPr lang="zh-CN" altLang="en-US"/>
        </a:p>
      </dgm:t>
    </dgm:pt>
    <dgm:pt modelId="{143A6639-513D-4441-88E5-B25397716495}">
      <dgm:prSet phldrT="[文本]"/>
      <dgm:spPr/>
      <dgm:t>
        <a:bodyPr/>
        <a:lstStyle/>
        <a:p>
          <a:r>
            <a:rPr lang="zh-CN" altLang="en-US" dirty="0" smtClean="0"/>
            <a:t>协作</a:t>
          </a:r>
          <a:endParaRPr lang="zh-CN" altLang="en-US" dirty="0"/>
        </a:p>
      </dgm:t>
    </dgm:pt>
    <dgm:pt modelId="{E1882079-49E0-4AEF-8341-5A724558F84C}" type="parTrans" cxnId="{4D909B7B-D389-4917-93A8-56CA5664755C}">
      <dgm:prSet/>
      <dgm:spPr/>
      <dgm:t>
        <a:bodyPr/>
        <a:lstStyle/>
        <a:p>
          <a:endParaRPr lang="zh-CN" altLang="en-US"/>
        </a:p>
      </dgm:t>
    </dgm:pt>
    <dgm:pt modelId="{1418B9FD-976A-4017-9BC7-750A4E592584}" type="sibTrans" cxnId="{4D909B7B-D389-4917-93A8-56CA5664755C}">
      <dgm:prSet/>
      <dgm:spPr/>
      <dgm:t>
        <a:bodyPr/>
        <a:lstStyle/>
        <a:p>
          <a:endParaRPr lang="zh-CN" altLang="en-US"/>
        </a:p>
      </dgm:t>
    </dgm:pt>
    <dgm:pt modelId="{47713BB4-BF78-4118-83F2-F838A6848513}">
      <dgm:prSet phldrT="[文本]"/>
      <dgm:spPr/>
      <dgm:t>
        <a:bodyPr/>
        <a:lstStyle/>
        <a:p>
          <a:r>
            <a:rPr lang="zh-CN" altLang="en-US" dirty="0" smtClean="0"/>
            <a:t>创新</a:t>
          </a:r>
          <a:endParaRPr lang="zh-CN" altLang="en-US" dirty="0"/>
        </a:p>
      </dgm:t>
    </dgm:pt>
    <dgm:pt modelId="{0ABBA38C-C6E4-4E7B-8396-34D112E419FB}" type="parTrans" cxnId="{785E1F33-7599-47A2-AE11-ECC44CE1612C}">
      <dgm:prSet/>
      <dgm:spPr/>
      <dgm:t>
        <a:bodyPr/>
        <a:lstStyle/>
        <a:p>
          <a:endParaRPr lang="zh-CN" altLang="en-US"/>
        </a:p>
      </dgm:t>
    </dgm:pt>
    <dgm:pt modelId="{D278C991-0847-48B8-9297-CAB9B8A1F7FD}" type="sibTrans" cxnId="{785E1F33-7599-47A2-AE11-ECC44CE1612C}">
      <dgm:prSet/>
      <dgm:spPr/>
      <dgm:t>
        <a:bodyPr/>
        <a:lstStyle/>
        <a:p>
          <a:endParaRPr lang="zh-CN" altLang="en-US"/>
        </a:p>
      </dgm:t>
    </dgm:pt>
    <dgm:pt modelId="{71516835-EF8F-4C65-8D1C-3CE93E964380}">
      <dgm:prSet phldrT="[文本]"/>
      <dgm:spPr/>
      <dgm:t>
        <a:bodyPr/>
        <a:lstStyle/>
        <a:p>
          <a:r>
            <a:rPr lang="zh-CN" altLang="en-US" dirty="0" smtClean="0"/>
            <a:t>诚信</a:t>
          </a:r>
          <a:endParaRPr lang="zh-CN" altLang="en-US" dirty="0"/>
        </a:p>
      </dgm:t>
    </dgm:pt>
    <dgm:pt modelId="{62595003-2FA4-434D-83D1-03592B26FEC1}" type="parTrans" cxnId="{16DE24C1-FC20-485A-A790-51ED88BC6706}">
      <dgm:prSet/>
      <dgm:spPr/>
      <dgm:t>
        <a:bodyPr/>
        <a:lstStyle/>
        <a:p>
          <a:endParaRPr lang="zh-CN" altLang="en-US"/>
        </a:p>
      </dgm:t>
    </dgm:pt>
    <dgm:pt modelId="{1CD23096-9A1B-43E9-BFD0-52955D5E2912}" type="sibTrans" cxnId="{16DE24C1-FC20-485A-A790-51ED88BC6706}">
      <dgm:prSet/>
      <dgm:spPr/>
      <dgm:t>
        <a:bodyPr/>
        <a:lstStyle/>
        <a:p>
          <a:endParaRPr lang="zh-CN" altLang="en-US"/>
        </a:p>
      </dgm:t>
    </dgm:pt>
    <dgm:pt modelId="{4DA5AC2B-A328-42D9-A633-07A0FD7C0D5D}">
      <dgm:prSet phldrT="[文本]"/>
      <dgm:spPr/>
      <dgm:t>
        <a:bodyPr/>
        <a:lstStyle/>
        <a:p>
          <a:r>
            <a:rPr lang="zh-CN" altLang="en-US" dirty="0" smtClean="0"/>
            <a:t>忠诚</a:t>
          </a:r>
          <a:endParaRPr lang="zh-CN" altLang="en-US" dirty="0"/>
        </a:p>
      </dgm:t>
    </dgm:pt>
    <dgm:pt modelId="{95D2F67C-39B6-49C0-B23F-BF4273917AF2}" type="parTrans" cxnId="{4E330090-2FE5-4801-BB39-9852A1A13E6D}">
      <dgm:prSet/>
      <dgm:spPr/>
      <dgm:t>
        <a:bodyPr/>
        <a:lstStyle/>
        <a:p>
          <a:endParaRPr lang="zh-CN" altLang="en-US"/>
        </a:p>
      </dgm:t>
    </dgm:pt>
    <dgm:pt modelId="{95984A6B-17C7-4217-803F-72289A537BF5}" type="sibTrans" cxnId="{4E330090-2FE5-4801-BB39-9852A1A13E6D}">
      <dgm:prSet/>
      <dgm:spPr/>
      <dgm:t>
        <a:bodyPr/>
        <a:lstStyle/>
        <a:p>
          <a:endParaRPr lang="zh-CN" altLang="en-US"/>
        </a:p>
      </dgm:t>
    </dgm:pt>
    <dgm:pt modelId="{378E5279-0BFD-4C6A-A2BB-55CDDFAA3412}">
      <dgm:prSet/>
      <dgm:spPr/>
      <dgm:t>
        <a:bodyPr/>
        <a:lstStyle/>
        <a:p>
          <a:r>
            <a:rPr lang="zh-CN" altLang="en-US" dirty="0" smtClean="0"/>
            <a:t>责任</a:t>
          </a:r>
          <a:endParaRPr lang="zh-CN" altLang="en-US" dirty="0"/>
        </a:p>
      </dgm:t>
    </dgm:pt>
    <dgm:pt modelId="{BC8BDD0C-E0C4-490D-AC69-9103A0472DE0}" type="parTrans" cxnId="{F1550BC2-AF3E-4703-A465-97EA1C36671A}">
      <dgm:prSet/>
      <dgm:spPr/>
      <dgm:t>
        <a:bodyPr/>
        <a:lstStyle/>
        <a:p>
          <a:endParaRPr lang="zh-CN" altLang="en-US"/>
        </a:p>
      </dgm:t>
    </dgm:pt>
    <dgm:pt modelId="{EF4F0EA5-ECC4-4CC4-BA62-8EF847F7BE1B}" type="sibTrans" cxnId="{F1550BC2-AF3E-4703-A465-97EA1C36671A}">
      <dgm:prSet/>
      <dgm:spPr/>
      <dgm:t>
        <a:bodyPr/>
        <a:lstStyle/>
        <a:p>
          <a:endParaRPr lang="zh-CN" altLang="en-US"/>
        </a:p>
      </dgm:t>
    </dgm:pt>
    <dgm:pt modelId="{927E5544-CEDA-4C71-97FB-85E9A7B0BDE1}">
      <dgm:prSet/>
      <dgm:spPr/>
      <dgm:t>
        <a:bodyPr/>
        <a:lstStyle/>
        <a:p>
          <a:r>
            <a:rPr lang="zh-CN" altLang="en-US" dirty="0" smtClean="0"/>
            <a:t>敬业</a:t>
          </a:r>
          <a:endParaRPr lang="zh-CN" altLang="en-US" dirty="0"/>
        </a:p>
      </dgm:t>
    </dgm:pt>
    <dgm:pt modelId="{09928481-E6DA-4A40-B75E-F611C1E00E15}" type="parTrans" cxnId="{FEBEF70D-787F-4DC3-9A42-F1C9E4575E1C}">
      <dgm:prSet/>
      <dgm:spPr/>
      <dgm:t>
        <a:bodyPr/>
        <a:lstStyle/>
        <a:p>
          <a:endParaRPr lang="zh-CN" altLang="en-US"/>
        </a:p>
      </dgm:t>
    </dgm:pt>
    <dgm:pt modelId="{CAB1C1D5-2F0B-4470-8AB2-C18BB674CA6F}" type="sibTrans" cxnId="{FEBEF70D-787F-4DC3-9A42-F1C9E4575E1C}">
      <dgm:prSet/>
      <dgm:spPr/>
      <dgm:t>
        <a:bodyPr/>
        <a:lstStyle/>
        <a:p>
          <a:endParaRPr lang="zh-CN" altLang="en-US"/>
        </a:p>
      </dgm:t>
    </dgm:pt>
    <dgm:pt modelId="{63B1CE27-2A73-48E8-B256-3081D9E68BAE}" type="pres">
      <dgm:prSet presAssocID="{A553EE03-9178-45CD-ABA6-59A4607BD0F3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2A4292E-F026-4E03-B04A-D693BA1974C8}" type="pres">
      <dgm:prSet presAssocID="{A2CEB030-76E7-4F9C-8B18-42F79870CB65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858CCD60-123B-4B81-99F2-42C7F4DEA6F5}" type="pres">
      <dgm:prSet presAssocID="{143A6639-513D-4441-88E5-B25397716495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8C8EAC0-B988-4556-9E9D-53106631143A}" type="pres">
      <dgm:prSet presAssocID="{143A6639-513D-4441-88E5-B25397716495}" presName="dummy" presStyleCnt="0"/>
      <dgm:spPr/>
      <dgm:t>
        <a:bodyPr/>
        <a:lstStyle/>
        <a:p>
          <a:endParaRPr lang="zh-CN" altLang="en-US"/>
        </a:p>
      </dgm:t>
    </dgm:pt>
    <dgm:pt modelId="{B2C0BE84-9E4F-4594-A334-AD87C2306FE6}" type="pres">
      <dgm:prSet presAssocID="{1418B9FD-976A-4017-9BC7-750A4E592584}" presName="sibTrans" presStyleLbl="sibTrans2D1" presStyleIdx="0" presStyleCnt="6"/>
      <dgm:spPr/>
      <dgm:t>
        <a:bodyPr/>
        <a:lstStyle/>
        <a:p>
          <a:endParaRPr lang="zh-CN" altLang="en-US"/>
        </a:p>
      </dgm:t>
    </dgm:pt>
    <dgm:pt modelId="{345B8518-A3F2-477A-B998-D9792B04B810}" type="pres">
      <dgm:prSet presAssocID="{47713BB4-BF78-4118-83F2-F838A6848513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7A0FF2C-A145-4B49-BFAA-5CDF5EE3A853}" type="pres">
      <dgm:prSet presAssocID="{47713BB4-BF78-4118-83F2-F838A6848513}" presName="dummy" presStyleCnt="0"/>
      <dgm:spPr/>
      <dgm:t>
        <a:bodyPr/>
        <a:lstStyle/>
        <a:p>
          <a:endParaRPr lang="zh-CN" altLang="en-US"/>
        </a:p>
      </dgm:t>
    </dgm:pt>
    <dgm:pt modelId="{8899CB7E-8139-4509-97E5-F1FCCB321767}" type="pres">
      <dgm:prSet presAssocID="{D278C991-0847-48B8-9297-CAB9B8A1F7FD}" presName="sibTrans" presStyleLbl="sibTrans2D1" presStyleIdx="1" presStyleCnt="6"/>
      <dgm:spPr/>
      <dgm:t>
        <a:bodyPr/>
        <a:lstStyle/>
        <a:p>
          <a:endParaRPr lang="zh-CN" altLang="en-US"/>
        </a:p>
      </dgm:t>
    </dgm:pt>
    <dgm:pt modelId="{5FE32E06-493F-47A9-A457-090CA6130355}" type="pres">
      <dgm:prSet presAssocID="{71516835-EF8F-4C65-8D1C-3CE93E964380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EBA1AA4-D810-4055-B4A1-14729A96B7C1}" type="pres">
      <dgm:prSet presAssocID="{71516835-EF8F-4C65-8D1C-3CE93E964380}" presName="dummy" presStyleCnt="0"/>
      <dgm:spPr/>
      <dgm:t>
        <a:bodyPr/>
        <a:lstStyle/>
        <a:p>
          <a:endParaRPr lang="zh-CN" altLang="en-US"/>
        </a:p>
      </dgm:t>
    </dgm:pt>
    <dgm:pt modelId="{09181CE1-1869-4154-BB1C-EC3CD3424D81}" type="pres">
      <dgm:prSet presAssocID="{1CD23096-9A1B-43E9-BFD0-52955D5E2912}" presName="sibTrans" presStyleLbl="sibTrans2D1" presStyleIdx="2" presStyleCnt="6"/>
      <dgm:spPr/>
      <dgm:t>
        <a:bodyPr/>
        <a:lstStyle/>
        <a:p>
          <a:endParaRPr lang="zh-CN" altLang="en-US"/>
        </a:p>
      </dgm:t>
    </dgm:pt>
    <dgm:pt modelId="{32F87A53-4114-4B47-87B6-FFB2F71EEA3C}" type="pres">
      <dgm:prSet presAssocID="{4DA5AC2B-A328-42D9-A633-07A0FD7C0D5D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60354D1-F641-4128-BE1D-210250A962D5}" type="pres">
      <dgm:prSet presAssocID="{4DA5AC2B-A328-42D9-A633-07A0FD7C0D5D}" presName="dummy" presStyleCnt="0"/>
      <dgm:spPr/>
      <dgm:t>
        <a:bodyPr/>
        <a:lstStyle/>
        <a:p>
          <a:endParaRPr lang="zh-CN" altLang="en-US"/>
        </a:p>
      </dgm:t>
    </dgm:pt>
    <dgm:pt modelId="{EBE990D3-675C-4BE4-91DA-7BA93E094F0C}" type="pres">
      <dgm:prSet presAssocID="{95984A6B-17C7-4217-803F-72289A537BF5}" presName="sibTrans" presStyleLbl="sibTrans2D1" presStyleIdx="3" presStyleCnt="6"/>
      <dgm:spPr/>
      <dgm:t>
        <a:bodyPr/>
        <a:lstStyle/>
        <a:p>
          <a:endParaRPr lang="zh-CN" altLang="en-US"/>
        </a:p>
      </dgm:t>
    </dgm:pt>
    <dgm:pt modelId="{0A8317AA-1EAD-499D-B023-B20EED93464F}" type="pres">
      <dgm:prSet presAssocID="{378E5279-0BFD-4C6A-A2BB-55CDDFAA3412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3237B27-D2EC-45F5-B501-BCC8E9F5BA0D}" type="pres">
      <dgm:prSet presAssocID="{378E5279-0BFD-4C6A-A2BB-55CDDFAA3412}" presName="dummy" presStyleCnt="0"/>
      <dgm:spPr/>
      <dgm:t>
        <a:bodyPr/>
        <a:lstStyle/>
        <a:p>
          <a:endParaRPr lang="zh-CN" altLang="en-US"/>
        </a:p>
      </dgm:t>
    </dgm:pt>
    <dgm:pt modelId="{3FA11466-5DB6-47BF-AD79-B75D39EDDA6E}" type="pres">
      <dgm:prSet presAssocID="{EF4F0EA5-ECC4-4CC4-BA62-8EF847F7BE1B}" presName="sibTrans" presStyleLbl="sibTrans2D1" presStyleIdx="4" presStyleCnt="6"/>
      <dgm:spPr/>
      <dgm:t>
        <a:bodyPr/>
        <a:lstStyle/>
        <a:p>
          <a:endParaRPr lang="zh-CN" altLang="en-US"/>
        </a:p>
      </dgm:t>
    </dgm:pt>
    <dgm:pt modelId="{D1EA2300-2335-4A59-8EA4-79C31181A91C}" type="pres">
      <dgm:prSet presAssocID="{927E5544-CEDA-4C71-97FB-85E9A7B0BDE1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CAADF70-20DC-4237-8BBF-2A915DC0658E}" type="pres">
      <dgm:prSet presAssocID="{927E5544-CEDA-4C71-97FB-85E9A7B0BDE1}" presName="dummy" presStyleCnt="0"/>
      <dgm:spPr/>
      <dgm:t>
        <a:bodyPr/>
        <a:lstStyle/>
        <a:p>
          <a:endParaRPr lang="zh-CN" altLang="en-US"/>
        </a:p>
      </dgm:t>
    </dgm:pt>
    <dgm:pt modelId="{3D16E86C-4AB8-4685-A6A2-639E5CB8C5C8}" type="pres">
      <dgm:prSet presAssocID="{CAB1C1D5-2F0B-4470-8AB2-C18BB674CA6F}" presName="sibTrans" presStyleLbl="sibTrans2D1" presStyleIdx="5" presStyleCnt="6"/>
      <dgm:spPr/>
      <dgm:t>
        <a:bodyPr/>
        <a:lstStyle/>
        <a:p>
          <a:endParaRPr lang="zh-CN" altLang="en-US"/>
        </a:p>
      </dgm:t>
    </dgm:pt>
  </dgm:ptLst>
  <dgm:cxnLst>
    <dgm:cxn modelId="{88519E5B-D385-4CE5-A267-F60D3207377C}" type="presOf" srcId="{A2CEB030-76E7-4F9C-8B18-42F79870CB65}" destId="{42A4292E-F026-4E03-B04A-D693BA1974C8}" srcOrd="0" destOrd="0" presId="urn:microsoft.com/office/officeart/2005/8/layout/radial6"/>
    <dgm:cxn modelId="{F1550BC2-AF3E-4703-A465-97EA1C36671A}" srcId="{A2CEB030-76E7-4F9C-8B18-42F79870CB65}" destId="{378E5279-0BFD-4C6A-A2BB-55CDDFAA3412}" srcOrd="4" destOrd="0" parTransId="{BC8BDD0C-E0C4-490D-AC69-9103A0472DE0}" sibTransId="{EF4F0EA5-ECC4-4CC4-BA62-8EF847F7BE1B}"/>
    <dgm:cxn modelId="{785E1F33-7599-47A2-AE11-ECC44CE1612C}" srcId="{A2CEB030-76E7-4F9C-8B18-42F79870CB65}" destId="{47713BB4-BF78-4118-83F2-F838A6848513}" srcOrd="1" destOrd="0" parTransId="{0ABBA38C-C6E4-4E7B-8396-34D112E419FB}" sibTransId="{D278C991-0847-48B8-9297-CAB9B8A1F7FD}"/>
    <dgm:cxn modelId="{FEBEF70D-787F-4DC3-9A42-F1C9E4575E1C}" srcId="{A2CEB030-76E7-4F9C-8B18-42F79870CB65}" destId="{927E5544-CEDA-4C71-97FB-85E9A7B0BDE1}" srcOrd="5" destOrd="0" parTransId="{09928481-E6DA-4A40-B75E-F611C1E00E15}" sibTransId="{CAB1C1D5-2F0B-4470-8AB2-C18BB674CA6F}"/>
    <dgm:cxn modelId="{627E9C56-61A7-4E35-8B58-FAD1A86A41A5}" type="presOf" srcId="{47713BB4-BF78-4118-83F2-F838A6848513}" destId="{345B8518-A3F2-477A-B998-D9792B04B810}" srcOrd="0" destOrd="0" presId="urn:microsoft.com/office/officeart/2005/8/layout/radial6"/>
    <dgm:cxn modelId="{C16C221E-B6C6-4B4E-AC11-E3BE774FFA8B}" type="presOf" srcId="{1CD23096-9A1B-43E9-BFD0-52955D5E2912}" destId="{09181CE1-1869-4154-BB1C-EC3CD3424D81}" srcOrd="0" destOrd="0" presId="urn:microsoft.com/office/officeart/2005/8/layout/radial6"/>
    <dgm:cxn modelId="{77990413-1438-4AB9-952B-494305BE39E8}" type="presOf" srcId="{378E5279-0BFD-4C6A-A2BB-55CDDFAA3412}" destId="{0A8317AA-1EAD-499D-B023-B20EED93464F}" srcOrd="0" destOrd="0" presId="urn:microsoft.com/office/officeart/2005/8/layout/radial6"/>
    <dgm:cxn modelId="{16DE24C1-FC20-485A-A790-51ED88BC6706}" srcId="{A2CEB030-76E7-4F9C-8B18-42F79870CB65}" destId="{71516835-EF8F-4C65-8D1C-3CE93E964380}" srcOrd="2" destOrd="0" parTransId="{62595003-2FA4-434D-83D1-03592B26FEC1}" sibTransId="{1CD23096-9A1B-43E9-BFD0-52955D5E2912}"/>
    <dgm:cxn modelId="{F89FF0FD-277B-4F70-9979-F02473256189}" type="presOf" srcId="{927E5544-CEDA-4C71-97FB-85E9A7B0BDE1}" destId="{D1EA2300-2335-4A59-8EA4-79C31181A91C}" srcOrd="0" destOrd="0" presId="urn:microsoft.com/office/officeart/2005/8/layout/radial6"/>
    <dgm:cxn modelId="{FF810E16-1F82-49C0-B5BD-830AF386206C}" srcId="{A553EE03-9178-45CD-ABA6-59A4607BD0F3}" destId="{A2CEB030-76E7-4F9C-8B18-42F79870CB65}" srcOrd="0" destOrd="0" parTransId="{C76B3335-6503-40F2-B1E9-41B5CD3F95FD}" sibTransId="{38B64DDC-16E2-4FC4-B24B-58CC3ACE71E5}"/>
    <dgm:cxn modelId="{DDC41207-556C-4743-9EDD-8E86553283E5}" type="presOf" srcId="{71516835-EF8F-4C65-8D1C-3CE93E964380}" destId="{5FE32E06-493F-47A9-A457-090CA6130355}" srcOrd="0" destOrd="0" presId="urn:microsoft.com/office/officeart/2005/8/layout/radial6"/>
    <dgm:cxn modelId="{667BB6C4-E512-4826-9FB6-845C6C7CCBF0}" type="presOf" srcId="{CAB1C1D5-2F0B-4470-8AB2-C18BB674CA6F}" destId="{3D16E86C-4AB8-4685-A6A2-639E5CB8C5C8}" srcOrd="0" destOrd="0" presId="urn:microsoft.com/office/officeart/2005/8/layout/radial6"/>
    <dgm:cxn modelId="{4E330090-2FE5-4801-BB39-9852A1A13E6D}" srcId="{A2CEB030-76E7-4F9C-8B18-42F79870CB65}" destId="{4DA5AC2B-A328-42D9-A633-07A0FD7C0D5D}" srcOrd="3" destOrd="0" parTransId="{95D2F67C-39B6-49C0-B23F-BF4273917AF2}" sibTransId="{95984A6B-17C7-4217-803F-72289A537BF5}"/>
    <dgm:cxn modelId="{D1C94DE8-E25F-4588-B2FB-5BCD4D07D59C}" type="presOf" srcId="{D278C991-0847-48B8-9297-CAB9B8A1F7FD}" destId="{8899CB7E-8139-4509-97E5-F1FCCB321767}" srcOrd="0" destOrd="0" presId="urn:microsoft.com/office/officeart/2005/8/layout/radial6"/>
    <dgm:cxn modelId="{12DABA3B-8613-46D4-9AB7-C4DC0BBA1BF9}" type="presOf" srcId="{143A6639-513D-4441-88E5-B25397716495}" destId="{858CCD60-123B-4B81-99F2-42C7F4DEA6F5}" srcOrd="0" destOrd="0" presId="urn:microsoft.com/office/officeart/2005/8/layout/radial6"/>
    <dgm:cxn modelId="{C90F22B8-6DEC-499B-8709-38E2AC9136C9}" type="presOf" srcId="{95984A6B-17C7-4217-803F-72289A537BF5}" destId="{EBE990D3-675C-4BE4-91DA-7BA93E094F0C}" srcOrd="0" destOrd="0" presId="urn:microsoft.com/office/officeart/2005/8/layout/radial6"/>
    <dgm:cxn modelId="{4D909B7B-D389-4917-93A8-56CA5664755C}" srcId="{A2CEB030-76E7-4F9C-8B18-42F79870CB65}" destId="{143A6639-513D-4441-88E5-B25397716495}" srcOrd="0" destOrd="0" parTransId="{E1882079-49E0-4AEF-8341-5A724558F84C}" sibTransId="{1418B9FD-976A-4017-9BC7-750A4E592584}"/>
    <dgm:cxn modelId="{43495A4B-B351-46CB-A6BA-6F768D1DB5DE}" type="presOf" srcId="{1418B9FD-976A-4017-9BC7-750A4E592584}" destId="{B2C0BE84-9E4F-4594-A334-AD87C2306FE6}" srcOrd="0" destOrd="0" presId="urn:microsoft.com/office/officeart/2005/8/layout/radial6"/>
    <dgm:cxn modelId="{E179E32E-2A2E-4CFD-A8E0-BF6CB416A90C}" type="presOf" srcId="{4DA5AC2B-A328-42D9-A633-07A0FD7C0D5D}" destId="{32F87A53-4114-4B47-87B6-FFB2F71EEA3C}" srcOrd="0" destOrd="0" presId="urn:microsoft.com/office/officeart/2005/8/layout/radial6"/>
    <dgm:cxn modelId="{F6E5B09C-EF8D-46E0-948A-3EA905C82724}" type="presOf" srcId="{A553EE03-9178-45CD-ABA6-59A4607BD0F3}" destId="{63B1CE27-2A73-48E8-B256-3081D9E68BAE}" srcOrd="0" destOrd="0" presId="urn:microsoft.com/office/officeart/2005/8/layout/radial6"/>
    <dgm:cxn modelId="{0603FC42-6684-4BF9-B29A-3B1815DC6828}" type="presOf" srcId="{EF4F0EA5-ECC4-4CC4-BA62-8EF847F7BE1B}" destId="{3FA11466-5DB6-47BF-AD79-B75D39EDDA6E}" srcOrd="0" destOrd="0" presId="urn:microsoft.com/office/officeart/2005/8/layout/radial6"/>
    <dgm:cxn modelId="{1229F32A-5CFB-4F0E-A413-1FA437115FBB}" type="presParOf" srcId="{63B1CE27-2A73-48E8-B256-3081D9E68BAE}" destId="{42A4292E-F026-4E03-B04A-D693BA1974C8}" srcOrd="0" destOrd="0" presId="urn:microsoft.com/office/officeart/2005/8/layout/radial6"/>
    <dgm:cxn modelId="{AAF1A22B-4479-44DF-84B7-CF3F56C44F5A}" type="presParOf" srcId="{63B1CE27-2A73-48E8-B256-3081D9E68BAE}" destId="{858CCD60-123B-4B81-99F2-42C7F4DEA6F5}" srcOrd="1" destOrd="0" presId="urn:microsoft.com/office/officeart/2005/8/layout/radial6"/>
    <dgm:cxn modelId="{E9C58BCB-4B55-4375-8382-9AEA2E54874A}" type="presParOf" srcId="{63B1CE27-2A73-48E8-B256-3081D9E68BAE}" destId="{B8C8EAC0-B988-4556-9E9D-53106631143A}" srcOrd="2" destOrd="0" presId="urn:microsoft.com/office/officeart/2005/8/layout/radial6"/>
    <dgm:cxn modelId="{6E3B738F-1492-423B-9AB1-FA84FC4B08D9}" type="presParOf" srcId="{63B1CE27-2A73-48E8-B256-3081D9E68BAE}" destId="{B2C0BE84-9E4F-4594-A334-AD87C2306FE6}" srcOrd="3" destOrd="0" presId="urn:microsoft.com/office/officeart/2005/8/layout/radial6"/>
    <dgm:cxn modelId="{5B04423F-3D56-4781-84FA-0BE55C6EF70A}" type="presParOf" srcId="{63B1CE27-2A73-48E8-B256-3081D9E68BAE}" destId="{345B8518-A3F2-477A-B998-D9792B04B810}" srcOrd="4" destOrd="0" presId="urn:microsoft.com/office/officeart/2005/8/layout/radial6"/>
    <dgm:cxn modelId="{95C7C95A-2A1B-47C3-9C76-92B000E7BA6D}" type="presParOf" srcId="{63B1CE27-2A73-48E8-B256-3081D9E68BAE}" destId="{57A0FF2C-A145-4B49-BFAA-5CDF5EE3A853}" srcOrd="5" destOrd="0" presId="urn:microsoft.com/office/officeart/2005/8/layout/radial6"/>
    <dgm:cxn modelId="{F90FA2CA-7504-425E-BCA5-E637D4F6E6C0}" type="presParOf" srcId="{63B1CE27-2A73-48E8-B256-3081D9E68BAE}" destId="{8899CB7E-8139-4509-97E5-F1FCCB321767}" srcOrd="6" destOrd="0" presId="urn:microsoft.com/office/officeart/2005/8/layout/radial6"/>
    <dgm:cxn modelId="{A8DB9D46-9A20-4DA6-873F-351B2513C1E3}" type="presParOf" srcId="{63B1CE27-2A73-48E8-B256-3081D9E68BAE}" destId="{5FE32E06-493F-47A9-A457-090CA6130355}" srcOrd="7" destOrd="0" presId="urn:microsoft.com/office/officeart/2005/8/layout/radial6"/>
    <dgm:cxn modelId="{4C326D61-9488-4F9E-99FB-04710F561B23}" type="presParOf" srcId="{63B1CE27-2A73-48E8-B256-3081D9E68BAE}" destId="{8EBA1AA4-D810-4055-B4A1-14729A96B7C1}" srcOrd="8" destOrd="0" presId="urn:microsoft.com/office/officeart/2005/8/layout/radial6"/>
    <dgm:cxn modelId="{40A3ED65-2EC8-4278-9EFE-7EC75CB348B7}" type="presParOf" srcId="{63B1CE27-2A73-48E8-B256-3081D9E68BAE}" destId="{09181CE1-1869-4154-BB1C-EC3CD3424D81}" srcOrd="9" destOrd="0" presId="urn:microsoft.com/office/officeart/2005/8/layout/radial6"/>
    <dgm:cxn modelId="{0700C1B6-C41A-4C73-A646-69EE554952D4}" type="presParOf" srcId="{63B1CE27-2A73-48E8-B256-3081D9E68BAE}" destId="{32F87A53-4114-4B47-87B6-FFB2F71EEA3C}" srcOrd="10" destOrd="0" presId="urn:microsoft.com/office/officeart/2005/8/layout/radial6"/>
    <dgm:cxn modelId="{A3D51FF8-2684-414D-A983-192AAFC53846}" type="presParOf" srcId="{63B1CE27-2A73-48E8-B256-3081D9E68BAE}" destId="{E60354D1-F641-4128-BE1D-210250A962D5}" srcOrd="11" destOrd="0" presId="urn:microsoft.com/office/officeart/2005/8/layout/radial6"/>
    <dgm:cxn modelId="{98067420-0B0F-4808-9FB7-15EB9A3F5AA0}" type="presParOf" srcId="{63B1CE27-2A73-48E8-B256-3081D9E68BAE}" destId="{EBE990D3-675C-4BE4-91DA-7BA93E094F0C}" srcOrd="12" destOrd="0" presId="urn:microsoft.com/office/officeart/2005/8/layout/radial6"/>
    <dgm:cxn modelId="{1B1CB6E9-38E5-4168-806D-4D85DFA8D577}" type="presParOf" srcId="{63B1CE27-2A73-48E8-B256-3081D9E68BAE}" destId="{0A8317AA-1EAD-499D-B023-B20EED93464F}" srcOrd="13" destOrd="0" presId="urn:microsoft.com/office/officeart/2005/8/layout/radial6"/>
    <dgm:cxn modelId="{B9D6BF30-03A2-4349-B84A-A7D59D377748}" type="presParOf" srcId="{63B1CE27-2A73-48E8-B256-3081D9E68BAE}" destId="{C3237B27-D2EC-45F5-B501-BCC8E9F5BA0D}" srcOrd="14" destOrd="0" presId="urn:microsoft.com/office/officeart/2005/8/layout/radial6"/>
    <dgm:cxn modelId="{D539B1D0-7978-479F-B5AE-B436C633DC79}" type="presParOf" srcId="{63B1CE27-2A73-48E8-B256-3081D9E68BAE}" destId="{3FA11466-5DB6-47BF-AD79-B75D39EDDA6E}" srcOrd="15" destOrd="0" presId="urn:microsoft.com/office/officeart/2005/8/layout/radial6"/>
    <dgm:cxn modelId="{D645B292-1EDB-4E5A-90AB-C33B56B5E663}" type="presParOf" srcId="{63B1CE27-2A73-48E8-B256-3081D9E68BAE}" destId="{D1EA2300-2335-4A59-8EA4-79C31181A91C}" srcOrd="16" destOrd="0" presId="urn:microsoft.com/office/officeart/2005/8/layout/radial6"/>
    <dgm:cxn modelId="{5874E65D-E0B6-43EF-85EC-5B4A6CCBD5F4}" type="presParOf" srcId="{63B1CE27-2A73-48E8-B256-3081D9E68BAE}" destId="{2CAADF70-20DC-4237-8BBF-2A915DC0658E}" srcOrd="17" destOrd="0" presId="urn:microsoft.com/office/officeart/2005/8/layout/radial6"/>
    <dgm:cxn modelId="{02606425-4AEF-411B-83FB-D98D7AC6292A}" type="presParOf" srcId="{63B1CE27-2A73-48E8-B256-3081D9E68BAE}" destId="{3D16E86C-4AB8-4685-A6A2-639E5CB8C5C8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6E86C-4AB8-4685-A6A2-639E5CB8C5C8}">
      <dsp:nvSpPr>
        <dsp:cNvPr id="0" name=""/>
        <dsp:cNvSpPr/>
      </dsp:nvSpPr>
      <dsp:spPr>
        <a:xfrm>
          <a:off x="2025061" y="521438"/>
          <a:ext cx="3565635" cy="3565635"/>
        </a:xfrm>
        <a:prstGeom prst="blockArc">
          <a:avLst>
            <a:gd name="adj1" fmla="val 12600000"/>
            <a:gd name="adj2" fmla="val 16200000"/>
            <a:gd name="adj3" fmla="val 4526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A11466-5DB6-47BF-AD79-B75D39EDDA6E}">
      <dsp:nvSpPr>
        <dsp:cNvPr id="0" name=""/>
        <dsp:cNvSpPr/>
      </dsp:nvSpPr>
      <dsp:spPr>
        <a:xfrm>
          <a:off x="2025061" y="521438"/>
          <a:ext cx="3565635" cy="3565635"/>
        </a:xfrm>
        <a:prstGeom prst="blockArc">
          <a:avLst>
            <a:gd name="adj1" fmla="val 9000000"/>
            <a:gd name="adj2" fmla="val 12600000"/>
            <a:gd name="adj3" fmla="val 4526"/>
          </a:avLst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E990D3-675C-4BE4-91DA-7BA93E094F0C}">
      <dsp:nvSpPr>
        <dsp:cNvPr id="0" name=""/>
        <dsp:cNvSpPr/>
      </dsp:nvSpPr>
      <dsp:spPr>
        <a:xfrm>
          <a:off x="2025061" y="521438"/>
          <a:ext cx="3565635" cy="3565635"/>
        </a:xfrm>
        <a:prstGeom prst="blockArc">
          <a:avLst>
            <a:gd name="adj1" fmla="val 5400000"/>
            <a:gd name="adj2" fmla="val 9000000"/>
            <a:gd name="adj3" fmla="val 4526"/>
          </a:avLst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181CE1-1869-4154-BB1C-EC3CD3424D81}">
      <dsp:nvSpPr>
        <dsp:cNvPr id="0" name=""/>
        <dsp:cNvSpPr/>
      </dsp:nvSpPr>
      <dsp:spPr>
        <a:xfrm>
          <a:off x="2025061" y="521438"/>
          <a:ext cx="3565635" cy="3565635"/>
        </a:xfrm>
        <a:prstGeom prst="blockArc">
          <a:avLst>
            <a:gd name="adj1" fmla="val 1800000"/>
            <a:gd name="adj2" fmla="val 5400000"/>
            <a:gd name="adj3" fmla="val 4526"/>
          </a:avLst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99CB7E-8139-4509-97E5-F1FCCB321767}">
      <dsp:nvSpPr>
        <dsp:cNvPr id="0" name=""/>
        <dsp:cNvSpPr/>
      </dsp:nvSpPr>
      <dsp:spPr>
        <a:xfrm>
          <a:off x="2025061" y="521438"/>
          <a:ext cx="3565635" cy="3565635"/>
        </a:xfrm>
        <a:prstGeom prst="blockArc">
          <a:avLst>
            <a:gd name="adj1" fmla="val 19800000"/>
            <a:gd name="adj2" fmla="val 1800000"/>
            <a:gd name="adj3" fmla="val 4526"/>
          </a:avLst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C0BE84-9E4F-4594-A334-AD87C2306FE6}">
      <dsp:nvSpPr>
        <dsp:cNvPr id="0" name=""/>
        <dsp:cNvSpPr/>
      </dsp:nvSpPr>
      <dsp:spPr>
        <a:xfrm>
          <a:off x="2025061" y="521438"/>
          <a:ext cx="3565635" cy="3565635"/>
        </a:xfrm>
        <a:prstGeom prst="blockArc">
          <a:avLst>
            <a:gd name="adj1" fmla="val 16200000"/>
            <a:gd name="adj2" fmla="val 19800000"/>
            <a:gd name="adj3" fmla="val 4526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A4292E-F026-4E03-B04A-D693BA1974C8}">
      <dsp:nvSpPr>
        <dsp:cNvPr id="0" name=""/>
        <dsp:cNvSpPr/>
      </dsp:nvSpPr>
      <dsp:spPr>
        <a:xfrm>
          <a:off x="3007443" y="1503820"/>
          <a:ext cx="1600871" cy="160087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smtClean="0"/>
            <a:t>职</a:t>
          </a:r>
          <a:r>
            <a:rPr lang="zh-CN" altLang="en-US" sz="2200" kern="1200" smtClean="0"/>
            <a:t>业</a:t>
          </a:r>
          <a:endParaRPr lang="en-US" altLang="zh-CN" sz="2200" kern="1200" smtClean="0"/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smtClean="0"/>
            <a:t>精</a:t>
          </a:r>
          <a:r>
            <a:rPr lang="zh-CN" altLang="en-US" sz="2200" kern="1200" dirty="0" smtClean="0"/>
            <a:t>神</a:t>
          </a:r>
          <a:endParaRPr lang="zh-CN" altLang="en-US" sz="2200" kern="1200" dirty="0"/>
        </a:p>
      </dsp:txBody>
      <dsp:txXfrm>
        <a:off x="3241885" y="1738262"/>
        <a:ext cx="1131987" cy="1131987"/>
      </dsp:txXfrm>
    </dsp:sp>
    <dsp:sp modelId="{858CCD60-123B-4B81-99F2-42C7F4DEA6F5}">
      <dsp:nvSpPr>
        <dsp:cNvPr id="0" name=""/>
        <dsp:cNvSpPr/>
      </dsp:nvSpPr>
      <dsp:spPr>
        <a:xfrm>
          <a:off x="3247574" y="1475"/>
          <a:ext cx="1120609" cy="112060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/>
            <a:t>协作</a:t>
          </a:r>
          <a:endParaRPr lang="zh-CN" altLang="en-US" sz="2100" kern="1200" dirty="0"/>
        </a:p>
      </dsp:txBody>
      <dsp:txXfrm>
        <a:off x="3411683" y="165584"/>
        <a:ext cx="792391" cy="792391"/>
      </dsp:txXfrm>
    </dsp:sp>
    <dsp:sp modelId="{345B8518-A3F2-477A-B998-D9792B04B810}">
      <dsp:nvSpPr>
        <dsp:cNvPr id="0" name=""/>
        <dsp:cNvSpPr/>
      </dsp:nvSpPr>
      <dsp:spPr>
        <a:xfrm>
          <a:off x="4756602" y="872713"/>
          <a:ext cx="1120609" cy="1120609"/>
        </a:xfrm>
        <a:prstGeom prst="ellipse">
          <a:avLst/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/>
            <a:t>创新</a:t>
          </a:r>
          <a:endParaRPr lang="zh-CN" altLang="en-US" sz="2100" kern="1200" dirty="0"/>
        </a:p>
      </dsp:txBody>
      <dsp:txXfrm>
        <a:off x="4920711" y="1036822"/>
        <a:ext cx="792391" cy="792391"/>
      </dsp:txXfrm>
    </dsp:sp>
    <dsp:sp modelId="{5FE32E06-493F-47A9-A457-090CA6130355}">
      <dsp:nvSpPr>
        <dsp:cNvPr id="0" name=""/>
        <dsp:cNvSpPr/>
      </dsp:nvSpPr>
      <dsp:spPr>
        <a:xfrm>
          <a:off x="4756602" y="2615188"/>
          <a:ext cx="1120609" cy="1120609"/>
        </a:xfrm>
        <a:prstGeom prst="ellipse">
          <a:avLst/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/>
            <a:t>诚信</a:t>
          </a:r>
          <a:endParaRPr lang="zh-CN" altLang="en-US" sz="2100" kern="1200" dirty="0"/>
        </a:p>
      </dsp:txBody>
      <dsp:txXfrm>
        <a:off x="4920711" y="2779297"/>
        <a:ext cx="792391" cy="792391"/>
      </dsp:txXfrm>
    </dsp:sp>
    <dsp:sp modelId="{32F87A53-4114-4B47-87B6-FFB2F71EEA3C}">
      <dsp:nvSpPr>
        <dsp:cNvPr id="0" name=""/>
        <dsp:cNvSpPr/>
      </dsp:nvSpPr>
      <dsp:spPr>
        <a:xfrm>
          <a:off x="3247574" y="3486426"/>
          <a:ext cx="1120609" cy="1120609"/>
        </a:xfrm>
        <a:prstGeom prst="ellipse">
          <a:avLst/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/>
            <a:t>忠诚</a:t>
          </a:r>
          <a:endParaRPr lang="zh-CN" altLang="en-US" sz="2100" kern="1200" dirty="0"/>
        </a:p>
      </dsp:txBody>
      <dsp:txXfrm>
        <a:off x="3411683" y="3650535"/>
        <a:ext cx="792391" cy="792391"/>
      </dsp:txXfrm>
    </dsp:sp>
    <dsp:sp modelId="{0A8317AA-1EAD-499D-B023-B20EED93464F}">
      <dsp:nvSpPr>
        <dsp:cNvPr id="0" name=""/>
        <dsp:cNvSpPr/>
      </dsp:nvSpPr>
      <dsp:spPr>
        <a:xfrm>
          <a:off x="1738545" y="2615188"/>
          <a:ext cx="1120609" cy="1120609"/>
        </a:xfrm>
        <a:prstGeom prst="ellipse">
          <a:avLst/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/>
            <a:t>责任</a:t>
          </a:r>
          <a:endParaRPr lang="zh-CN" altLang="en-US" sz="2100" kern="1200" dirty="0"/>
        </a:p>
      </dsp:txBody>
      <dsp:txXfrm>
        <a:off x="1902654" y="2779297"/>
        <a:ext cx="792391" cy="792391"/>
      </dsp:txXfrm>
    </dsp:sp>
    <dsp:sp modelId="{D1EA2300-2335-4A59-8EA4-79C31181A91C}">
      <dsp:nvSpPr>
        <dsp:cNvPr id="0" name=""/>
        <dsp:cNvSpPr/>
      </dsp:nvSpPr>
      <dsp:spPr>
        <a:xfrm>
          <a:off x="1738545" y="872713"/>
          <a:ext cx="1120609" cy="1120609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/>
            <a:t>敬业</a:t>
          </a:r>
          <a:endParaRPr lang="zh-CN" altLang="en-US" sz="2100" kern="1200" dirty="0"/>
        </a:p>
      </dsp:txBody>
      <dsp:txXfrm>
        <a:off x="1902654" y="1036822"/>
        <a:ext cx="792391" cy="7923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BBF48-6CB5-4A43-83CD-2252D3737744}" type="datetimeFigureOut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3B21E-F952-4A95-B541-9CF7228E73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222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0138-63AF-4C7C-BFBE-C569C28604B2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12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5419-139E-4A6A-ABB1-F619CC1011E3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5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3ED11-9152-45D2-A915-549100D5835B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260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ABA1-9CCF-47E7-9262-0FA593E46F1B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75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66C03-70CC-4B42-AB75-FEDDA77BE6DD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62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37A1-7A19-4956-BCE1-0C2CDA187E78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66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9116-9241-433C-B710-8E4E342FBB32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35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D6D8-7FDD-44C7-8AFB-6D6298ACA7F5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10F60-E4CB-4A88-BCBC-D70A9D3FCC06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49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D69B3-9A95-4ADD-AAF2-E2900CF9C10D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34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84B62-2040-4E38-9CB9-0CBCC17A4C04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60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84B62-2040-4E38-9CB9-0CBCC17A4C04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D61FF-1AAE-4D3C-A963-AA41AF120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764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14202"/>
          </a:xfrm>
        </p:spPr>
        <p:txBody>
          <a:bodyPr>
            <a:normAutofit/>
          </a:bodyPr>
          <a:lstStyle/>
          <a:p>
            <a:pPr algn="ctr"/>
            <a:r>
              <a:rPr lang="zh-CN" altLang="zh-CN" sz="7300" dirty="0">
                <a:effectLst/>
                <a:latin typeface="华文行楷" pitchFamily="2" charset="-122"/>
                <a:ea typeface="华文行楷" pitchFamily="2" charset="-122"/>
              </a:rPr>
              <a:t>欢迎</a:t>
            </a:r>
            <a:r>
              <a:rPr lang="zh-CN" altLang="zh-CN" sz="7300">
                <a:effectLst/>
                <a:latin typeface="华文行楷" pitchFamily="2" charset="-122"/>
                <a:ea typeface="华文行楷" pitchFamily="2" charset="-122"/>
              </a:rPr>
              <a:t>加</a:t>
            </a:r>
            <a:r>
              <a:rPr lang="zh-CN" altLang="zh-CN" sz="7300" smtClean="0">
                <a:effectLst/>
                <a:latin typeface="华文行楷" pitchFamily="2" charset="-122"/>
                <a:ea typeface="华文行楷" pitchFamily="2" charset="-122"/>
              </a:rPr>
              <a:t>入</a:t>
            </a:r>
            <a:r>
              <a:rPr lang="zh-CN" altLang="en-US" sz="7300" smtClean="0">
                <a:effectLst/>
                <a:latin typeface="华文行楷" pitchFamily="2" charset="-122"/>
                <a:ea typeface="华文行楷" pitchFamily="2" charset="-122"/>
              </a:rPr>
              <a:t>昊天</a:t>
            </a:r>
            <a:r>
              <a:rPr lang="zh-CN" altLang="zh-CN" sz="7300" smtClean="0">
                <a:effectLst/>
                <a:latin typeface="华文行楷" pitchFamily="2" charset="-122"/>
                <a:ea typeface="华文行楷" pitchFamily="2" charset="-122"/>
              </a:rPr>
              <a:t>公</a:t>
            </a:r>
            <a:r>
              <a:rPr lang="zh-CN" altLang="zh-CN" sz="7300" dirty="0" smtClean="0">
                <a:effectLst/>
                <a:latin typeface="华文行楷" pitchFamily="2" charset="-122"/>
                <a:ea typeface="华文行楷" pitchFamily="2" charset="-122"/>
              </a:rPr>
              <a:t>司</a:t>
            </a:r>
            <a:r>
              <a:rPr lang="en-US" altLang="zh-CN" dirty="0" smtClean="0">
                <a:effectLst/>
              </a:rPr>
              <a:t/>
            </a:r>
            <a:br>
              <a:rPr lang="en-US" altLang="zh-CN" dirty="0" smtClean="0">
                <a:effectLst/>
              </a:rPr>
            </a:br>
            <a:r>
              <a:rPr lang="en-US" altLang="zh-CN" dirty="0">
                <a:effectLst/>
                <a:latin typeface="Monotype Corsiva" pitchFamily="66" charset="0"/>
              </a:rPr>
              <a:t>WELCOME  </a:t>
            </a:r>
            <a:r>
              <a:rPr lang="en-US" altLang="zh-CN">
                <a:effectLst/>
                <a:latin typeface="Monotype Corsiva" pitchFamily="66" charset="0"/>
              </a:rPr>
              <a:t>TO </a:t>
            </a:r>
            <a:r>
              <a:rPr lang="en-US" altLang="zh-CN" smtClean="0">
                <a:effectLst/>
                <a:latin typeface="Monotype Corsiva" pitchFamily="66" charset="0"/>
              </a:rPr>
              <a:t>HAOTIAN</a:t>
            </a:r>
            <a:endParaRPr lang="zh-CN" altLang="en-US" dirty="0">
              <a:latin typeface="Monotype Corsiva" pitchFamily="66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611560" y="3086669"/>
            <a:ext cx="4801614" cy="3010339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zh-CN" altLang="en-US" sz="2800" dirty="0" smtClean="0"/>
              <a:t>      让我们一起扬帆起航，和公司一起寻找灿烂和辉煌！</a:t>
            </a:r>
            <a:endParaRPr lang="zh-CN" altLang="en-US" sz="280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6" name="Picture 2" descr="C:\Program Files\Microsoft Office\MEDIA\CAGCAT10\j0292152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0152" y="3086669"/>
            <a:ext cx="1728192" cy="205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80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4800" dirty="0" smtClean="0">
                <a:latin typeface="华文行楷" pitchFamily="2" charset="-122"/>
                <a:ea typeface="华文行楷" pitchFamily="2" charset="-122"/>
              </a:rPr>
              <a:t>何谓职业</a:t>
            </a:r>
            <a:endParaRPr lang="zh-CN" altLang="en-US" sz="4800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6" name="内容占位符 5" descr="20101130143936100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27584" y="2204864"/>
            <a:ext cx="2880320" cy="3012207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3923928" y="2273416"/>
            <a:ext cx="4762872" cy="3387832"/>
          </a:xfrm>
        </p:spPr>
        <p:txBody>
          <a:bodyPr/>
          <a:lstStyle/>
          <a:p>
            <a:pPr lvl="1">
              <a:lnSpc>
                <a:spcPct val="140000"/>
              </a:lnSpc>
            </a:pPr>
            <a:r>
              <a:rPr lang="zh-CN" altLang="en-US" sz="2900" b="1" dirty="0">
                <a:ea typeface="楷体_GB2312" pitchFamily="49" charset="-122"/>
              </a:rPr>
              <a:t>是个人获取生活来源的一项主要手段</a:t>
            </a:r>
          </a:p>
          <a:p>
            <a:pPr lvl="1">
              <a:lnSpc>
                <a:spcPct val="140000"/>
              </a:lnSpc>
            </a:pPr>
            <a:r>
              <a:rPr lang="zh-CN" altLang="en-US" sz="2900" b="1" dirty="0">
                <a:ea typeface="楷体_GB2312" pitchFamily="49" charset="-122"/>
              </a:rPr>
              <a:t>是一个特定的社会角色</a:t>
            </a:r>
          </a:p>
          <a:p>
            <a:pPr lvl="1">
              <a:lnSpc>
                <a:spcPct val="140000"/>
              </a:lnSpc>
            </a:pPr>
            <a:r>
              <a:rPr lang="zh-CN" altLang="en-US" sz="2900" b="1" dirty="0">
                <a:ea typeface="楷体_GB2312" pitchFamily="49" charset="-122"/>
              </a:rPr>
              <a:t>是一条自我实现之</a:t>
            </a:r>
            <a:r>
              <a:rPr lang="zh-CN" altLang="en-US" sz="2900" b="1" dirty="0" smtClean="0">
                <a:ea typeface="楷体_GB2312" pitchFamily="49" charset="-122"/>
              </a:rPr>
              <a:t>路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31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4800" dirty="0" smtClean="0">
                <a:latin typeface="华文行楷" pitchFamily="2" charset="-122"/>
                <a:ea typeface="华文行楷" pitchFamily="2" charset="-122"/>
              </a:rPr>
              <a:t>职业精神</a:t>
            </a:r>
            <a:endParaRPr lang="zh-CN" altLang="en-US" sz="4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3</a:t>
            </a:fld>
            <a:endParaRPr lang="zh-CN" altLang="en-US"/>
          </a:p>
        </p:txBody>
      </p:sp>
      <p:graphicFrame>
        <p:nvGraphicFramePr>
          <p:cNvPr id="7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240365"/>
              </p:ext>
            </p:extLst>
          </p:nvPr>
        </p:nvGraphicFramePr>
        <p:xfrm>
          <a:off x="899592" y="1484784"/>
          <a:ext cx="7615758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498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4800" dirty="0" smtClean="0">
                <a:latin typeface="华文行楷" pitchFamily="2" charset="-122"/>
                <a:ea typeface="华文行楷" pitchFamily="2" charset="-122"/>
              </a:rPr>
              <a:t>职业化能力</a:t>
            </a:r>
            <a:endParaRPr lang="zh-CN" altLang="en-US" sz="4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24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B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27984" y="2132856"/>
            <a:ext cx="4572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500" i="1" u="sng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成功从这里开始！</a:t>
            </a:r>
            <a:endParaRPr lang="zh-CN" altLang="en-US" sz="7500" i="1" u="sng" dirty="0">
              <a:solidFill>
                <a:srgbClr val="FF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D61FF-1AAE-4D3C-A963-AA41AF120E5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89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</TotalTime>
  <Words>109</Words>
  <Application>Microsoft Office PowerPoint</Application>
  <PresentationFormat>全屏显示(4:3)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Monotype Corsiva</vt:lpstr>
      <vt:lpstr>等线</vt:lpstr>
      <vt:lpstr>等线 Light</vt:lpstr>
      <vt:lpstr>华文行楷</vt:lpstr>
      <vt:lpstr>楷体_GB2312</vt:lpstr>
      <vt:lpstr>宋体</vt:lpstr>
      <vt:lpstr>Arial</vt:lpstr>
      <vt:lpstr>Calibri</vt:lpstr>
      <vt:lpstr>Office 主题​​</vt:lpstr>
      <vt:lpstr>欢迎加入昊天公司 WELCOME  TO HAOTIAN</vt:lpstr>
      <vt:lpstr>何谓职业</vt:lpstr>
      <vt:lpstr>职业精神</vt:lpstr>
      <vt:lpstr>职业化能力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新员工培训</dc:title>
  <dc:creator>Administrator</dc:creator>
  <cp:lastModifiedBy>Administrator</cp:lastModifiedBy>
  <cp:revision>12</cp:revision>
  <dcterms:created xsi:type="dcterms:W3CDTF">2013-12-20T06:45:01Z</dcterms:created>
  <dcterms:modified xsi:type="dcterms:W3CDTF">2022-09-10T16:48:12Z</dcterms:modified>
</cp:coreProperties>
</file>