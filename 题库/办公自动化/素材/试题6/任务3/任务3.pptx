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5" autoAdjust="0"/>
    <p:restoredTop sz="94660"/>
  </p:normalViewPr>
  <p:slideViewPr>
    <p:cSldViewPr>
      <p:cViewPr varScale="1">
        <p:scale>
          <a:sx n="73" d="100"/>
          <a:sy n="73" d="100"/>
        </p:scale>
        <p:origin x="60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9EB6FE-84CF-45A2-8E4D-09043F312648}" type="doc">
      <dgm:prSet loTypeId="urn:microsoft.com/office/officeart/2005/8/layout/pyramid1" loCatId="pyramid" qsTypeId="urn:microsoft.com/office/officeart/2005/8/quickstyle/3d2" qsCatId="3D" csTypeId="urn:microsoft.com/office/officeart/2005/8/colors/colorful2" csCatId="colorful"/>
      <dgm:spPr/>
    </dgm:pt>
    <dgm:pt modelId="{42062546-B5C9-483D-A1AD-19E8108B005F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前景</a:t>
          </a:r>
        </a:p>
      </dgm:t>
    </dgm:pt>
    <dgm:pt modelId="{9E6C83C8-1E21-475B-93E4-54297EFD844F}" type="parTrans" cxnId="{C22050FA-4F37-485B-A04E-5A6CFCDE81AB}">
      <dgm:prSet/>
      <dgm:spPr/>
      <dgm:t>
        <a:bodyPr/>
        <a:lstStyle/>
        <a:p>
          <a:endParaRPr lang="zh-CN" altLang="en-US"/>
        </a:p>
      </dgm:t>
    </dgm:pt>
    <dgm:pt modelId="{31C13425-BA24-4D66-B60D-B5B43F78156A}" type="sibTrans" cxnId="{C22050FA-4F37-485B-A04E-5A6CFCDE81AB}">
      <dgm:prSet/>
      <dgm:spPr/>
      <dgm:t>
        <a:bodyPr/>
        <a:lstStyle/>
        <a:p>
          <a:endParaRPr lang="zh-CN" altLang="en-US"/>
        </a:p>
      </dgm:t>
    </dgm:pt>
    <dgm:pt modelId="{E02AED42-F7F9-4915-8BDD-9389FBB7D1D9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任务</a:t>
          </a:r>
        </a:p>
      </dgm:t>
    </dgm:pt>
    <dgm:pt modelId="{471A467A-3F91-4D10-BE4C-2EC102D82ED9}" type="parTrans" cxnId="{D5DAE6BE-71A2-4F1B-A0A8-439400DA457A}">
      <dgm:prSet/>
      <dgm:spPr/>
      <dgm:t>
        <a:bodyPr/>
        <a:lstStyle/>
        <a:p>
          <a:endParaRPr lang="zh-CN" altLang="en-US"/>
        </a:p>
      </dgm:t>
    </dgm:pt>
    <dgm:pt modelId="{41A93571-1DF9-4C69-A5F7-9CF3666FF073}" type="sibTrans" cxnId="{D5DAE6BE-71A2-4F1B-A0A8-439400DA457A}">
      <dgm:prSet/>
      <dgm:spPr/>
      <dgm:t>
        <a:bodyPr/>
        <a:lstStyle/>
        <a:p>
          <a:endParaRPr lang="zh-CN" altLang="en-US"/>
        </a:p>
      </dgm:t>
    </dgm:pt>
    <dgm:pt modelId="{02ED39E2-AD20-4FCB-8E6C-AC0E741F62E5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价值</a:t>
          </a:r>
        </a:p>
      </dgm:t>
    </dgm:pt>
    <dgm:pt modelId="{3243B83B-F03B-4447-84EE-FB7E33A8C484}" type="parTrans" cxnId="{5977EDC9-18F9-4784-919A-F9CB21DF3521}">
      <dgm:prSet/>
      <dgm:spPr/>
      <dgm:t>
        <a:bodyPr/>
        <a:lstStyle/>
        <a:p>
          <a:endParaRPr lang="zh-CN" altLang="en-US"/>
        </a:p>
      </dgm:t>
    </dgm:pt>
    <dgm:pt modelId="{F067490F-FEA7-40FC-BDD2-7109D404A099}" type="sibTrans" cxnId="{5977EDC9-18F9-4784-919A-F9CB21DF3521}">
      <dgm:prSet/>
      <dgm:spPr/>
      <dgm:t>
        <a:bodyPr/>
        <a:lstStyle/>
        <a:p>
          <a:endParaRPr lang="zh-CN" altLang="en-US"/>
        </a:p>
      </dgm:t>
    </dgm:pt>
    <dgm:pt modelId="{8C4E3011-0BD9-41FA-9062-8A28510D9571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目标</a:t>
          </a:r>
        </a:p>
      </dgm:t>
    </dgm:pt>
    <dgm:pt modelId="{D0F8AEB3-0753-4EA9-997D-0C2B667EE7B1}" type="parTrans" cxnId="{BDD9FD0D-4CE3-4C27-8BA9-6126CC5A005E}">
      <dgm:prSet/>
      <dgm:spPr/>
      <dgm:t>
        <a:bodyPr/>
        <a:lstStyle/>
        <a:p>
          <a:endParaRPr lang="zh-CN" altLang="en-US"/>
        </a:p>
      </dgm:t>
    </dgm:pt>
    <dgm:pt modelId="{77BCB710-0CE1-46D9-AFEA-18DA8F84AB27}" type="sibTrans" cxnId="{BDD9FD0D-4CE3-4C27-8BA9-6126CC5A005E}">
      <dgm:prSet/>
      <dgm:spPr/>
      <dgm:t>
        <a:bodyPr/>
        <a:lstStyle/>
        <a:p>
          <a:endParaRPr lang="zh-CN" altLang="en-US"/>
        </a:p>
      </dgm:t>
    </dgm:pt>
    <dgm:pt modelId="{DF271FBC-E7C7-40A0-A83B-53684EBAFF79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战略和主要建议</a:t>
          </a:r>
        </a:p>
      </dgm:t>
    </dgm:pt>
    <dgm:pt modelId="{EED70F9C-1975-416B-BAF1-83C622521E3D}" type="parTrans" cxnId="{7942EDC7-3360-4E44-8F4D-4231555D7E72}">
      <dgm:prSet/>
      <dgm:spPr/>
      <dgm:t>
        <a:bodyPr/>
        <a:lstStyle/>
        <a:p>
          <a:endParaRPr lang="zh-CN" altLang="en-US"/>
        </a:p>
      </dgm:t>
    </dgm:pt>
    <dgm:pt modelId="{B8927A04-2BBB-44AA-A4DC-3171BC5A282F}" type="sibTrans" cxnId="{7942EDC7-3360-4E44-8F4D-4231555D7E72}">
      <dgm:prSet/>
      <dgm:spPr/>
      <dgm:t>
        <a:bodyPr/>
        <a:lstStyle/>
        <a:p>
          <a:endParaRPr lang="zh-CN" altLang="en-US"/>
        </a:p>
      </dgm:t>
    </dgm:pt>
    <dgm:pt modelId="{3CA0C7A7-79AE-41F1-B53B-25DE0018DB16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项目计划</a:t>
          </a:r>
          <a:r>
            <a:rPr kumimoji="0" lang="en-US" altLang="zh-CN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/</a:t>
          </a:r>
          <a:r>
            <a:rPr kumimoji="0" lang="zh-CN" altLang="en-US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行动计划</a:t>
          </a:r>
        </a:p>
      </dgm:t>
    </dgm:pt>
    <dgm:pt modelId="{16EC3EF2-706F-4D74-B0F7-B2799EDEE21E}" type="parTrans" cxnId="{B28F3764-A535-40D8-B49D-C59DB4390A2D}">
      <dgm:prSet/>
      <dgm:spPr/>
      <dgm:t>
        <a:bodyPr/>
        <a:lstStyle/>
        <a:p>
          <a:endParaRPr lang="zh-CN" altLang="en-US"/>
        </a:p>
      </dgm:t>
    </dgm:pt>
    <dgm:pt modelId="{04E27D95-2445-4AD1-807E-5784DFDE1B0F}" type="sibTrans" cxnId="{B28F3764-A535-40D8-B49D-C59DB4390A2D}">
      <dgm:prSet/>
      <dgm:spPr/>
      <dgm:t>
        <a:bodyPr/>
        <a:lstStyle/>
        <a:p>
          <a:endParaRPr lang="zh-CN" altLang="en-US"/>
        </a:p>
      </dgm:t>
    </dgm:pt>
    <dgm:pt modelId="{FA32D4F3-E27D-4925-85AB-469560A17E3A}">
      <dgm:prSet custT="1"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cap="none" normalizeH="0" baseline="0" smtClean="0">
              <a:ln/>
              <a:effectLst/>
              <a:latin typeface="Arial" charset="0"/>
              <a:ea typeface="宋体" pitchFamily="2" charset="-122"/>
            </a:rPr>
            <a:t>业绩评定</a:t>
          </a:r>
        </a:p>
      </dgm:t>
    </dgm:pt>
    <dgm:pt modelId="{B2D0974B-96D7-4FA2-AA85-2B5783FD5765}" type="parTrans" cxnId="{4B2E5423-6B9C-45ED-9B58-A39778BF005F}">
      <dgm:prSet/>
      <dgm:spPr/>
      <dgm:t>
        <a:bodyPr/>
        <a:lstStyle/>
        <a:p>
          <a:endParaRPr lang="zh-CN" altLang="en-US"/>
        </a:p>
      </dgm:t>
    </dgm:pt>
    <dgm:pt modelId="{251A8697-9D09-47DA-A9D6-82073BEFD20F}" type="sibTrans" cxnId="{4B2E5423-6B9C-45ED-9B58-A39778BF005F}">
      <dgm:prSet/>
      <dgm:spPr/>
      <dgm:t>
        <a:bodyPr/>
        <a:lstStyle/>
        <a:p>
          <a:endParaRPr lang="zh-CN" altLang="en-US"/>
        </a:p>
      </dgm:t>
    </dgm:pt>
    <dgm:pt modelId="{06DE7B48-552E-4711-A537-82219DC118BA}" type="pres">
      <dgm:prSet presAssocID="{1E9EB6FE-84CF-45A2-8E4D-09043F312648}" presName="Name0" presStyleCnt="0">
        <dgm:presLayoutVars>
          <dgm:dir/>
          <dgm:animLvl val="lvl"/>
          <dgm:resizeHandles val="exact"/>
        </dgm:presLayoutVars>
      </dgm:prSet>
      <dgm:spPr/>
    </dgm:pt>
    <dgm:pt modelId="{FACEC544-A054-47F9-A39D-B4CA3DAF9614}" type="pres">
      <dgm:prSet presAssocID="{42062546-B5C9-483D-A1AD-19E8108B005F}" presName="Name8" presStyleCnt="0"/>
      <dgm:spPr/>
    </dgm:pt>
    <dgm:pt modelId="{2C1BA446-2C09-4C04-9F5C-E7E11D776542}" type="pres">
      <dgm:prSet presAssocID="{42062546-B5C9-483D-A1AD-19E8108B005F}" presName="level" presStyleLbl="node1" presStyleIdx="0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20D67C8-252C-45A8-B4C8-3B2395700E2F}" type="pres">
      <dgm:prSet presAssocID="{42062546-B5C9-483D-A1AD-19E8108B005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24D8ED-B86B-410E-95E6-C1923D66727A}" type="pres">
      <dgm:prSet presAssocID="{E02AED42-F7F9-4915-8BDD-9389FBB7D1D9}" presName="Name8" presStyleCnt="0"/>
      <dgm:spPr/>
    </dgm:pt>
    <dgm:pt modelId="{A1621806-8A70-4E90-A002-483190F845B7}" type="pres">
      <dgm:prSet presAssocID="{E02AED42-F7F9-4915-8BDD-9389FBB7D1D9}" presName="level" presStyleLbl="node1" presStyleIdx="1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B91E7BD-47D1-48D8-8741-1E54584A52EC}" type="pres">
      <dgm:prSet presAssocID="{E02AED42-F7F9-4915-8BDD-9389FBB7D1D9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709059E-A07F-480A-BB77-9BFF6C3576F3}" type="pres">
      <dgm:prSet presAssocID="{02ED39E2-AD20-4FCB-8E6C-AC0E741F62E5}" presName="Name8" presStyleCnt="0"/>
      <dgm:spPr/>
    </dgm:pt>
    <dgm:pt modelId="{52458B40-96BB-4ADB-A32D-D3D8D9F3C147}" type="pres">
      <dgm:prSet presAssocID="{02ED39E2-AD20-4FCB-8E6C-AC0E741F62E5}" presName="level" presStyleLbl="node1" presStyleIdx="2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75455C-0B0E-4965-A231-3864F09F3C3C}" type="pres">
      <dgm:prSet presAssocID="{02ED39E2-AD20-4FCB-8E6C-AC0E741F62E5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86F20F1-79FE-4CF1-9544-C97578A8DF5B}" type="pres">
      <dgm:prSet presAssocID="{8C4E3011-0BD9-41FA-9062-8A28510D9571}" presName="Name8" presStyleCnt="0"/>
      <dgm:spPr/>
    </dgm:pt>
    <dgm:pt modelId="{B070337E-5E5E-497C-83C0-210FDC49D3BD}" type="pres">
      <dgm:prSet presAssocID="{8C4E3011-0BD9-41FA-9062-8A28510D9571}" presName="level" presStyleLbl="node1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8081FFA-33BB-4DAD-8CC2-5CB4F28654C3}" type="pres">
      <dgm:prSet presAssocID="{8C4E3011-0BD9-41FA-9062-8A28510D9571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ECED459-2E6C-4765-9FA0-9095E9F2775B}" type="pres">
      <dgm:prSet presAssocID="{DF271FBC-E7C7-40A0-A83B-53684EBAFF79}" presName="Name8" presStyleCnt="0"/>
      <dgm:spPr/>
    </dgm:pt>
    <dgm:pt modelId="{F3038F0A-9372-484D-BEDB-6F0C17E78241}" type="pres">
      <dgm:prSet presAssocID="{DF271FBC-E7C7-40A0-A83B-53684EBAFF79}" presName="level" presStyleLbl="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3581BBF-17D1-428A-9BE1-528E0E40C665}" type="pres">
      <dgm:prSet presAssocID="{DF271FBC-E7C7-40A0-A83B-53684EBAFF79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B4B253-412E-4D5E-AA31-3CBE637FDAB4}" type="pres">
      <dgm:prSet presAssocID="{3CA0C7A7-79AE-41F1-B53B-25DE0018DB16}" presName="Name8" presStyleCnt="0"/>
      <dgm:spPr/>
    </dgm:pt>
    <dgm:pt modelId="{A09B5619-542B-4193-93BF-B4B53818F746}" type="pres">
      <dgm:prSet presAssocID="{3CA0C7A7-79AE-41F1-B53B-25DE0018DB16}" presName="level" presStyleLbl="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8C4C71-E080-442A-A1BF-3200E803CC1F}" type="pres">
      <dgm:prSet presAssocID="{3CA0C7A7-79AE-41F1-B53B-25DE0018DB16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9A62A36-D1BB-4E1E-B706-D0737C2144F0}" type="pres">
      <dgm:prSet presAssocID="{FA32D4F3-E27D-4925-85AB-469560A17E3A}" presName="Name8" presStyleCnt="0"/>
      <dgm:spPr/>
    </dgm:pt>
    <dgm:pt modelId="{E33F1B04-AEE3-4E32-9CFF-EEB372E9BB2D}" type="pres">
      <dgm:prSet presAssocID="{FA32D4F3-E27D-4925-85AB-469560A17E3A}" presName="level" presStyleLbl="node1" presStyleIdx="6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FF8739F-92DE-472A-AF29-3A5D395345CA}" type="pres">
      <dgm:prSet presAssocID="{FA32D4F3-E27D-4925-85AB-469560A17E3A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2B7A453-D166-4EE6-869F-19119F092F17}" type="presOf" srcId="{02ED39E2-AD20-4FCB-8E6C-AC0E741F62E5}" destId="{E175455C-0B0E-4965-A231-3864F09F3C3C}" srcOrd="1" destOrd="0" presId="urn:microsoft.com/office/officeart/2005/8/layout/pyramid1"/>
    <dgm:cxn modelId="{C98258EE-F1B7-479A-B418-8A66F9D74AE2}" type="presOf" srcId="{FA32D4F3-E27D-4925-85AB-469560A17E3A}" destId="{E33F1B04-AEE3-4E32-9CFF-EEB372E9BB2D}" srcOrd="0" destOrd="0" presId="urn:microsoft.com/office/officeart/2005/8/layout/pyramid1"/>
    <dgm:cxn modelId="{5977EDC9-18F9-4784-919A-F9CB21DF3521}" srcId="{1E9EB6FE-84CF-45A2-8E4D-09043F312648}" destId="{02ED39E2-AD20-4FCB-8E6C-AC0E741F62E5}" srcOrd="2" destOrd="0" parTransId="{3243B83B-F03B-4447-84EE-FB7E33A8C484}" sibTransId="{F067490F-FEA7-40FC-BDD2-7109D404A099}"/>
    <dgm:cxn modelId="{8CBDB42B-5002-4BAB-8854-ADC8912FED5E}" type="presOf" srcId="{8C4E3011-0BD9-41FA-9062-8A28510D9571}" destId="{B070337E-5E5E-497C-83C0-210FDC49D3BD}" srcOrd="0" destOrd="0" presId="urn:microsoft.com/office/officeart/2005/8/layout/pyramid1"/>
    <dgm:cxn modelId="{D3635992-98B9-4E73-98AD-E41B2CB1CA1B}" type="presOf" srcId="{3CA0C7A7-79AE-41F1-B53B-25DE0018DB16}" destId="{A09B5619-542B-4193-93BF-B4B53818F746}" srcOrd="0" destOrd="0" presId="urn:microsoft.com/office/officeart/2005/8/layout/pyramid1"/>
    <dgm:cxn modelId="{4B2E5423-6B9C-45ED-9B58-A39778BF005F}" srcId="{1E9EB6FE-84CF-45A2-8E4D-09043F312648}" destId="{FA32D4F3-E27D-4925-85AB-469560A17E3A}" srcOrd="6" destOrd="0" parTransId="{B2D0974B-96D7-4FA2-AA85-2B5783FD5765}" sibTransId="{251A8697-9D09-47DA-A9D6-82073BEFD20F}"/>
    <dgm:cxn modelId="{57CFA320-7530-4AAC-B118-7609B16223A5}" type="presOf" srcId="{8C4E3011-0BD9-41FA-9062-8A28510D9571}" destId="{E8081FFA-33BB-4DAD-8CC2-5CB4F28654C3}" srcOrd="1" destOrd="0" presId="urn:microsoft.com/office/officeart/2005/8/layout/pyramid1"/>
    <dgm:cxn modelId="{7942EDC7-3360-4E44-8F4D-4231555D7E72}" srcId="{1E9EB6FE-84CF-45A2-8E4D-09043F312648}" destId="{DF271FBC-E7C7-40A0-A83B-53684EBAFF79}" srcOrd="4" destOrd="0" parTransId="{EED70F9C-1975-416B-BAF1-83C622521E3D}" sibTransId="{B8927A04-2BBB-44AA-A4DC-3171BC5A282F}"/>
    <dgm:cxn modelId="{E115C96E-F9DC-4258-B2AC-14DFB68FD8E7}" type="presOf" srcId="{DF271FBC-E7C7-40A0-A83B-53684EBAFF79}" destId="{F3038F0A-9372-484D-BEDB-6F0C17E78241}" srcOrd="0" destOrd="0" presId="urn:microsoft.com/office/officeart/2005/8/layout/pyramid1"/>
    <dgm:cxn modelId="{5C8BD6BF-B174-47AB-A338-AED8E190CACC}" type="presOf" srcId="{E02AED42-F7F9-4915-8BDD-9389FBB7D1D9}" destId="{A1621806-8A70-4E90-A002-483190F845B7}" srcOrd="0" destOrd="0" presId="urn:microsoft.com/office/officeart/2005/8/layout/pyramid1"/>
    <dgm:cxn modelId="{A3440AA4-1556-42E2-B6BF-EF55C80C7C01}" type="presOf" srcId="{3CA0C7A7-79AE-41F1-B53B-25DE0018DB16}" destId="{2A8C4C71-E080-442A-A1BF-3200E803CC1F}" srcOrd="1" destOrd="0" presId="urn:microsoft.com/office/officeart/2005/8/layout/pyramid1"/>
    <dgm:cxn modelId="{D5DAE6BE-71A2-4F1B-A0A8-439400DA457A}" srcId="{1E9EB6FE-84CF-45A2-8E4D-09043F312648}" destId="{E02AED42-F7F9-4915-8BDD-9389FBB7D1D9}" srcOrd="1" destOrd="0" parTransId="{471A467A-3F91-4D10-BE4C-2EC102D82ED9}" sibTransId="{41A93571-1DF9-4C69-A5F7-9CF3666FF073}"/>
    <dgm:cxn modelId="{5B68447B-102C-439C-B68C-1948789984CB}" type="presOf" srcId="{02ED39E2-AD20-4FCB-8E6C-AC0E741F62E5}" destId="{52458B40-96BB-4ADB-A32D-D3D8D9F3C147}" srcOrd="0" destOrd="0" presId="urn:microsoft.com/office/officeart/2005/8/layout/pyramid1"/>
    <dgm:cxn modelId="{8A486F70-8E9B-4F48-8EF9-89D92BAC7A77}" type="presOf" srcId="{DF271FBC-E7C7-40A0-A83B-53684EBAFF79}" destId="{53581BBF-17D1-428A-9BE1-528E0E40C665}" srcOrd="1" destOrd="0" presId="urn:microsoft.com/office/officeart/2005/8/layout/pyramid1"/>
    <dgm:cxn modelId="{C2504DF6-38AD-44E8-A817-8A565238B6BB}" type="presOf" srcId="{FA32D4F3-E27D-4925-85AB-469560A17E3A}" destId="{3FF8739F-92DE-472A-AF29-3A5D395345CA}" srcOrd="1" destOrd="0" presId="urn:microsoft.com/office/officeart/2005/8/layout/pyramid1"/>
    <dgm:cxn modelId="{BDD9FD0D-4CE3-4C27-8BA9-6126CC5A005E}" srcId="{1E9EB6FE-84CF-45A2-8E4D-09043F312648}" destId="{8C4E3011-0BD9-41FA-9062-8A28510D9571}" srcOrd="3" destOrd="0" parTransId="{D0F8AEB3-0753-4EA9-997D-0C2B667EE7B1}" sibTransId="{77BCB710-0CE1-46D9-AFEA-18DA8F84AB27}"/>
    <dgm:cxn modelId="{23885743-6720-4AD8-903B-0D1300AB0F1B}" type="presOf" srcId="{E02AED42-F7F9-4915-8BDD-9389FBB7D1D9}" destId="{DB91E7BD-47D1-48D8-8741-1E54584A52EC}" srcOrd="1" destOrd="0" presId="urn:microsoft.com/office/officeart/2005/8/layout/pyramid1"/>
    <dgm:cxn modelId="{83799040-B7F9-4E41-95B1-75233FD19B03}" type="presOf" srcId="{42062546-B5C9-483D-A1AD-19E8108B005F}" destId="{2C1BA446-2C09-4C04-9F5C-E7E11D776542}" srcOrd="0" destOrd="0" presId="urn:microsoft.com/office/officeart/2005/8/layout/pyramid1"/>
    <dgm:cxn modelId="{59686E49-5A6B-4063-AAC8-F2D22DB65073}" type="presOf" srcId="{42062546-B5C9-483D-A1AD-19E8108B005F}" destId="{C20D67C8-252C-45A8-B4C8-3B2395700E2F}" srcOrd="1" destOrd="0" presId="urn:microsoft.com/office/officeart/2005/8/layout/pyramid1"/>
    <dgm:cxn modelId="{CED80A17-9D26-4B5E-9132-A5A2729908AA}" type="presOf" srcId="{1E9EB6FE-84CF-45A2-8E4D-09043F312648}" destId="{06DE7B48-552E-4711-A537-82219DC118BA}" srcOrd="0" destOrd="0" presId="urn:microsoft.com/office/officeart/2005/8/layout/pyramid1"/>
    <dgm:cxn modelId="{B28F3764-A535-40D8-B49D-C59DB4390A2D}" srcId="{1E9EB6FE-84CF-45A2-8E4D-09043F312648}" destId="{3CA0C7A7-79AE-41F1-B53B-25DE0018DB16}" srcOrd="5" destOrd="0" parTransId="{16EC3EF2-706F-4D74-B0F7-B2799EDEE21E}" sibTransId="{04E27D95-2445-4AD1-807E-5784DFDE1B0F}"/>
    <dgm:cxn modelId="{C22050FA-4F37-485B-A04E-5A6CFCDE81AB}" srcId="{1E9EB6FE-84CF-45A2-8E4D-09043F312648}" destId="{42062546-B5C9-483D-A1AD-19E8108B005F}" srcOrd="0" destOrd="0" parTransId="{9E6C83C8-1E21-475B-93E4-54297EFD844F}" sibTransId="{31C13425-BA24-4D66-B60D-B5B43F78156A}"/>
    <dgm:cxn modelId="{34A10675-DB82-4EFB-8527-8FD417748429}" type="presParOf" srcId="{06DE7B48-552E-4711-A537-82219DC118BA}" destId="{FACEC544-A054-47F9-A39D-B4CA3DAF9614}" srcOrd="0" destOrd="0" presId="urn:microsoft.com/office/officeart/2005/8/layout/pyramid1"/>
    <dgm:cxn modelId="{2FC53C48-6381-4B90-94CC-10BFFBAD33EB}" type="presParOf" srcId="{FACEC544-A054-47F9-A39D-B4CA3DAF9614}" destId="{2C1BA446-2C09-4C04-9F5C-E7E11D776542}" srcOrd="0" destOrd="0" presId="urn:microsoft.com/office/officeart/2005/8/layout/pyramid1"/>
    <dgm:cxn modelId="{8B7BCE8C-A7FB-4621-A189-CFA432468731}" type="presParOf" srcId="{FACEC544-A054-47F9-A39D-B4CA3DAF9614}" destId="{C20D67C8-252C-45A8-B4C8-3B2395700E2F}" srcOrd="1" destOrd="0" presId="urn:microsoft.com/office/officeart/2005/8/layout/pyramid1"/>
    <dgm:cxn modelId="{61C0A239-9F8C-4FFC-B613-D3418232CEBB}" type="presParOf" srcId="{06DE7B48-552E-4711-A537-82219DC118BA}" destId="{BA24D8ED-B86B-410E-95E6-C1923D66727A}" srcOrd="1" destOrd="0" presId="urn:microsoft.com/office/officeart/2005/8/layout/pyramid1"/>
    <dgm:cxn modelId="{DB723FCF-0DFB-4722-AD30-ECA166F59A40}" type="presParOf" srcId="{BA24D8ED-B86B-410E-95E6-C1923D66727A}" destId="{A1621806-8A70-4E90-A002-483190F845B7}" srcOrd="0" destOrd="0" presId="urn:microsoft.com/office/officeart/2005/8/layout/pyramid1"/>
    <dgm:cxn modelId="{51F79B11-C836-4A85-AE38-C57C4DB44B70}" type="presParOf" srcId="{BA24D8ED-B86B-410E-95E6-C1923D66727A}" destId="{DB91E7BD-47D1-48D8-8741-1E54584A52EC}" srcOrd="1" destOrd="0" presId="urn:microsoft.com/office/officeart/2005/8/layout/pyramid1"/>
    <dgm:cxn modelId="{52343153-93CD-4FA4-BB34-F74232F9665A}" type="presParOf" srcId="{06DE7B48-552E-4711-A537-82219DC118BA}" destId="{E709059E-A07F-480A-BB77-9BFF6C3576F3}" srcOrd="2" destOrd="0" presId="urn:microsoft.com/office/officeart/2005/8/layout/pyramid1"/>
    <dgm:cxn modelId="{3CCDC597-F843-48C6-B590-BBBC79E28003}" type="presParOf" srcId="{E709059E-A07F-480A-BB77-9BFF6C3576F3}" destId="{52458B40-96BB-4ADB-A32D-D3D8D9F3C147}" srcOrd="0" destOrd="0" presId="urn:microsoft.com/office/officeart/2005/8/layout/pyramid1"/>
    <dgm:cxn modelId="{5BDE7DA2-938F-4875-A891-D479FF2E1651}" type="presParOf" srcId="{E709059E-A07F-480A-BB77-9BFF6C3576F3}" destId="{E175455C-0B0E-4965-A231-3864F09F3C3C}" srcOrd="1" destOrd="0" presId="urn:microsoft.com/office/officeart/2005/8/layout/pyramid1"/>
    <dgm:cxn modelId="{9B7FAC79-F237-4D92-8CDF-42F6A3557CC8}" type="presParOf" srcId="{06DE7B48-552E-4711-A537-82219DC118BA}" destId="{286F20F1-79FE-4CF1-9544-C97578A8DF5B}" srcOrd="3" destOrd="0" presId="urn:microsoft.com/office/officeart/2005/8/layout/pyramid1"/>
    <dgm:cxn modelId="{93BC7CD9-5E00-4F38-BA6B-D597D6B4EC54}" type="presParOf" srcId="{286F20F1-79FE-4CF1-9544-C97578A8DF5B}" destId="{B070337E-5E5E-497C-83C0-210FDC49D3BD}" srcOrd="0" destOrd="0" presId="urn:microsoft.com/office/officeart/2005/8/layout/pyramid1"/>
    <dgm:cxn modelId="{EECC231C-4149-4DF7-9815-0FA6D9E9B74C}" type="presParOf" srcId="{286F20F1-79FE-4CF1-9544-C97578A8DF5B}" destId="{E8081FFA-33BB-4DAD-8CC2-5CB4F28654C3}" srcOrd="1" destOrd="0" presId="urn:microsoft.com/office/officeart/2005/8/layout/pyramid1"/>
    <dgm:cxn modelId="{DA5F3060-336E-4CD0-8EC7-423C61B352D2}" type="presParOf" srcId="{06DE7B48-552E-4711-A537-82219DC118BA}" destId="{4ECED459-2E6C-4765-9FA0-9095E9F2775B}" srcOrd="4" destOrd="0" presId="urn:microsoft.com/office/officeart/2005/8/layout/pyramid1"/>
    <dgm:cxn modelId="{8205928A-7F03-4CC9-9627-8E2FA7C3A725}" type="presParOf" srcId="{4ECED459-2E6C-4765-9FA0-9095E9F2775B}" destId="{F3038F0A-9372-484D-BEDB-6F0C17E78241}" srcOrd="0" destOrd="0" presId="urn:microsoft.com/office/officeart/2005/8/layout/pyramid1"/>
    <dgm:cxn modelId="{7A9AF56E-F735-4B5B-A783-532477D56E17}" type="presParOf" srcId="{4ECED459-2E6C-4765-9FA0-9095E9F2775B}" destId="{53581BBF-17D1-428A-9BE1-528E0E40C665}" srcOrd="1" destOrd="0" presId="urn:microsoft.com/office/officeart/2005/8/layout/pyramid1"/>
    <dgm:cxn modelId="{3CEF5D3E-EB5E-44EA-BCD0-DBC02EB9E472}" type="presParOf" srcId="{06DE7B48-552E-4711-A537-82219DC118BA}" destId="{AEB4B253-412E-4D5E-AA31-3CBE637FDAB4}" srcOrd="5" destOrd="0" presId="urn:microsoft.com/office/officeart/2005/8/layout/pyramid1"/>
    <dgm:cxn modelId="{DE7780FD-C0EE-4773-80AC-0E5F36F68DFB}" type="presParOf" srcId="{AEB4B253-412E-4D5E-AA31-3CBE637FDAB4}" destId="{A09B5619-542B-4193-93BF-B4B53818F746}" srcOrd="0" destOrd="0" presId="urn:microsoft.com/office/officeart/2005/8/layout/pyramid1"/>
    <dgm:cxn modelId="{414D4BFE-337D-4A7A-87FF-DF7D85B9C347}" type="presParOf" srcId="{AEB4B253-412E-4D5E-AA31-3CBE637FDAB4}" destId="{2A8C4C71-E080-442A-A1BF-3200E803CC1F}" srcOrd="1" destOrd="0" presId="urn:microsoft.com/office/officeart/2005/8/layout/pyramid1"/>
    <dgm:cxn modelId="{829354E7-8A32-469E-A7DC-CB343DB89CF5}" type="presParOf" srcId="{06DE7B48-552E-4711-A537-82219DC118BA}" destId="{59A62A36-D1BB-4E1E-B706-D0737C2144F0}" srcOrd="6" destOrd="0" presId="urn:microsoft.com/office/officeart/2005/8/layout/pyramid1"/>
    <dgm:cxn modelId="{7926531C-558B-4F5C-80E3-38EF666A1635}" type="presParOf" srcId="{59A62A36-D1BB-4E1E-B706-D0737C2144F0}" destId="{E33F1B04-AEE3-4E32-9CFF-EEB372E9BB2D}" srcOrd="0" destOrd="0" presId="urn:microsoft.com/office/officeart/2005/8/layout/pyramid1"/>
    <dgm:cxn modelId="{8DBB3C38-B27E-4DC7-9DAD-F6811FB3D3F9}" type="presParOf" srcId="{59A62A36-D1BB-4E1E-B706-D0737C2144F0}" destId="{3FF8739F-92DE-472A-AF29-3A5D395345CA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1BA446-2C09-4C04-9F5C-E7E11D776542}">
      <dsp:nvSpPr>
        <dsp:cNvPr id="0" name=""/>
        <dsp:cNvSpPr/>
      </dsp:nvSpPr>
      <dsp:spPr>
        <a:xfrm>
          <a:off x="2777451" y="0"/>
          <a:ext cx="925817" cy="708474"/>
        </a:xfrm>
        <a:prstGeom prst="trapezoid">
          <a:avLst>
            <a:gd name="adj" fmla="val 65339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前景</a:t>
          </a:r>
        </a:p>
      </dsp:txBody>
      <dsp:txXfrm>
        <a:off x="2777451" y="0"/>
        <a:ext cx="925817" cy="708474"/>
      </dsp:txXfrm>
    </dsp:sp>
    <dsp:sp modelId="{A1621806-8A70-4E90-A002-483190F845B7}">
      <dsp:nvSpPr>
        <dsp:cNvPr id="0" name=""/>
        <dsp:cNvSpPr/>
      </dsp:nvSpPr>
      <dsp:spPr>
        <a:xfrm>
          <a:off x="2314542" y="708474"/>
          <a:ext cx="1851634" cy="708474"/>
        </a:xfrm>
        <a:prstGeom prst="trapezoid">
          <a:avLst>
            <a:gd name="adj" fmla="val 65339"/>
          </a:avLst>
        </a:prstGeom>
        <a:gradFill rotWithShape="0">
          <a:gsLst>
            <a:gs pos="0">
              <a:schemeClr val="accent2">
                <a:hueOff val="-600000"/>
                <a:satOff val="-5556"/>
                <a:lumOff val="5000"/>
                <a:alphaOff val="0"/>
                <a:shade val="51000"/>
                <a:satMod val="130000"/>
              </a:schemeClr>
            </a:gs>
            <a:gs pos="80000">
              <a:schemeClr val="accent2">
                <a:hueOff val="-600000"/>
                <a:satOff val="-5556"/>
                <a:lumOff val="5000"/>
                <a:alphaOff val="0"/>
                <a:shade val="93000"/>
                <a:satMod val="130000"/>
              </a:schemeClr>
            </a:gs>
            <a:gs pos="100000">
              <a:schemeClr val="accent2">
                <a:hueOff val="-600000"/>
                <a:satOff val="-5556"/>
                <a:lumOff val="500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任务</a:t>
          </a:r>
        </a:p>
      </dsp:txBody>
      <dsp:txXfrm>
        <a:off x="2638578" y="708474"/>
        <a:ext cx="1203562" cy="708474"/>
      </dsp:txXfrm>
    </dsp:sp>
    <dsp:sp modelId="{52458B40-96BB-4ADB-A32D-D3D8D9F3C147}">
      <dsp:nvSpPr>
        <dsp:cNvPr id="0" name=""/>
        <dsp:cNvSpPr/>
      </dsp:nvSpPr>
      <dsp:spPr>
        <a:xfrm>
          <a:off x="1851634" y="1416949"/>
          <a:ext cx="2777451" cy="708474"/>
        </a:xfrm>
        <a:prstGeom prst="trapezoid">
          <a:avLst>
            <a:gd name="adj" fmla="val 65339"/>
          </a:avLst>
        </a:prstGeom>
        <a:gradFill rotWithShape="0">
          <a:gsLst>
            <a:gs pos="0">
              <a:schemeClr val="accent2">
                <a:hueOff val="-1200000"/>
                <a:satOff val="-11111"/>
                <a:lumOff val="10000"/>
                <a:alphaOff val="0"/>
                <a:shade val="51000"/>
                <a:satMod val="130000"/>
              </a:schemeClr>
            </a:gs>
            <a:gs pos="80000">
              <a:schemeClr val="accent2">
                <a:hueOff val="-1200000"/>
                <a:satOff val="-11111"/>
                <a:lumOff val="10000"/>
                <a:alphaOff val="0"/>
                <a:shade val="93000"/>
                <a:satMod val="130000"/>
              </a:schemeClr>
            </a:gs>
            <a:gs pos="100000">
              <a:schemeClr val="accent2">
                <a:hueOff val="-1200000"/>
                <a:satOff val="-11111"/>
                <a:lumOff val="1000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价值</a:t>
          </a:r>
        </a:p>
      </dsp:txBody>
      <dsp:txXfrm>
        <a:off x="2337688" y="1416949"/>
        <a:ext cx="1805343" cy="708474"/>
      </dsp:txXfrm>
    </dsp:sp>
    <dsp:sp modelId="{B070337E-5E5E-497C-83C0-210FDC49D3BD}">
      <dsp:nvSpPr>
        <dsp:cNvPr id="0" name=""/>
        <dsp:cNvSpPr/>
      </dsp:nvSpPr>
      <dsp:spPr>
        <a:xfrm>
          <a:off x="1388725" y="2125424"/>
          <a:ext cx="3703268" cy="708474"/>
        </a:xfrm>
        <a:prstGeom prst="trapezoid">
          <a:avLst>
            <a:gd name="adj" fmla="val 65339"/>
          </a:avLst>
        </a:prstGeom>
        <a:gradFill rotWithShape="0">
          <a:gsLst>
            <a:gs pos="0">
              <a:schemeClr val="accent2">
                <a:hueOff val="-1800000"/>
                <a:satOff val="-16667"/>
                <a:lumOff val="15000"/>
                <a:alphaOff val="0"/>
                <a:shade val="51000"/>
                <a:satMod val="130000"/>
              </a:schemeClr>
            </a:gs>
            <a:gs pos="80000">
              <a:schemeClr val="accent2">
                <a:hueOff val="-1800000"/>
                <a:satOff val="-16667"/>
                <a:lumOff val="15000"/>
                <a:alphaOff val="0"/>
                <a:shade val="93000"/>
                <a:satMod val="130000"/>
              </a:schemeClr>
            </a:gs>
            <a:gs pos="100000">
              <a:schemeClr val="accent2">
                <a:hueOff val="-1800000"/>
                <a:satOff val="-16667"/>
                <a:lumOff val="1500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目标</a:t>
          </a:r>
        </a:p>
      </dsp:txBody>
      <dsp:txXfrm>
        <a:off x="2036797" y="2125424"/>
        <a:ext cx="2407124" cy="708474"/>
      </dsp:txXfrm>
    </dsp:sp>
    <dsp:sp modelId="{F3038F0A-9372-484D-BEDB-6F0C17E78241}">
      <dsp:nvSpPr>
        <dsp:cNvPr id="0" name=""/>
        <dsp:cNvSpPr/>
      </dsp:nvSpPr>
      <dsp:spPr>
        <a:xfrm>
          <a:off x="925817" y="2833899"/>
          <a:ext cx="4629085" cy="708474"/>
        </a:xfrm>
        <a:prstGeom prst="trapezoid">
          <a:avLst>
            <a:gd name="adj" fmla="val 65339"/>
          </a:avLst>
        </a:prstGeom>
        <a:gradFill rotWithShape="0">
          <a:gsLst>
            <a:gs pos="0">
              <a:schemeClr val="accent2">
                <a:hueOff val="-2400000"/>
                <a:satOff val="-22222"/>
                <a:lumOff val="20000"/>
                <a:alphaOff val="0"/>
                <a:shade val="51000"/>
                <a:satMod val="130000"/>
              </a:schemeClr>
            </a:gs>
            <a:gs pos="80000">
              <a:schemeClr val="accent2">
                <a:hueOff val="-2400000"/>
                <a:satOff val="-22222"/>
                <a:lumOff val="20000"/>
                <a:alphaOff val="0"/>
                <a:shade val="93000"/>
                <a:satMod val="130000"/>
              </a:schemeClr>
            </a:gs>
            <a:gs pos="100000">
              <a:schemeClr val="accent2">
                <a:hueOff val="-2400000"/>
                <a:satOff val="-22222"/>
                <a:lumOff val="2000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战略和主要建议</a:t>
          </a:r>
        </a:p>
      </dsp:txBody>
      <dsp:txXfrm>
        <a:off x="1735907" y="2833899"/>
        <a:ext cx="3008905" cy="708474"/>
      </dsp:txXfrm>
    </dsp:sp>
    <dsp:sp modelId="{A09B5619-542B-4193-93BF-B4B53818F746}">
      <dsp:nvSpPr>
        <dsp:cNvPr id="0" name=""/>
        <dsp:cNvSpPr/>
      </dsp:nvSpPr>
      <dsp:spPr>
        <a:xfrm>
          <a:off x="462908" y="3542374"/>
          <a:ext cx="5554902" cy="708474"/>
        </a:xfrm>
        <a:prstGeom prst="trapezoid">
          <a:avLst>
            <a:gd name="adj" fmla="val 65339"/>
          </a:avLst>
        </a:prstGeom>
        <a:gradFill rotWithShape="0">
          <a:gsLst>
            <a:gs pos="0">
              <a:schemeClr val="accent2">
                <a:hueOff val="-3000000"/>
                <a:satOff val="-27777"/>
                <a:lumOff val="25000"/>
                <a:alphaOff val="0"/>
                <a:shade val="51000"/>
                <a:satMod val="130000"/>
              </a:schemeClr>
            </a:gs>
            <a:gs pos="80000">
              <a:schemeClr val="accent2">
                <a:hueOff val="-3000000"/>
                <a:satOff val="-27777"/>
                <a:lumOff val="25000"/>
                <a:alphaOff val="0"/>
                <a:shade val="93000"/>
                <a:satMod val="130000"/>
              </a:schemeClr>
            </a:gs>
            <a:gs pos="100000">
              <a:schemeClr val="accent2">
                <a:hueOff val="-3000000"/>
                <a:satOff val="-27777"/>
                <a:lumOff val="2500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项目计划</a:t>
          </a:r>
          <a:r>
            <a:rPr kumimoji="0" lang="en-US" altLang="zh-CN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/</a:t>
          </a:r>
          <a:r>
            <a:rPr kumimoji="0" lang="zh-CN" altLang="en-US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行动计划</a:t>
          </a:r>
        </a:p>
      </dsp:txBody>
      <dsp:txXfrm>
        <a:off x="1435016" y="3542374"/>
        <a:ext cx="3610686" cy="708474"/>
      </dsp:txXfrm>
    </dsp:sp>
    <dsp:sp modelId="{E33F1B04-AEE3-4E32-9CFF-EEB372E9BB2D}">
      <dsp:nvSpPr>
        <dsp:cNvPr id="0" name=""/>
        <dsp:cNvSpPr/>
      </dsp:nvSpPr>
      <dsp:spPr>
        <a:xfrm>
          <a:off x="0" y="4250849"/>
          <a:ext cx="6480720" cy="708474"/>
        </a:xfrm>
        <a:prstGeom prst="trapezoid">
          <a:avLst>
            <a:gd name="adj" fmla="val 65339"/>
          </a:avLst>
        </a:prstGeom>
        <a:gradFill rotWithShape="0">
          <a:gsLst>
            <a:gs pos="0">
              <a:schemeClr val="accent2">
                <a:hueOff val="-3600000"/>
                <a:satOff val="-33333"/>
                <a:lumOff val="30000"/>
                <a:alphaOff val="0"/>
                <a:shade val="51000"/>
                <a:satMod val="130000"/>
              </a:schemeClr>
            </a:gs>
            <a:gs pos="80000">
              <a:schemeClr val="accent2">
                <a:hueOff val="-3600000"/>
                <a:satOff val="-33333"/>
                <a:lumOff val="30000"/>
                <a:alphaOff val="0"/>
                <a:shade val="93000"/>
                <a:satMod val="130000"/>
              </a:schemeClr>
            </a:gs>
            <a:gs pos="100000">
              <a:schemeClr val="accent2">
                <a:hueOff val="-3600000"/>
                <a:satOff val="-33333"/>
                <a:lumOff val="3000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zh-CN" altLang="en-US" sz="2800" b="0" i="0" u="none" strike="noStrike" kern="1200" cap="none" normalizeH="0" baseline="0" smtClean="0">
              <a:ln/>
              <a:effectLst/>
              <a:latin typeface="Arial" charset="0"/>
              <a:ea typeface="宋体" pitchFamily="2" charset="-122"/>
            </a:rPr>
            <a:t>业绩评定</a:t>
          </a:r>
        </a:p>
      </dsp:txBody>
      <dsp:txXfrm>
        <a:off x="1134125" y="4250849"/>
        <a:ext cx="4212468" cy="708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3518B52-113C-4A9E-9590-E2780836CA3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663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C16642-D73A-4522-A6DB-4156ACC3DA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5776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ADDE6C-F998-4F18-8177-D274589657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63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190A7-36F1-413C-8404-6F98EF3E8B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858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50F773-3B58-46FE-AC94-94D10138DA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915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9CC4A-CC74-4DF1-8CFE-BF5711660B1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59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0A907F-BE75-437D-9AF6-C64848471A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09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5948C9-D6EB-438D-873C-F30CBFCD1E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187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C1791-26F9-48D9-8C4A-49A278EE7C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426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8E0C48-A5D2-4611-AE20-74D137C25F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3040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1E785-519A-49C2-A255-9897B0434F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5366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949325" y="1981200"/>
            <a:ext cx="7661275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4615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3DB3820-3405-4B03-B5ED-86D34C6A0D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462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104901" y="13147"/>
            <a:ext cx="7158037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zh-CN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zh-CN"/>
          </a:p>
        </p:txBody>
      </p:sp>
      <p:sp>
        <p:nvSpPr>
          <p:cNvPr id="256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1EA9550-55D1-40A7-9953-0527F8D9375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447675" indent="-44767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800">
          <a:solidFill>
            <a:schemeClr val="tx1"/>
          </a:solidFill>
          <a:latin typeface="+mn-lt"/>
          <a:ea typeface="+mn-ea"/>
        </a:defRPr>
      </a:lvl2pPr>
      <a:lvl3pPr marL="1293813" indent="-4032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81163" indent="-385763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844824"/>
            <a:ext cx="7086600" cy="831850"/>
          </a:xfrm>
        </p:spPr>
        <p:txBody>
          <a:bodyPr/>
          <a:lstStyle/>
          <a:p>
            <a:pPr algn="ctr"/>
            <a:r>
              <a:rPr lang="zh-CN" altLang="en-US"/>
              <a:t>绩效考核与评估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 smtClean="0"/>
              <a:t>  --</a:t>
            </a:r>
            <a:r>
              <a:rPr lang="zh-CN" altLang="zh-CN"/>
              <a:t>昊天有限公司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主要信息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/>
              <a:t>关键绩效指标与战略是相互对应的</a:t>
            </a:r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</a:pPr>
            <a:r>
              <a:rPr lang="zh-CN" altLang="en-US" sz="2400"/>
              <a:t>全面的市场信息调查对确定适度的目标来说非常关键</a:t>
            </a:r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</a:pPr>
            <a:r>
              <a:rPr lang="zh-CN" altLang="en-US" sz="2400"/>
              <a:t>随时间的推移</a:t>
            </a:r>
            <a:r>
              <a:rPr lang="en-US" altLang="zh-CN" sz="2400"/>
              <a:t>,</a:t>
            </a:r>
            <a:r>
              <a:rPr lang="zh-CN" altLang="en-US" sz="2400"/>
              <a:t>关键绩效指标和激励体系需要不断更新完善，需要由简单开始，进而逐步完善 </a:t>
            </a:r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</a:pPr>
            <a:r>
              <a:rPr lang="zh-CN" altLang="en-US" sz="2400"/>
              <a:t>有效的关键绩效指标体系需要整个组织</a:t>
            </a:r>
            <a:r>
              <a:rPr lang="zh-CN" altLang="en-US" sz="2400" u="sng"/>
              <a:t>所有层面</a:t>
            </a:r>
            <a:r>
              <a:rPr lang="zh-CN" altLang="en-US" sz="2400"/>
              <a:t>的积极参与 </a:t>
            </a:r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</a:pPr>
            <a:endParaRPr lang="en-US" altLang="zh-CN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绩效考评体系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GB"/>
              <a:t>关键绩效指标体系的制定是一个整合的流程</a:t>
            </a:r>
            <a:endParaRPr lang="zh-CN" altLang="en-US"/>
          </a:p>
          <a:p>
            <a:r>
              <a:rPr lang="zh-CN" altLang="en-AU"/>
              <a:t>关键绩效指标选择标准</a:t>
            </a:r>
            <a:endParaRPr lang="zh-CN" altLang="en-US"/>
          </a:p>
          <a:p>
            <a:r>
              <a:rPr lang="zh-CN" altLang="en-US"/>
              <a:t>分析价值驱动因素是确定</a:t>
            </a:r>
            <a:r>
              <a:rPr lang="zh-CN" altLang="en-AU"/>
              <a:t>关键绩效指标的前提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GB"/>
              <a:t>关键绩效指标体系的定义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GB"/>
              <a:t>建立业绩管理系统</a:t>
            </a: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GB"/>
              <a:t>建立绩效考核指标和业务目标相统一的业绩管理系统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618945" y="692696"/>
            <a:ext cx="51149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altLang="zh-CN" sz="4000" u="sng">
                <a:ea typeface="黑体" pitchFamily="2" charset="-122"/>
              </a:rPr>
              <a:t>** </a:t>
            </a:r>
            <a:r>
              <a:rPr lang="zh-CN" altLang="en-US" sz="4000" u="sng">
                <a:ea typeface="黑体" pitchFamily="2" charset="-122"/>
              </a:rPr>
              <a:t>业务计划</a:t>
            </a:r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641231420"/>
              </p:ext>
            </p:extLst>
          </p:nvPr>
        </p:nvGraphicFramePr>
        <p:xfrm>
          <a:off x="933125" y="1628800"/>
          <a:ext cx="6480720" cy="495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4830" name="Rectangle 14"/>
          <p:cNvSpPr>
            <a:spLocks noChangeArrowheads="1"/>
          </p:cNvSpPr>
          <p:nvPr/>
        </p:nvSpPr>
        <p:spPr bwMode="auto">
          <a:xfrm>
            <a:off x="250825" y="4848225"/>
            <a:ext cx="1187450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44450" rIns="18000" bIns="44450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zh-CN" altLang="en-GB" sz="2000">
                <a:solidFill>
                  <a:srgbClr val="000000"/>
                </a:solidFill>
                <a:ea typeface="黑体" pitchFamily="2" charset="-122"/>
              </a:rPr>
              <a:t>岗位描述</a:t>
            </a:r>
          </a:p>
        </p:txBody>
      </p:sp>
      <p:sp>
        <p:nvSpPr>
          <p:cNvPr id="34831" name="Rectangle 15"/>
          <p:cNvSpPr>
            <a:spLocks noChangeArrowheads="1"/>
          </p:cNvSpPr>
          <p:nvPr/>
        </p:nvSpPr>
        <p:spPr bwMode="auto">
          <a:xfrm>
            <a:off x="6802354" y="4791021"/>
            <a:ext cx="207962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zh-CN" altLang="en-GB" sz="2000">
                <a:solidFill>
                  <a:srgbClr val="000000"/>
                </a:solidFill>
                <a:ea typeface="黑体" pitchFamily="2" charset="-122"/>
              </a:rPr>
              <a:t>绩效指标</a:t>
            </a:r>
          </a:p>
        </p:txBody>
      </p:sp>
      <p:sp>
        <p:nvSpPr>
          <p:cNvPr id="34833" name="Rectangle 17"/>
          <p:cNvSpPr>
            <a:spLocks noChangeArrowheads="1"/>
          </p:cNvSpPr>
          <p:nvPr/>
        </p:nvSpPr>
        <p:spPr bwMode="auto">
          <a:xfrm>
            <a:off x="1524000" y="4848225"/>
            <a:ext cx="300038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GB" sz="1600">
                <a:solidFill>
                  <a:srgbClr val="000000"/>
                </a:solidFill>
                <a:ea typeface="黑体" pitchFamily="2" charset="-122"/>
              </a:rPr>
              <a:t>+</a:t>
            </a:r>
          </a:p>
        </p:txBody>
      </p:sp>
      <p:sp>
        <p:nvSpPr>
          <p:cNvPr id="34834" name="AutoShape 18"/>
          <p:cNvSpPr>
            <a:spLocks noChangeArrowheads="1"/>
          </p:cNvSpPr>
          <p:nvPr/>
        </p:nvSpPr>
        <p:spPr bwMode="auto">
          <a:xfrm>
            <a:off x="6588125" y="4797425"/>
            <a:ext cx="279400" cy="40640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GB" sz="1600">
              <a:ea typeface="黑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161</TotalTime>
  <Words>263</Words>
  <Application>Microsoft Office PowerPoint</Application>
  <PresentationFormat>全屏显示(4:3)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黑体</vt:lpstr>
      <vt:lpstr>宋体</vt:lpstr>
      <vt:lpstr>Arial</vt:lpstr>
      <vt:lpstr>Wingdings</vt:lpstr>
      <vt:lpstr>Axis</vt:lpstr>
      <vt:lpstr>绩效考核与评估</vt:lpstr>
      <vt:lpstr>主要信息</vt:lpstr>
      <vt:lpstr>绩效考评体系</vt:lpstr>
      <vt:lpstr>关键绩效指标体系的定义</vt:lpstr>
      <vt:lpstr>建立业绩管理系统</vt:lpstr>
      <vt:lpstr>PowerPoint 演示文稿</vt:lpstr>
    </vt:vector>
  </TitlesOfParts>
  <Company>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</dc:title>
  <dc:subject>11</dc:subject>
  <dc:creator>11</dc:creator>
  <cp:lastModifiedBy>Administrator</cp:lastModifiedBy>
  <cp:revision>12</cp:revision>
  <dcterms:created xsi:type="dcterms:W3CDTF">2007-05-13T18:41:21Z</dcterms:created>
  <dcterms:modified xsi:type="dcterms:W3CDTF">2022-08-16T08:39:22Z</dcterms:modified>
</cp:coreProperties>
</file>