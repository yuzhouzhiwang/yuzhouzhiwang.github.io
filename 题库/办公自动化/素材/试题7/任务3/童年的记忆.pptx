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62" r:id="rId6"/>
    <p:sldId id="263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9B9B"/>
    <a:srgbClr val="737373"/>
    <a:srgbClr val="4472C4"/>
    <a:srgbClr val="574A3B"/>
    <a:srgbClr val="262626"/>
    <a:srgbClr val="0D103B"/>
    <a:srgbClr val="11154B"/>
    <a:srgbClr val="FBC1F8"/>
    <a:srgbClr val="F672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8" autoAdjust="0"/>
    <p:restoredTop sz="94660"/>
  </p:normalViewPr>
  <p:slideViewPr>
    <p:cSldViewPr snapToGrid="0">
      <p:cViewPr varScale="1">
        <p:scale>
          <a:sx n="73" d="100"/>
          <a:sy n="73" d="100"/>
        </p:scale>
        <p:origin x="4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D511-01BC-4E9A-9473-FEBC1A983A3A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3D2D-2277-4F7F-BFB6-964E3AE27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450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D511-01BC-4E9A-9473-FEBC1A983A3A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3D2D-2277-4F7F-BFB6-964E3AE27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898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D511-01BC-4E9A-9473-FEBC1A983A3A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3D2D-2277-4F7F-BFB6-964E3AE27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438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D511-01BC-4E9A-9473-FEBC1A983A3A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3D2D-2277-4F7F-BFB6-964E3AE27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799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D511-01BC-4E9A-9473-FEBC1A983A3A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3D2D-2277-4F7F-BFB6-964E3AE27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09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D511-01BC-4E9A-9473-FEBC1A983A3A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3D2D-2277-4F7F-BFB6-964E3AE27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126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D511-01BC-4E9A-9473-FEBC1A983A3A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3D2D-2277-4F7F-BFB6-964E3AE27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199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D511-01BC-4E9A-9473-FEBC1A983A3A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3D2D-2277-4F7F-BFB6-964E3AE27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30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D511-01BC-4E9A-9473-FEBC1A983A3A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3D2D-2277-4F7F-BFB6-964E3AE27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400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D511-01BC-4E9A-9473-FEBC1A983A3A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3D2D-2277-4F7F-BFB6-964E3AE27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274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D511-01BC-4E9A-9473-FEBC1A983A3A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43D2D-2277-4F7F-BFB6-964E3AE27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681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8D511-01BC-4E9A-9473-FEBC1A983A3A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43D2D-2277-4F7F-BFB6-964E3AE27F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10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5AF756B-C105-7ADD-F5D1-A7CAE7E33B13}"/>
              </a:ext>
            </a:extLst>
          </p:cNvPr>
          <p:cNvSpPr/>
          <p:nvPr/>
        </p:nvSpPr>
        <p:spPr>
          <a:xfrm>
            <a:off x="4449285" y="539176"/>
            <a:ext cx="3877200" cy="2152800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solidFill>
              <a:srgbClr val="FBC1F8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AA44124-A797-65DE-8424-E6201722A44E}"/>
              </a:ext>
            </a:extLst>
          </p:cNvPr>
          <p:cNvGrpSpPr/>
          <p:nvPr/>
        </p:nvGrpSpPr>
        <p:grpSpPr>
          <a:xfrm>
            <a:off x="4909852" y="864200"/>
            <a:ext cx="6282601" cy="1938487"/>
            <a:chOff x="4582048" y="848815"/>
            <a:chExt cx="6282601" cy="1938487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30D8E27-82DF-CC7A-784F-B941FBC2386F}"/>
                </a:ext>
              </a:extLst>
            </p:cNvPr>
            <p:cNvSpPr txBox="1"/>
            <p:nvPr/>
          </p:nvSpPr>
          <p:spPr>
            <a:xfrm>
              <a:off x="4582048" y="1218051"/>
              <a:ext cx="347202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b="1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童年的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18FB069-A12E-DDFA-4B8E-BD2EFFB0872C}"/>
                </a:ext>
              </a:extLst>
            </p:cNvPr>
            <p:cNvSpPr/>
            <p:nvPr/>
          </p:nvSpPr>
          <p:spPr>
            <a:xfrm>
              <a:off x="7220939" y="848815"/>
              <a:ext cx="3643710" cy="193848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91416" tIns="45708" rIns="91416" bIns="45708">
              <a:spAutoFit/>
            </a:bodyPr>
            <a:lstStyle/>
            <a:p>
              <a:pPr algn="ctr"/>
              <a:r>
                <a:rPr lang="zh-CN" altLang="en-US" sz="11996" dirty="0">
                  <a:ln w="0"/>
                  <a:solidFill>
                    <a:srgbClr val="002060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记</a:t>
              </a:r>
              <a:r>
                <a:rPr lang="zh-CN" altLang="en-US" sz="11996" dirty="0">
                  <a:ln w="0"/>
                  <a:solidFill>
                    <a:srgbClr val="FFFF00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忆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72781093-8DEA-D7C2-767A-EABC420B8376}"/>
              </a:ext>
            </a:extLst>
          </p:cNvPr>
          <p:cNvSpPr txBox="1"/>
          <p:nvPr/>
        </p:nvSpPr>
        <p:spPr>
          <a:xfrm>
            <a:off x="8381875" y="2667481"/>
            <a:ext cx="3643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属于</a:t>
            </a:r>
            <a:r>
              <a:rPr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你我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童年</a:t>
            </a:r>
          </a:p>
        </p:txBody>
      </p:sp>
    </p:spTree>
    <p:extLst>
      <p:ext uri="{BB962C8B-B14F-4D97-AF65-F5344CB8AC3E}">
        <p14:creationId xmlns:p14="http://schemas.microsoft.com/office/powerpoint/2010/main" val="296299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形用户界面&#10;&#10;描述已自动生成">
            <a:extLst>
              <a:ext uri="{FF2B5EF4-FFF2-40B4-BE49-F238E27FC236}">
                <a16:creationId xmlns:a16="http://schemas.microsoft.com/office/drawing/2014/main" id="{A6035CB4-7504-EDDB-9D2F-800B57C46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2998"/>
            <a:ext cx="12094362" cy="6856214"/>
          </a:xfrm>
          <a:prstGeom prst="rect">
            <a:avLst/>
          </a:prstGeom>
        </p:spPr>
      </p:pic>
      <p:sp>
        <p:nvSpPr>
          <p:cNvPr id="2" name="流程图: 数据 1">
            <a:extLst>
              <a:ext uri="{FF2B5EF4-FFF2-40B4-BE49-F238E27FC236}">
                <a16:creationId xmlns:a16="http://schemas.microsoft.com/office/drawing/2014/main" id="{D37CC3BF-5EF6-C68C-C8A2-E642FB0CFEB0}"/>
              </a:ext>
            </a:extLst>
          </p:cNvPr>
          <p:cNvSpPr/>
          <p:nvPr/>
        </p:nvSpPr>
        <p:spPr>
          <a:xfrm>
            <a:off x="3904305" y="-28895"/>
            <a:ext cx="7869600" cy="7020000"/>
          </a:xfrm>
          <a:prstGeom prst="flowChartInputOutpu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DEC8C2-2A1D-5FCE-5F30-F056CEF8CA55}"/>
              </a:ext>
            </a:extLst>
          </p:cNvPr>
          <p:cNvSpPr txBox="1"/>
          <p:nvPr/>
        </p:nvSpPr>
        <p:spPr>
          <a:xfrm>
            <a:off x="5749441" y="2616412"/>
            <a:ext cx="2694186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9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</a:t>
            </a:r>
          </a:p>
        </p:txBody>
      </p:sp>
      <p:pic>
        <p:nvPicPr>
          <p:cNvPr id="10" name="图片 9" descr="图形用户界面, 网站&#10;&#10;描述已自动生成">
            <a:extLst>
              <a:ext uri="{FF2B5EF4-FFF2-40B4-BE49-F238E27FC236}">
                <a16:creationId xmlns:a16="http://schemas.microsoft.com/office/drawing/2014/main" id="{E0139D16-F458-2ECE-B228-00A620803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36" b="89744" l="8318" r="89873">
                        <a14:foregroundMark x1="8318" y1="88141" x2="45027" y2="58974"/>
                        <a14:foregroundMark x1="34720" y1="79167" x2="41410" y2="63141"/>
                        <a14:foregroundMark x1="41953" y1="86218" x2="44665" y2="53205"/>
                        <a14:foregroundMark x1="46655" y1="66667" x2="48282" y2="36538"/>
                        <a14:foregroundMark x1="25316" y1="70833" x2="37613" y2="55449"/>
                        <a14:foregroundMark x1="24412" y1="82692" x2="24412" y2="82692"/>
                        <a14:foregroundMark x1="24774" y1="86859" x2="24774" y2="86859"/>
                        <a14:foregroundMark x1="25316" y1="61538" x2="62568" y2="55128"/>
                        <a14:foregroundMark x1="62568" y1="55128" x2="54430" y2="52564"/>
                        <a14:foregroundMark x1="43942" y1="65064" x2="49729" y2="52564"/>
                        <a14:foregroundMark x1="49005" y1="65064" x2="48644" y2="66026"/>
                        <a14:foregroundMark x1="52080" y1="58974" x2="48101" y2="78526"/>
                        <a14:foregroundMark x1="49367" y1="70833" x2="50271" y2="79167"/>
                        <a14:foregroundMark x1="45750" y1="52564" x2="24955" y2="71154"/>
                        <a14:foregroundMark x1="24955" y1="71154" x2="39602" y2="56731"/>
                        <a14:foregroundMark x1="22966" y1="68590" x2="25316" y2="65064"/>
                        <a14:foregroundMark x1="22061" y1="67949" x2="22061" y2="67949"/>
                        <a14:foregroundMark x1="22423" y1="66667" x2="37251" y2="61218"/>
                        <a14:foregroundMark x1="37251" y1="61218" x2="44665" y2="44872"/>
                        <a14:foregroundMark x1="43761" y1="47115" x2="23870" y2="60577"/>
                        <a14:foregroundMark x1="23870" y1="60577" x2="21338" y2="69551"/>
                        <a14:foregroundMark x1="19711" y1="67949" x2="19711" y2="67949"/>
                        <a14:foregroundMark x1="89331" y1="12500" x2="89331" y2="12500"/>
                        <a14:foregroundMark x1="53345" y1="10577" x2="53345" y2="10577"/>
                        <a14:foregroundMark x1="52622" y1="11218" x2="52622" y2="11218"/>
                        <a14:foregroundMark x1="52984" y1="9936" x2="52984" y2="99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747" y="2094263"/>
            <a:ext cx="3975116" cy="2242742"/>
          </a:xfrm>
          <a:prstGeom prst="flowChartInputOutput">
            <a:avLst/>
          </a:prstGeom>
        </p:spPr>
      </p:pic>
    </p:spTree>
    <p:extLst>
      <p:ext uri="{BB962C8B-B14F-4D97-AF65-F5344CB8AC3E}">
        <p14:creationId xmlns:p14="http://schemas.microsoft.com/office/powerpoint/2010/main" val="84852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描述已自动生成">
            <a:extLst>
              <a:ext uri="{FF2B5EF4-FFF2-40B4-BE49-F238E27FC236}">
                <a16:creationId xmlns:a16="http://schemas.microsoft.com/office/drawing/2014/main" id="{44992A99-0590-B71E-521C-217125943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71" y="893"/>
            <a:ext cx="11417882" cy="6856214"/>
          </a:xfrm>
          <a:prstGeom prst="rect">
            <a:avLst/>
          </a:prstGeom>
        </p:spPr>
      </p:pic>
      <p:sp>
        <p:nvSpPr>
          <p:cNvPr id="8" name="流程图: 决策 7">
            <a:extLst>
              <a:ext uri="{FF2B5EF4-FFF2-40B4-BE49-F238E27FC236}">
                <a16:creationId xmlns:a16="http://schemas.microsoft.com/office/drawing/2014/main" id="{CBD50CAD-1705-435A-5E0D-3ED3FDF32594}"/>
              </a:ext>
            </a:extLst>
          </p:cNvPr>
          <p:cNvSpPr/>
          <p:nvPr/>
        </p:nvSpPr>
        <p:spPr>
          <a:xfrm rot="16200000">
            <a:off x="7111083" y="775800"/>
            <a:ext cx="3470400" cy="5306400"/>
          </a:xfrm>
          <a:prstGeom prst="flowChartDecision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决策 6">
            <a:extLst>
              <a:ext uri="{FF2B5EF4-FFF2-40B4-BE49-F238E27FC236}">
                <a16:creationId xmlns:a16="http://schemas.microsoft.com/office/drawing/2014/main" id="{60BA969D-4EB8-C902-D873-5708874E5711}"/>
              </a:ext>
            </a:extLst>
          </p:cNvPr>
          <p:cNvSpPr/>
          <p:nvPr/>
        </p:nvSpPr>
        <p:spPr>
          <a:xfrm>
            <a:off x="385471" y="-549001"/>
            <a:ext cx="7963200" cy="7956000"/>
          </a:xfrm>
          <a:prstGeom prst="flowChartDecision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E08474-4652-482E-CC06-8701F05B19F0}"/>
              </a:ext>
            </a:extLst>
          </p:cNvPr>
          <p:cNvSpPr txBox="1"/>
          <p:nvPr/>
        </p:nvSpPr>
        <p:spPr>
          <a:xfrm>
            <a:off x="2219692" y="981299"/>
            <a:ext cx="40673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美好瞬间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C9FBEA-F93E-A129-B3D5-3742F5B75DE9}"/>
              </a:ext>
            </a:extLst>
          </p:cNvPr>
          <p:cNvSpPr/>
          <p:nvPr/>
        </p:nvSpPr>
        <p:spPr>
          <a:xfrm>
            <a:off x="0" y="0"/>
            <a:ext cx="385472" cy="685621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C420A4-46ED-8146-F71E-10CB3F330D1B}"/>
              </a:ext>
            </a:extLst>
          </p:cNvPr>
          <p:cNvSpPr/>
          <p:nvPr/>
        </p:nvSpPr>
        <p:spPr>
          <a:xfrm>
            <a:off x="11803353" y="0"/>
            <a:ext cx="385472" cy="685621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</p:spTree>
    <p:extLst>
      <p:ext uri="{BB962C8B-B14F-4D97-AF65-F5344CB8AC3E}">
        <p14:creationId xmlns:p14="http://schemas.microsoft.com/office/powerpoint/2010/main" val="114847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4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低可信度描述已自动生成">
            <a:extLst>
              <a:ext uri="{FF2B5EF4-FFF2-40B4-BE49-F238E27FC236}">
                <a16:creationId xmlns:a16="http://schemas.microsoft.com/office/drawing/2014/main" id="{89164837-B336-C3E0-DEDF-5951207D8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52" y="893"/>
            <a:ext cx="10284321" cy="6856214"/>
          </a:xfrm>
          <a:prstGeom prst="rect">
            <a:avLst/>
          </a:prstGeom>
        </p:spPr>
      </p:pic>
      <p:pic>
        <p:nvPicPr>
          <p:cNvPr id="9" name="图片 8" descr="图形用户界面&#10;&#10;低可信度描述已自动生成">
            <a:extLst>
              <a:ext uri="{FF2B5EF4-FFF2-40B4-BE49-F238E27FC236}">
                <a16:creationId xmlns:a16="http://schemas.microsoft.com/office/drawing/2014/main" id="{8ED201AA-87E1-FE46-B41D-742D5D62C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556" y="1418649"/>
            <a:ext cx="4039200" cy="269279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9444FE8-8DC4-F6F2-246D-22DB327C5DA4}"/>
              </a:ext>
            </a:extLst>
          </p:cNvPr>
          <p:cNvSpPr/>
          <p:nvPr/>
        </p:nvSpPr>
        <p:spPr>
          <a:xfrm>
            <a:off x="1309451" y="1170953"/>
            <a:ext cx="5716800" cy="5716800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44CCE5-87D5-351B-3C3B-D4FF605D1D38}"/>
              </a:ext>
            </a:extLst>
          </p:cNvPr>
          <p:cNvSpPr txBox="1"/>
          <p:nvPr/>
        </p:nvSpPr>
        <p:spPr>
          <a:xfrm>
            <a:off x="2899807" y="4111448"/>
            <a:ext cx="63483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时光的故事</a:t>
            </a:r>
          </a:p>
        </p:txBody>
      </p:sp>
    </p:spTree>
    <p:extLst>
      <p:ext uri="{BB962C8B-B14F-4D97-AF65-F5344CB8AC3E}">
        <p14:creationId xmlns:p14="http://schemas.microsoft.com/office/powerpoint/2010/main" val="104368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女孩们站在草地上&#10;&#10;中度可信度描述已自动生成">
            <a:extLst>
              <a:ext uri="{FF2B5EF4-FFF2-40B4-BE49-F238E27FC236}">
                <a16:creationId xmlns:a16="http://schemas.microsoft.com/office/drawing/2014/main" id="{2A4AE33D-AB12-8729-A161-0FB9C9DDB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006" y="893"/>
            <a:ext cx="8766812" cy="685621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0382787-0000-8493-E96A-BB78A0C64CEE}"/>
              </a:ext>
            </a:extLst>
          </p:cNvPr>
          <p:cNvSpPr/>
          <p:nvPr/>
        </p:nvSpPr>
        <p:spPr>
          <a:xfrm>
            <a:off x="0" y="0"/>
            <a:ext cx="1711006" cy="685621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470CEB-E187-40D9-0EEF-CA9A3D1533E6}"/>
              </a:ext>
            </a:extLst>
          </p:cNvPr>
          <p:cNvSpPr/>
          <p:nvPr/>
        </p:nvSpPr>
        <p:spPr>
          <a:xfrm>
            <a:off x="10477818" y="893"/>
            <a:ext cx="1711006" cy="685621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pic>
        <p:nvPicPr>
          <p:cNvPr id="10" name="图片 9" descr="图片包含 游戏机&#10;&#10;描述已自动生成">
            <a:extLst>
              <a:ext uri="{FF2B5EF4-FFF2-40B4-BE49-F238E27FC236}">
                <a16:creationId xmlns:a16="http://schemas.microsoft.com/office/drawing/2014/main" id="{2172F651-2EB9-9D69-8084-5E8C4372B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766" b="99582" l="2564" r="98168">
                        <a14:foregroundMark x1="50183" y1="6695" x2="50183" y2="6695"/>
                        <a14:foregroundMark x1="50183" y1="3766" x2="50183" y2="3766"/>
                        <a14:foregroundMark x1="63004" y1="86611" x2="19780" y2="92887"/>
                        <a14:foregroundMark x1="19780" y1="92887" x2="47985" y2="90795"/>
                        <a14:foregroundMark x1="47985" y1="90795" x2="91209" y2="95397"/>
                        <a14:foregroundMark x1="91209" y1="95397" x2="94505" y2="94979"/>
                        <a14:foregroundMark x1="5861" y1="94979" x2="3663" y2="97490"/>
                        <a14:foregroundMark x1="8425" y1="84519" x2="2930" y2="98326"/>
                        <a14:foregroundMark x1="2930" y1="98326" x2="3297" y2="99582"/>
                        <a14:foregroundMark x1="5128" y1="93724" x2="2564" y2="99582"/>
                        <a14:foregroundMark x1="98168" y1="98745" x2="98168" y2="987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346" y="199352"/>
            <a:ext cx="3899472" cy="3361302"/>
          </a:xfrm>
          <a:prstGeom prst="rect">
            <a:avLst/>
          </a:prstGeom>
        </p:spPr>
      </p:pic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8F0719C8-BCCA-8282-54C6-C17B87FA2F9F}"/>
              </a:ext>
            </a:extLst>
          </p:cNvPr>
          <p:cNvSpPr/>
          <p:nvPr/>
        </p:nvSpPr>
        <p:spPr>
          <a:xfrm>
            <a:off x="1711006" y="470671"/>
            <a:ext cx="7055806" cy="6386436"/>
          </a:xfrm>
          <a:prstGeom prst="triangle">
            <a:avLst/>
          </a:prstGeom>
          <a:solidFill>
            <a:schemeClr val="tx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5626A3A-9257-EA3E-886F-328F7F176542}"/>
              </a:ext>
            </a:extLst>
          </p:cNvPr>
          <p:cNvGrpSpPr/>
          <p:nvPr/>
        </p:nvGrpSpPr>
        <p:grpSpPr>
          <a:xfrm>
            <a:off x="3123386" y="3185811"/>
            <a:ext cx="6373740" cy="2799911"/>
            <a:chOff x="3123386" y="3185811"/>
            <a:chExt cx="6373740" cy="2799911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9AF58CD-093C-1F47-F130-6C3AECAB1BF6}"/>
                </a:ext>
              </a:extLst>
            </p:cNvPr>
            <p:cNvSpPr txBox="1"/>
            <p:nvPr/>
          </p:nvSpPr>
          <p:spPr>
            <a:xfrm>
              <a:off x="3123386" y="3185811"/>
              <a:ext cx="6373740" cy="18461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597" b="1" dirty="0">
                  <a:solidFill>
                    <a:schemeClr val="bg1">
                      <a:lumMod val="9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曾经的我们</a:t>
              </a:r>
              <a:endParaRPr lang="en-US" altLang="zh-CN" sz="9597" b="1" dirty="0">
                <a:solidFill>
                  <a:schemeClr val="bg1">
                    <a:lumMod val="9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endParaRPr lang="zh-CN" altLang="en-US" sz="1799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4EDBB8F-E524-0DB5-808C-AE52520EC358}"/>
                </a:ext>
              </a:extLst>
            </p:cNvPr>
            <p:cNvSpPr txBox="1"/>
            <p:nvPr/>
          </p:nvSpPr>
          <p:spPr>
            <a:xfrm>
              <a:off x="4786653" y="4416471"/>
              <a:ext cx="3351927" cy="15692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597" b="1" dirty="0">
                  <a:solidFill>
                    <a:schemeClr val="bg1">
                      <a:lumMod val="9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LOVE</a:t>
              </a:r>
              <a:endParaRPr lang="zh-CN" altLang="en-US" sz="9597" b="1" dirty="0">
                <a:solidFill>
                  <a:schemeClr val="bg1">
                    <a:lumMod val="9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396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人, 户外, 草, 小孩&#10;&#10;描述已自动生成">
            <a:extLst>
              <a:ext uri="{FF2B5EF4-FFF2-40B4-BE49-F238E27FC236}">
                <a16:creationId xmlns:a16="http://schemas.microsoft.com/office/drawing/2014/main" id="{7FA8E0D9-9595-5FA0-E3C4-70F35117E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853" y="893"/>
            <a:ext cx="5484971" cy="6856214"/>
          </a:xfrm>
          <a:prstGeom prst="rect">
            <a:avLst/>
          </a:prstGeom>
        </p:spPr>
      </p:pic>
      <p:sp>
        <p:nvSpPr>
          <p:cNvPr id="7" name="流程图: 决策 6">
            <a:extLst>
              <a:ext uri="{FF2B5EF4-FFF2-40B4-BE49-F238E27FC236}">
                <a16:creationId xmlns:a16="http://schemas.microsoft.com/office/drawing/2014/main" id="{11C560BD-351B-9CEE-505C-260E9280D8F4}"/>
              </a:ext>
            </a:extLst>
          </p:cNvPr>
          <p:cNvSpPr/>
          <p:nvPr/>
        </p:nvSpPr>
        <p:spPr>
          <a:xfrm>
            <a:off x="4381151" y="165949"/>
            <a:ext cx="4878000" cy="6094800"/>
          </a:xfrm>
          <a:prstGeom prst="flowChartDecision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sp>
        <p:nvSpPr>
          <p:cNvPr id="10" name="流程图: 决策 9">
            <a:extLst>
              <a:ext uri="{FF2B5EF4-FFF2-40B4-BE49-F238E27FC236}">
                <a16:creationId xmlns:a16="http://schemas.microsoft.com/office/drawing/2014/main" id="{304A5443-C6AB-947A-7417-CD4CB11A6259}"/>
              </a:ext>
            </a:extLst>
          </p:cNvPr>
          <p:cNvSpPr/>
          <p:nvPr/>
        </p:nvSpPr>
        <p:spPr>
          <a:xfrm>
            <a:off x="1249683" y="972000"/>
            <a:ext cx="5886000" cy="5886000"/>
          </a:xfrm>
          <a:prstGeom prst="flowChartDecision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B2BDB20-747F-8ACC-211E-F61A44228E74}"/>
              </a:ext>
            </a:extLst>
          </p:cNvPr>
          <p:cNvGrpSpPr/>
          <p:nvPr/>
        </p:nvGrpSpPr>
        <p:grpSpPr>
          <a:xfrm>
            <a:off x="624841" y="2427209"/>
            <a:ext cx="6703854" cy="2433226"/>
            <a:chOff x="595952" y="2109588"/>
            <a:chExt cx="6703854" cy="2433226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D0562D-8C62-EFD7-5D2F-373CB431FD02}"/>
                </a:ext>
              </a:extLst>
            </p:cNvPr>
            <p:cNvSpPr txBox="1"/>
            <p:nvPr/>
          </p:nvSpPr>
          <p:spPr>
            <a:xfrm>
              <a:off x="1036468" y="2109588"/>
              <a:ext cx="464540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7200" b="1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我和你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6577343-4726-DF3C-9CDF-B64D9610EBA8}"/>
                </a:ext>
              </a:extLst>
            </p:cNvPr>
            <p:cNvSpPr txBox="1"/>
            <p:nvPr/>
          </p:nvSpPr>
          <p:spPr>
            <a:xfrm>
              <a:off x="595952" y="3342485"/>
              <a:ext cx="670385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0" b="1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 AND ME</a:t>
              </a:r>
              <a:endParaRPr lang="zh-CN" altLang="en-US" sz="7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169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383</TotalTime>
  <Words>38</Words>
  <Application>Microsoft Office PowerPoint</Application>
  <PresentationFormat>自定义</PresentationFormat>
  <Paragraphs>10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等线</vt:lpstr>
      <vt:lpstr>等线 Light</vt:lpstr>
      <vt:lpstr>黑体</vt:lpstr>
      <vt:lpstr>微软雅黑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鲁 海晶</dc:creator>
  <cp:lastModifiedBy>Administrator</cp:lastModifiedBy>
  <cp:revision>8</cp:revision>
  <dcterms:created xsi:type="dcterms:W3CDTF">2022-06-01T00:41:32Z</dcterms:created>
  <dcterms:modified xsi:type="dcterms:W3CDTF">2022-08-15T03:00:28Z</dcterms:modified>
</cp:coreProperties>
</file>