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1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EEF17-F3F7-4F4E-90B5-C114C3B68691}" type="datetimeFigureOut">
              <a:rPr lang="zh-CN" altLang="en-US" smtClean="0"/>
              <a:t>2022/8/16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ED727-8DDA-41EC-94BF-960D19291F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4860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EEF17-F3F7-4F4E-90B5-C114C3B68691}" type="datetimeFigureOut">
              <a:rPr lang="zh-CN" altLang="en-US" smtClean="0"/>
              <a:t>2022/8/16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ED727-8DDA-41EC-94BF-960D19291F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5605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EEF17-F3F7-4F4E-90B5-C114C3B68691}" type="datetimeFigureOut">
              <a:rPr lang="zh-CN" altLang="en-US" smtClean="0"/>
              <a:t>2022/8/16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ED727-8DDA-41EC-94BF-960D19291F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614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EEF17-F3F7-4F4E-90B5-C114C3B68691}" type="datetimeFigureOut">
              <a:rPr lang="zh-CN" altLang="en-US" smtClean="0"/>
              <a:t>2022/8/16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ED727-8DDA-41EC-94BF-960D19291F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6475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EEF17-F3F7-4F4E-90B5-C114C3B68691}" type="datetimeFigureOut">
              <a:rPr lang="zh-CN" altLang="en-US" smtClean="0"/>
              <a:t>2022/8/16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ED727-8DDA-41EC-94BF-960D19291F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9598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EEF17-F3F7-4F4E-90B5-C114C3B68691}" type="datetimeFigureOut">
              <a:rPr lang="zh-CN" altLang="en-US" smtClean="0"/>
              <a:t>2022/8/16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ED727-8DDA-41EC-94BF-960D19291F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2399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EEF17-F3F7-4F4E-90B5-C114C3B68691}" type="datetimeFigureOut">
              <a:rPr lang="zh-CN" altLang="en-US" smtClean="0"/>
              <a:t>2022/8/16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ED727-8DDA-41EC-94BF-960D19291F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5522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EEF17-F3F7-4F4E-90B5-C114C3B68691}" type="datetimeFigureOut">
              <a:rPr lang="zh-CN" altLang="en-US" smtClean="0"/>
              <a:t>2022/8/16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ED727-8DDA-41EC-94BF-960D19291F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2811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EEF17-F3F7-4F4E-90B5-C114C3B68691}" type="datetimeFigureOut">
              <a:rPr lang="zh-CN" altLang="en-US" smtClean="0"/>
              <a:t>2022/8/16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ED727-8DDA-41EC-94BF-960D19291F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646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EEF17-F3F7-4F4E-90B5-C114C3B68691}" type="datetimeFigureOut">
              <a:rPr lang="zh-CN" altLang="en-US" smtClean="0"/>
              <a:t>2022/8/16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ED727-8DDA-41EC-94BF-960D19291F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9060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EEF17-F3F7-4F4E-90B5-C114C3B68691}" type="datetimeFigureOut">
              <a:rPr lang="zh-CN" altLang="en-US" smtClean="0"/>
              <a:t>2022/8/16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ED727-8DDA-41EC-94BF-960D19291F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1367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EEF17-F3F7-4F4E-90B5-C114C3B68691}" type="datetimeFigureOut">
              <a:rPr lang="zh-CN" altLang="en-US" smtClean="0"/>
              <a:t>2022/8/16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AED727-8DDA-41EC-94BF-960D19291F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1199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mtClean="0"/>
              <a:t>格力冰</a:t>
            </a:r>
            <a:r>
              <a:rPr lang="zh-CN" altLang="en-US" dirty="0" smtClean="0"/>
              <a:t>箱</a:t>
            </a:r>
            <a:r>
              <a:rPr lang="zh-CN" altLang="en-US" smtClean="0"/>
              <a:t>销</a:t>
            </a:r>
            <a:r>
              <a:rPr lang="zh-CN" altLang="en-US" smtClean="0"/>
              <a:t>售</a:t>
            </a:r>
            <a:r>
              <a:rPr lang="zh-CN" altLang="en-US"/>
              <a:t>表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72390"/>
            <a:ext cx="3395365" cy="408561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071294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757010"/>
            <a:ext cx="10515600" cy="1325563"/>
          </a:xfrm>
        </p:spPr>
        <p:txBody>
          <a:bodyPr/>
          <a:lstStyle/>
          <a:p>
            <a:pPr algn="ctr"/>
            <a:r>
              <a:rPr lang="zh-CN" altLang="en-US" smtClean="0"/>
              <a:t>格力集团简介</a:t>
            </a:r>
            <a:endParaRPr lang="zh-CN" altLang="en-US"/>
          </a:p>
        </p:txBody>
      </p:sp>
      <p:sp>
        <p:nvSpPr>
          <p:cNvPr id="4" name="内容占位符 1"/>
          <p:cNvSpPr txBox="1">
            <a:spLocks/>
          </p:cNvSpPr>
          <p:nvPr/>
        </p:nvSpPr>
        <p:spPr>
          <a:xfrm>
            <a:off x="567043" y="2479834"/>
            <a:ext cx="5528957" cy="23762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mtClean="0"/>
              <a:t>    格力集团坚持以“服务特区产业转型升级、助力加快打造现代产业体系”为使命，围绕“资本运营</a:t>
            </a:r>
            <a:r>
              <a:rPr lang="en-US" altLang="zh-CN" smtClean="0"/>
              <a:t>+</a:t>
            </a:r>
            <a:r>
              <a:rPr lang="zh-CN" altLang="en-US" smtClean="0"/>
              <a:t>产业投资</a:t>
            </a:r>
            <a:r>
              <a:rPr lang="en-US" altLang="zh-CN" smtClean="0"/>
              <a:t>+</a:t>
            </a:r>
            <a:r>
              <a:rPr lang="zh-CN" altLang="en-US" smtClean="0"/>
              <a:t>产业引进</a:t>
            </a:r>
            <a:r>
              <a:rPr lang="en-US" altLang="zh-CN" smtClean="0"/>
              <a:t>+</a:t>
            </a:r>
            <a:r>
              <a:rPr lang="zh-CN" altLang="en-US" smtClean="0"/>
              <a:t>载体建设</a:t>
            </a:r>
            <a:r>
              <a:rPr lang="en-US" altLang="zh-CN" smtClean="0"/>
              <a:t>+</a:t>
            </a:r>
            <a:r>
              <a:rPr lang="zh-CN" altLang="en-US" smtClean="0"/>
              <a:t>服务运营”主线，加快构建“资本</a:t>
            </a:r>
            <a:r>
              <a:rPr lang="en-US" altLang="zh-CN" smtClean="0"/>
              <a:t>+</a:t>
            </a:r>
            <a:r>
              <a:rPr lang="zh-CN" altLang="en-US" smtClean="0"/>
              <a:t>创新</a:t>
            </a:r>
            <a:r>
              <a:rPr lang="en-US" altLang="zh-CN" smtClean="0"/>
              <a:t>+</a:t>
            </a:r>
            <a:r>
              <a:rPr lang="zh-CN" altLang="en-US" smtClean="0"/>
              <a:t>产业</a:t>
            </a:r>
            <a:r>
              <a:rPr lang="en-US" altLang="zh-CN" smtClean="0"/>
              <a:t>+</a:t>
            </a:r>
            <a:r>
              <a:rPr lang="zh-CN" altLang="en-US" smtClean="0"/>
              <a:t>建设</a:t>
            </a:r>
            <a:r>
              <a:rPr lang="en-US" altLang="zh-CN" smtClean="0"/>
              <a:t>+</a:t>
            </a:r>
            <a:r>
              <a:rPr lang="zh-CN" altLang="en-US" smtClean="0"/>
              <a:t>运营”五位一体发展模式”，打造国内一流的国有资本投资运营平台。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03" t="12200" r="21672"/>
          <a:stretch/>
        </p:blipFill>
        <p:spPr>
          <a:xfrm>
            <a:off x="7094983" y="2479834"/>
            <a:ext cx="4258817" cy="3528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956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mtClean="0"/>
              <a:t>格力挂</a:t>
            </a:r>
            <a:r>
              <a:rPr lang="zh-CN" altLang="en-US"/>
              <a:t>机空</a:t>
            </a:r>
            <a:r>
              <a:rPr lang="zh-CN" altLang="en-US" smtClean="0"/>
              <a:t>调介绍</a:t>
            </a:r>
            <a:endParaRPr lang="zh-CN" altLang="en-US"/>
          </a:p>
        </p:txBody>
      </p:sp>
      <p:graphicFrame>
        <p:nvGraphicFramePr>
          <p:cNvPr id="7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6301442"/>
              </p:ext>
            </p:extLst>
          </p:nvPr>
        </p:nvGraphicFramePr>
        <p:xfrm>
          <a:off x="838200" y="1690688"/>
          <a:ext cx="10515600" cy="46484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25">
                  <a:extLst>
                    <a:ext uri="{9D8B030D-6E8A-4147-A177-3AD203B41FA5}">
                      <a16:colId xmlns:a16="http://schemas.microsoft.com/office/drawing/2014/main" val="2555121712"/>
                    </a:ext>
                  </a:extLst>
                </a:gridCol>
                <a:gridCol w="2259550">
                  <a:extLst>
                    <a:ext uri="{9D8B030D-6E8A-4147-A177-3AD203B41FA5}">
                      <a16:colId xmlns:a16="http://schemas.microsoft.com/office/drawing/2014/main" val="3698549807"/>
                    </a:ext>
                  </a:extLst>
                </a:gridCol>
                <a:gridCol w="5878625">
                  <a:extLst>
                    <a:ext uri="{9D8B030D-6E8A-4147-A177-3AD203B41FA5}">
                      <a16:colId xmlns:a16="http://schemas.microsoft.com/office/drawing/2014/main" val="1901627303"/>
                    </a:ext>
                  </a:extLst>
                </a:gridCol>
              </a:tblGrid>
              <a:tr h="37277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名称</a:t>
                      </a:r>
                      <a:endParaRPr lang="zh-CN" altLang="en-US" sz="16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价格</a:t>
                      </a:r>
                      <a:endParaRPr lang="zh-CN" altLang="en-US" sz="16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性能指标</a:t>
                      </a:r>
                      <a:endParaRPr lang="zh-CN" altLang="en-US" sz="16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9759814"/>
                  </a:ext>
                </a:extLst>
              </a:tr>
              <a:tr h="41231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品园定频空调系列</a:t>
                      </a:r>
                      <a:endParaRPr lang="zh-CN" altLang="en-US" sz="16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2399</a:t>
                      </a:r>
                      <a:r>
                        <a:rPr lang="zh-CN" altLang="en-US" sz="160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元至</a:t>
                      </a:r>
                      <a:r>
                        <a:rPr lang="en-US" altLang="zh-CN" sz="160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3399</a:t>
                      </a:r>
                      <a:r>
                        <a:rPr lang="zh-CN" altLang="en-US" sz="160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元</a:t>
                      </a:r>
                      <a:endParaRPr lang="zh-CN" altLang="en-US" sz="16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小</a:t>
                      </a:r>
                      <a:r>
                        <a:rPr lang="en-US" altLang="zh-CN" sz="160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altLang="en-US" sz="160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匹到正</a:t>
                      </a:r>
                      <a:r>
                        <a:rPr lang="en-US" altLang="zh-CN" sz="160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1.5</a:t>
                      </a:r>
                      <a:r>
                        <a:rPr lang="zh-CN" altLang="en-US" sz="160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匹之间，拥有智能化霜、节能智控系统等</a:t>
                      </a:r>
                      <a:endParaRPr lang="zh-CN" altLang="en-US" sz="16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647547"/>
                  </a:ext>
                </a:extLst>
              </a:tr>
              <a:tr h="64388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冷静享变频空调系列</a:t>
                      </a:r>
                      <a:endParaRPr lang="zh-CN" altLang="en-US" sz="16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3299</a:t>
                      </a:r>
                      <a:r>
                        <a:rPr lang="zh-CN" altLang="en-US" sz="160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元至</a:t>
                      </a:r>
                      <a:r>
                        <a:rPr lang="en-US" altLang="zh-CN" sz="160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3799</a:t>
                      </a:r>
                      <a:r>
                        <a:rPr lang="zh-CN" altLang="en-US" sz="160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元</a:t>
                      </a:r>
                      <a:endParaRPr lang="zh-CN" altLang="en-US" sz="16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拥有智控</a:t>
                      </a:r>
                      <a:r>
                        <a:rPr lang="en-US" altLang="zh-CN" sz="160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altLang="en-US" sz="160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赫兹变频技术，采用基于</a:t>
                      </a:r>
                      <a:r>
                        <a:rPr lang="en-US" altLang="zh-CN" sz="160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PMV</a:t>
                      </a:r>
                      <a:r>
                        <a:rPr lang="zh-CN" altLang="en-US" sz="160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尖端神经网络控制技术的</a:t>
                      </a:r>
                      <a:r>
                        <a:rPr lang="en-US" altLang="zh-CN" sz="160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</a:t>
                      </a:r>
                      <a:r>
                        <a:rPr lang="zh-CN" altLang="en-US" sz="160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享键，还有</a:t>
                      </a:r>
                      <a:r>
                        <a:rPr lang="en-US" altLang="zh-CN" sz="160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DIY</a:t>
                      </a:r>
                      <a:r>
                        <a:rPr lang="zh-CN" altLang="en-US" sz="160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睡眠模式等</a:t>
                      </a:r>
                      <a:endParaRPr lang="zh-CN" altLang="en-US" sz="16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0100604"/>
                  </a:ext>
                </a:extLst>
              </a:tr>
              <a:tr h="64388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润享空调系列</a:t>
                      </a:r>
                      <a:endParaRPr lang="zh-CN" altLang="en-US" sz="16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4299</a:t>
                      </a:r>
                      <a:r>
                        <a:rPr lang="zh-CN" altLang="en-US" sz="160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元至</a:t>
                      </a:r>
                      <a:r>
                        <a:rPr lang="en-US" altLang="zh-CN" sz="160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4699</a:t>
                      </a:r>
                      <a:r>
                        <a:rPr lang="zh-CN" altLang="en-US" sz="160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元</a:t>
                      </a:r>
                      <a:endParaRPr lang="zh-CN" altLang="en-US" sz="16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拥有节能专家智控系统，大角度立体送风和低至</a:t>
                      </a:r>
                      <a:r>
                        <a:rPr lang="en-US" altLang="zh-CN" sz="160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18</a:t>
                      </a:r>
                      <a:r>
                        <a:rPr lang="zh-CN" altLang="en-US" sz="160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分贝的运行噪音等特点</a:t>
                      </a:r>
                      <a:endParaRPr lang="zh-CN" altLang="en-US" sz="16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0992875"/>
                  </a:ext>
                </a:extLst>
              </a:tr>
              <a:tr h="64388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润典系列空调</a:t>
                      </a:r>
                      <a:endParaRPr lang="zh-CN" altLang="en-US" sz="16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4899</a:t>
                      </a:r>
                      <a:r>
                        <a:rPr lang="zh-CN" altLang="en-US" sz="160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元至</a:t>
                      </a:r>
                      <a:r>
                        <a:rPr lang="en-US" altLang="zh-CN" sz="160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5299</a:t>
                      </a:r>
                      <a:r>
                        <a:rPr lang="zh-CN" altLang="en-US" sz="160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元</a:t>
                      </a:r>
                      <a:endParaRPr lang="zh-CN" altLang="en-US" sz="16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拥有智能专家智控系统，蒸发器自洁技术，运动大导风板设计，能够实现大角度冷暖分送，还有低至</a:t>
                      </a:r>
                      <a:r>
                        <a:rPr lang="en-US" altLang="zh-CN" sz="160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18</a:t>
                      </a:r>
                      <a:r>
                        <a:rPr lang="zh-CN" altLang="en-US" sz="160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分贝的运行噪音；</a:t>
                      </a:r>
                      <a:endParaRPr lang="zh-CN" altLang="en-US" sz="16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4561266"/>
                  </a:ext>
                </a:extLst>
              </a:tr>
              <a:tr h="64388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清炫风定频空调系列</a:t>
                      </a:r>
                      <a:endParaRPr lang="zh-CN" altLang="en-US" sz="16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4999</a:t>
                      </a:r>
                      <a:r>
                        <a:rPr lang="zh-CN" altLang="en-US" sz="160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元到</a:t>
                      </a:r>
                      <a:r>
                        <a:rPr lang="en-US" altLang="zh-CN" sz="160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5999</a:t>
                      </a:r>
                      <a:r>
                        <a:rPr lang="zh-CN" altLang="en-US" sz="160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元</a:t>
                      </a:r>
                      <a:endParaRPr lang="zh-CN" altLang="en-US" sz="16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拥有快速制冷暖，舒适的</a:t>
                      </a:r>
                      <a:r>
                        <a:rPr lang="en-US" altLang="zh-CN" sz="160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</a:t>
                      </a:r>
                      <a:r>
                        <a:rPr lang="zh-CN" altLang="en-US" sz="160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档风速，</a:t>
                      </a:r>
                      <a:r>
                        <a:rPr lang="en-US" altLang="zh-CN" sz="160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r>
                        <a:rPr lang="zh-CN" altLang="en-US" sz="160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种睡眠模式，防冷风设计，节能技术等特点</a:t>
                      </a:r>
                      <a:endParaRPr lang="zh-CN" altLang="en-US" sz="16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540914"/>
                  </a:ext>
                </a:extLst>
              </a:tr>
              <a:tr h="64388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格力</a:t>
                      </a:r>
                      <a:r>
                        <a:rPr lang="en-US" altLang="zh-CN" sz="160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•</a:t>
                      </a:r>
                      <a:r>
                        <a:rPr lang="zh-CN" altLang="en-US" sz="160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金贝系列</a:t>
                      </a:r>
                      <a:endParaRPr lang="zh-CN" altLang="en-US" sz="16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7699</a:t>
                      </a:r>
                      <a:r>
                        <a:rPr lang="zh-CN" altLang="en-US" sz="160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元至</a:t>
                      </a:r>
                      <a:r>
                        <a:rPr lang="en-US" altLang="zh-CN" sz="160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7999</a:t>
                      </a:r>
                      <a:r>
                        <a:rPr lang="zh-CN" altLang="en-US" sz="160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元</a:t>
                      </a:r>
                      <a:endParaRPr lang="zh-CN" altLang="en-US" sz="16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内置有高灵敏度的语音识别模块，能够实现语音识别功能，还有内置</a:t>
                      </a:r>
                      <a:r>
                        <a:rPr lang="en-US" altLang="zh-CN" sz="160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WiFi</a:t>
                      </a:r>
                      <a:r>
                        <a:rPr lang="zh-CN" altLang="en-US" sz="160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，可以配合手机</a:t>
                      </a:r>
                      <a:r>
                        <a:rPr lang="en-US" altLang="zh-CN" sz="160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App</a:t>
                      </a:r>
                      <a:r>
                        <a:rPr lang="zh-CN" altLang="en-US" sz="160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进行操控</a:t>
                      </a:r>
                      <a:endParaRPr lang="zh-CN" altLang="en-US" sz="16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34329"/>
                  </a:ext>
                </a:extLst>
              </a:tr>
              <a:tr h="64388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玫瑰变频空调</a:t>
                      </a:r>
                      <a:endParaRPr lang="zh-CN" altLang="en-US" sz="16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9799</a:t>
                      </a:r>
                      <a:r>
                        <a:rPr lang="zh-CN" altLang="en-US" sz="160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元至</a:t>
                      </a:r>
                      <a:r>
                        <a:rPr lang="en-US" altLang="zh-CN" sz="160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10199</a:t>
                      </a:r>
                      <a:r>
                        <a:rPr lang="zh-CN" altLang="en-US" sz="160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元</a:t>
                      </a:r>
                      <a:endParaRPr lang="zh-CN" altLang="en-US" sz="16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外观设计为新婚专属，拥有强劲制冷热，</a:t>
                      </a:r>
                      <a:r>
                        <a:rPr lang="en-US" altLang="zh-CN" sz="160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WiFi</a:t>
                      </a:r>
                      <a:r>
                        <a:rPr lang="zh-CN" altLang="en-US" sz="160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物联控制等特性</a:t>
                      </a:r>
                      <a:endParaRPr lang="zh-CN" altLang="en-US" sz="16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37444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0284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43595" y="532116"/>
            <a:ext cx="10515600" cy="1892280"/>
          </a:xfrm>
        </p:spPr>
        <p:txBody>
          <a:bodyPr>
            <a:normAutofit/>
          </a:bodyPr>
          <a:lstStyle/>
          <a:p>
            <a:r>
              <a:rPr lang="en-US" altLang="zh-CN" sz="3600" smtClean="0">
                <a:effectLst/>
              </a:rPr>
              <a:t>2020</a:t>
            </a:r>
            <a:r>
              <a:rPr lang="zh-CN" altLang="en-US" sz="3600" smtClean="0">
                <a:effectLst/>
              </a:rPr>
              <a:t>年</a:t>
            </a:r>
            <a:r>
              <a:rPr lang="en-US" altLang="zh-CN" sz="3600" smtClean="0">
                <a:effectLst/>
              </a:rPr>
              <a:t>1—12</a:t>
            </a:r>
            <a:r>
              <a:rPr lang="zh-CN" altLang="en-US" sz="3600" smtClean="0">
                <a:effectLst/>
              </a:rPr>
              <a:t>月空调分品牌内销销量占比</a:t>
            </a:r>
            <a:endParaRPr lang="zh-CN" altLang="en-US" sz="360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8043" y="2150077"/>
            <a:ext cx="6128952" cy="4799038"/>
          </a:xfrm>
        </p:spPr>
      </p:pic>
    </p:spTree>
    <p:extLst>
      <p:ext uri="{BB962C8B-B14F-4D97-AF65-F5344CB8AC3E}">
        <p14:creationId xmlns:p14="http://schemas.microsoft.com/office/powerpoint/2010/main" val="3991170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500</Words>
  <Application>Microsoft Office PowerPoint</Application>
  <PresentationFormat>宽屏</PresentationFormat>
  <Paragraphs>29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等线</vt:lpstr>
      <vt:lpstr>等线 Light</vt:lpstr>
      <vt:lpstr>宋体</vt:lpstr>
      <vt:lpstr>微软雅黑</vt:lpstr>
      <vt:lpstr>Arial</vt:lpstr>
      <vt:lpstr>Office 主题​​</vt:lpstr>
      <vt:lpstr>格力冰箱销售表</vt:lpstr>
      <vt:lpstr>格力集团简介</vt:lpstr>
      <vt:lpstr>格力挂机空调介绍</vt:lpstr>
      <vt:lpstr>2020年1—12月空调分品牌内销销量占比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格力冰箱销售情况</dc:title>
  <dc:creator>Administrator</dc:creator>
  <cp:lastModifiedBy>Administrator</cp:lastModifiedBy>
  <cp:revision>4</cp:revision>
  <dcterms:created xsi:type="dcterms:W3CDTF">2022-08-15T05:36:16Z</dcterms:created>
  <dcterms:modified xsi:type="dcterms:W3CDTF">2022-08-16T02:35:46Z</dcterms:modified>
</cp:coreProperties>
</file>